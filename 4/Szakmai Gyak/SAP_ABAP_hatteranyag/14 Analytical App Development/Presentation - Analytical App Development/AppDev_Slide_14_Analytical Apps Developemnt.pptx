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83" r:id="rId1"/>
    <p:sldMasterId id="2147483684" r:id="rId2"/>
  </p:sldMasterIdLst>
  <p:notesMasterIdLst>
    <p:notesMasterId r:id="rId24"/>
  </p:notesMasterIdLst>
  <p:sldIdLst>
    <p:sldId id="256" r:id="rId3"/>
    <p:sldId id="257" r:id="rId4"/>
    <p:sldId id="258" r:id="rId5"/>
    <p:sldId id="259" r:id="rId6"/>
    <p:sldId id="261" r:id="rId7"/>
    <p:sldId id="289" r:id="rId8"/>
    <p:sldId id="280" r:id="rId9"/>
    <p:sldId id="290" r:id="rId10"/>
    <p:sldId id="281" r:id="rId11"/>
    <p:sldId id="282" r:id="rId12"/>
    <p:sldId id="283" r:id="rId13"/>
    <p:sldId id="273" r:id="rId14"/>
    <p:sldId id="284" r:id="rId15"/>
    <p:sldId id="285" r:id="rId16"/>
    <p:sldId id="286" r:id="rId17"/>
    <p:sldId id="287" r:id="rId18"/>
    <p:sldId id="275" r:id="rId19"/>
    <p:sldId id="276" r:id="rId20"/>
    <p:sldId id="277" r:id="rId21"/>
    <p:sldId id="288" r:id="rId22"/>
    <p:sldId id="279" r:id="rId23"/>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rno Nym" initials="" lastIdx="1" clrIdx="0"/>
  <p:cmAuthor id="1" name="Rank, Johannes" initials="RJ" lastIdx="11" clrIdx="1">
    <p:extLst>
      <p:ext uri="{19B8F6BF-5375-455C-9EA6-DF929625EA0E}">
        <p15:presenceInfo xmlns:p15="http://schemas.microsoft.com/office/powerpoint/2012/main" userId="S-1-5-21-1499261727-55176102-3529509929-468054" providerId="AD"/>
      </p:ext>
    </p:extLst>
  </p:cmAuthor>
  <p:cmAuthor id="2" name="Adrian Streitz" initials="AS" lastIdx="7" clrIdx="2">
    <p:extLst>
      <p:ext uri="{19B8F6BF-5375-455C-9EA6-DF929625EA0E}">
        <p15:presenceInfo xmlns:p15="http://schemas.microsoft.com/office/powerpoint/2012/main" userId="7b33fb9f13982c92" providerId="Windows Live"/>
      </p:ext>
    </p:extLst>
  </p:cmAuthor>
  <p:cmAuthor id="3" name="ga46pav" initials="g" lastIdx="1" clrIdx="3">
    <p:extLst>
      <p:ext uri="{19B8F6BF-5375-455C-9EA6-DF929625EA0E}">
        <p15:presenceInfo xmlns:p15="http://schemas.microsoft.com/office/powerpoint/2012/main" userId="ga46pav"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3" autoAdjust="0"/>
    <p:restoredTop sz="93169" autoAdjust="0"/>
  </p:normalViewPr>
  <p:slideViewPr>
    <p:cSldViewPr snapToGrid="0">
      <p:cViewPr varScale="1">
        <p:scale>
          <a:sx n="132" d="100"/>
          <a:sy n="132" d="100"/>
        </p:scale>
        <p:origin x="162" y="150"/>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commentAuthors" Target="commentAuthor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Shape 3"/>
          <p:cNvSpPr>
            <a:spLocks noGrp="1" noRot="1" noChangeAspect="1"/>
          </p:cNvSpPr>
          <p:nvPr>
            <p:ph type="sldImg" idx="2"/>
          </p:nvPr>
        </p:nvSpPr>
        <p:spPr>
          <a:xfrm>
            <a:off x="381300" y="685800"/>
            <a:ext cx="609607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Shape 4"/>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Shape 186"/>
          <p:cNvSpPr>
            <a:spLocks noGrp="1" noRot="1" noChangeAspect="1"/>
          </p:cNvSpPr>
          <p:nvPr>
            <p:ph type="sldImg" idx="2"/>
          </p:nvPr>
        </p:nvSpPr>
        <p:spPr>
          <a:xfrm>
            <a:off x="798513" y="612775"/>
            <a:ext cx="5292725" cy="2976563"/>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7" name="Shape 187"/>
          <p:cNvSpPr txBox="1">
            <a:spLocks noGrp="1"/>
          </p:cNvSpPr>
          <p:nvPr>
            <p:ph type="body" idx="1"/>
          </p:nvPr>
        </p:nvSpPr>
        <p:spPr>
          <a:xfrm>
            <a:off x="549000" y="4211843"/>
            <a:ext cx="5760000" cy="4349354"/>
          </a:xfrm>
          <a:prstGeom prst="rect">
            <a:avLst/>
          </a:prstGeom>
          <a:noFill/>
          <a:ln>
            <a:noFill/>
          </a:ln>
        </p:spPr>
        <p:txBody>
          <a:bodyPr spcFirstLastPara="1" wrap="square" lIns="0" tIns="0" rIns="0" bIns="47625" anchor="t" anchorCtr="0">
            <a:noAutofit/>
          </a:bodyPr>
          <a:lstStyle/>
          <a:p>
            <a:pPr marL="0" marR="0" lvl="0" indent="0" algn="l" defTabSz="914400" rtl="0" eaLnBrk="1" fontAlgn="auto" latinLnBrk="0" hangingPunct="1">
              <a:lnSpc>
                <a:spcPct val="100000"/>
              </a:lnSpc>
              <a:spcBef>
                <a:spcPts val="0"/>
              </a:spcBef>
              <a:spcAft>
                <a:spcPts val="0"/>
              </a:spcAft>
              <a:buClr>
                <a:schemeClr val="dk1"/>
              </a:buClr>
              <a:buSzPts val="1400"/>
              <a:buFont typeface="Arial"/>
              <a:buNone/>
              <a:tabLst/>
              <a:defRPr/>
            </a:pPr>
            <a:endParaRPr lang="de-DE" sz="1400" b="0" i="0" u="none" strike="noStrike" cap="none" baseline="0" dirty="0">
              <a:solidFill>
                <a:schemeClr val="dk1"/>
              </a:solidFill>
              <a:latin typeface="Arial"/>
              <a:ea typeface="Arial"/>
              <a:cs typeface="Arial"/>
              <a:sym typeface="Arial"/>
            </a:endParaRPr>
          </a:p>
        </p:txBody>
      </p:sp>
      <p:sp>
        <p:nvSpPr>
          <p:cNvPr id="188" name="Shape 188"/>
          <p:cNvSpPr txBox="1">
            <a:spLocks noGrp="1"/>
          </p:cNvSpPr>
          <p:nvPr>
            <p:ph type="sldNum" idx="12"/>
          </p:nvPr>
        </p:nvSpPr>
        <p:spPr>
          <a:xfrm>
            <a:off x="2957512" y="8915402"/>
            <a:ext cx="942976" cy="205358"/>
          </a:xfrm>
          <a:prstGeom prst="rect">
            <a:avLst/>
          </a:prstGeom>
          <a:noFill/>
          <a:ln>
            <a:noFill/>
          </a:ln>
        </p:spPr>
        <p:txBody>
          <a:bodyPr spcFirstLastPara="1" wrap="square" lIns="91425" tIns="45700" rIns="91425" bIns="45700" anchor="b" anchorCtr="0">
            <a:noAutofit/>
          </a:bodyPr>
          <a:lstStyle/>
          <a:p>
            <a:pPr marL="0" marR="0" lvl="0" indent="0" algn="ctr" rtl="0">
              <a:spcBef>
                <a:spcPts val="0"/>
              </a:spcBef>
              <a:spcAft>
                <a:spcPts val="0"/>
              </a:spcAft>
              <a:buNone/>
            </a:pPr>
            <a:fld id="{00000000-1234-1234-1234-123412341234}" type="slidenum">
              <a:rPr lang="de" sz="1000" b="0" i="0" u="none" strike="noStrike" cap="none">
                <a:solidFill>
                  <a:schemeClr val="dk1"/>
                </a:solidFill>
                <a:latin typeface="Arial"/>
                <a:ea typeface="Arial"/>
                <a:cs typeface="Arial"/>
                <a:sym typeface="Arial"/>
              </a:rPr>
              <a:t>1</a:t>
            </a:fld>
            <a:endParaRPr sz="10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Shape 193"/>
          <p:cNvSpPr>
            <a:spLocks noGrp="1" noRot="1" noChangeAspect="1"/>
          </p:cNvSpPr>
          <p:nvPr>
            <p:ph type="sldImg" idx="2"/>
          </p:nvPr>
        </p:nvSpPr>
        <p:spPr>
          <a:xfrm>
            <a:off x="798513" y="612775"/>
            <a:ext cx="5292725" cy="2976563"/>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4" name="Shape 194"/>
          <p:cNvSpPr txBox="1">
            <a:spLocks noGrp="1"/>
          </p:cNvSpPr>
          <p:nvPr>
            <p:ph type="body" idx="1"/>
          </p:nvPr>
        </p:nvSpPr>
        <p:spPr>
          <a:xfrm>
            <a:off x="549000" y="4211843"/>
            <a:ext cx="5760000" cy="4349354"/>
          </a:xfrm>
          <a:prstGeom prst="rect">
            <a:avLst/>
          </a:prstGeom>
          <a:noFill/>
          <a:ln>
            <a:noFill/>
          </a:ln>
        </p:spPr>
        <p:txBody>
          <a:bodyPr spcFirstLastPara="1" wrap="square" lIns="0" tIns="0" rIns="0" bIns="47625" anchor="t" anchorCtr="0">
            <a:noAutofit/>
          </a:bodyPr>
          <a:lstStyle/>
          <a:p>
            <a:pPr marL="0" marR="0" lvl="0" indent="0" algn="l" rtl="0">
              <a:spcBef>
                <a:spcPts val="0"/>
              </a:spcBef>
              <a:spcAft>
                <a:spcPts val="0"/>
              </a:spcAft>
              <a:buClr>
                <a:schemeClr val="dk1"/>
              </a:buClr>
              <a:buSzPts val="1400"/>
              <a:buFont typeface="Arial"/>
              <a:buNone/>
            </a:pPr>
            <a:br>
              <a:rPr lang="de" sz="1400" b="0" i="0" u="none" strike="noStrike" cap="none">
                <a:solidFill>
                  <a:schemeClr val="dk1"/>
                </a:solidFill>
                <a:latin typeface="Arial"/>
                <a:ea typeface="Arial"/>
                <a:cs typeface="Arial"/>
                <a:sym typeface="Arial"/>
              </a:rPr>
            </a:br>
            <a:endParaRPr sz="1400" b="0" i="0" u="none" strike="noStrike" cap="none">
              <a:solidFill>
                <a:srgbClr val="000000"/>
              </a:solidFill>
              <a:latin typeface="Arial"/>
              <a:ea typeface="Arial"/>
              <a:cs typeface="Arial"/>
              <a:sym typeface="Arial"/>
            </a:endParaRPr>
          </a:p>
        </p:txBody>
      </p:sp>
      <p:sp>
        <p:nvSpPr>
          <p:cNvPr id="195" name="Shape 195"/>
          <p:cNvSpPr txBox="1">
            <a:spLocks noGrp="1"/>
          </p:cNvSpPr>
          <p:nvPr>
            <p:ph type="sldNum" idx="12"/>
          </p:nvPr>
        </p:nvSpPr>
        <p:spPr>
          <a:xfrm>
            <a:off x="2957512" y="8915402"/>
            <a:ext cx="942976" cy="205358"/>
          </a:xfrm>
          <a:prstGeom prst="rect">
            <a:avLst/>
          </a:prstGeom>
          <a:noFill/>
          <a:ln>
            <a:noFill/>
          </a:ln>
        </p:spPr>
        <p:txBody>
          <a:bodyPr spcFirstLastPara="1" wrap="square" lIns="91425" tIns="45700" rIns="91425" bIns="45700" anchor="b" anchorCtr="0">
            <a:noAutofit/>
          </a:bodyPr>
          <a:lstStyle/>
          <a:p>
            <a:pPr marL="0" marR="0" lvl="0" indent="0" algn="ctr" rtl="0">
              <a:spcBef>
                <a:spcPts val="0"/>
              </a:spcBef>
              <a:spcAft>
                <a:spcPts val="0"/>
              </a:spcAft>
              <a:buNone/>
            </a:pPr>
            <a:fld id="{00000000-1234-1234-1234-123412341234}" type="slidenum">
              <a:rPr lang="de" sz="1000" b="0" i="0" u="none" strike="noStrike" cap="none">
                <a:solidFill>
                  <a:schemeClr val="dk1"/>
                </a:solidFill>
                <a:latin typeface="Arial"/>
                <a:ea typeface="Arial"/>
                <a:cs typeface="Arial"/>
                <a:sym typeface="Arial"/>
              </a:rPr>
              <a:t>2</a:t>
            </a:fld>
            <a:endParaRPr sz="10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Shape 200"/>
          <p:cNvSpPr>
            <a:spLocks noGrp="1" noRot="1" noChangeAspect="1"/>
          </p:cNvSpPr>
          <p:nvPr>
            <p:ph type="sldImg" idx="2"/>
          </p:nvPr>
        </p:nvSpPr>
        <p:spPr>
          <a:xfrm>
            <a:off x="798513" y="612775"/>
            <a:ext cx="5292725" cy="2976563"/>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1" name="Shape 201"/>
          <p:cNvSpPr txBox="1">
            <a:spLocks noGrp="1"/>
          </p:cNvSpPr>
          <p:nvPr>
            <p:ph type="body" idx="1"/>
          </p:nvPr>
        </p:nvSpPr>
        <p:spPr>
          <a:xfrm>
            <a:off x="549000" y="4211843"/>
            <a:ext cx="5760000" cy="4349354"/>
          </a:xfrm>
          <a:prstGeom prst="rect">
            <a:avLst/>
          </a:prstGeom>
          <a:noFill/>
          <a:ln>
            <a:noFill/>
          </a:ln>
        </p:spPr>
        <p:txBody>
          <a:bodyPr spcFirstLastPara="1" wrap="square" lIns="0" tIns="0" rIns="0" bIns="47625" anchor="t" anchorCtr="0">
            <a:noAutofit/>
          </a:bodyPr>
          <a:lstStyle/>
          <a:p>
            <a:pPr marL="0" marR="0" lvl="0" indent="0" algn="l" rtl="0">
              <a:spcBef>
                <a:spcPts val="0"/>
              </a:spcBef>
              <a:spcAft>
                <a:spcPts val="0"/>
              </a:spcAft>
              <a:buClr>
                <a:schemeClr val="dk1"/>
              </a:buClr>
              <a:buSzPts val="1400"/>
              <a:buFont typeface="Arial"/>
              <a:buNone/>
            </a:pPr>
            <a:br>
              <a:rPr lang="de" sz="1400" b="0" i="0" u="none" strike="noStrike" cap="none">
                <a:solidFill>
                  <a:schemeClr val="dk1"/>
                </a:solidFill>
                <a:latin typeface="Arial"/>
                <a:ea typeface="Arial"/>
                <a:cs typeface="Arial"/>
                <a:sym typeface="Arial"/>
              </a:rPr>
            </a:br>
            <a:endParaRPr sz="1400" b="0" i="0" u="none" strike="noStrike" cap="none">
              <a:solidFill>
                <a:srgbClr val="000000"/>
              </a:solidFill>
              <a:latin typeface="Arial"/>
              <a:ea typeface="Arial"/>
              <a:cs typeface="Arial"/>
              <a:sym typeface="Arial"/>
            </a:endParaRPr>
          </a:p>
        </p:txBody>
      </p:sp>
      <p:sp>
        <p:nvSpPr>
          <p:cNvPr id="202" name="Shape 202"/>
          <p:cNvSpPr txBox="1">
            <a:spLocks noGrp="1"/>
          </p:cNvSpPr>
          <p:nvPr>
            <p:ph type="sldNum" idx="12"/>
          </p:nvPr>
        </p:nvSpPr>
        <p:spPr>
          <a:xfrm>
            <a:off x="2957512" y="8915402"/>
            <a:ext cx="942976" cy="205358"/>
          </a:xfrm>
          <a:prstGeom prst="rect">
            <a:avLst/>
          </a:prstGeom>
          <a:noFill/>
          <a:ln>
            <a:noFill/>
          </a:ln>
        </p:spPr>
        <p:txBody>
          <a:bodyPr spcFirstLastPara="1" wrap="square" lIns="91425" tIns="45700" rIns="91425" bIns="45700" anchor="b" anchorCtr="0">
            <a:noAutofit/>
          </a:bodyPr>
          <a:lstStyle/>
          <a:p>
            <a:pPr marL="0" marR="0" lvl="0" indent="0" algn="ctr" rtl="0">
              <a:spcBef>
                <a:spcPts val="0"/>
              </a:spcBef>
              <a:spcAft>
                <a:spcPts val="0"/>
              </a:spcAft>
              <a:buNone/>
            </a:pPr>
            <a:fld id="{00000000-1234-1234-1234-123412341234}" type="slidenum">
              <a:rPr lang="de" sz="1000" b="0" i="0" u="none" strike="noStrike" cap="none">
                <a:solidFill>
                  <a:schemeClr val="dk1"/>
                </a:solidFill>
                <a:latin typeface="Arial"/>
                <a:ea typeface="Arial"/>
                <a:cs typeface="Arial"/>
                <a:sym typeface="Arial"/>
              </a:rPr>
              <a:t>3</a:t>
            </a:fld>
            <a:endParaRPr sz="10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Shape 207"/>
          <p:cNvSpPr>
            <a:spLocks noGrp="1" noRot="1" noChangeAspect="1"/>
          </p:cNvSpPr>
          <p:nvPr>
            <p:ph type="sldImg" idx="2"/>
          </p:nvPr>
        </p:nvSpPr>
        <p:spPr>
          <a:xfrm>
            <a:off x="798513" y="612775"/>
            <a:ext cx="5292725" cy="2976563"/>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8" name="Shape 208"/>
          <p:cNvSpPr txBox="1">
            <a:spLocks noGrp="1"/>
          </p:cNvSpPr>
          <p:nvPr>
            <p:ph type="body" idx="1"/>
          </p:nvPr>
        </p:nvSpPr>
        <p:spPr>
          <a:xfrm>
            <a:off x="549000" y="4211843"/>
            <a:ext cx="5760000" cy="4349354"/>
          </a:xfrm>
          <a:prstGeom prst="rect">
            <a:avLst/>
          </a:prstGeom>
          <a:noFill/>
          <a:ln>
            <a:noFill/>
          </a:ln>
        </p:spPr>
        <p:txBody>
          <a:bodyPr spcFirstLastPara="1" wrap="square" lIns="0" tIns="0" rIns="0" bIns="47625" anchor="t" anchorCtr="0">
            <a:noAutofit/>
          </a:bodyPr>
          <a:lstStyle/>
          <a:p>
            <a:pPr marL="0" marR="0" lvl="0" indent="0" algn="l" rtl="0">
              <a:spcBef>
                <a:spcPts val="0"/>
              </a:spcBef>
              <a:spcAft>
                <a:spcPts val="0"/>
              </a:spcAft>
              <a:buClr>
                <a:schemeClr val="dk1"/>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209" name="Shape 209"/>
          <p:cNvSpPr txBox="1">
            <a:spLocks noGrp="1"/>
          </p:cNvSpPr>
          <p:nvPr>
            <p:ph type="sldNum" idx="12"/>
          </p:nvPr>
        </p:nvSpPr>
        <p:spPr>
          <a:xfrm>
            <a:off x="2957512" y="8915402"/>
            <a:ext cx="942976" cy="205358"/>
          </a:xfrm>
          <a:prstGeom prst="rect">
            <a:avLst/>
          </a:prstGeom>
          <a:noFill/>
          <a:ln>
            <a:noFill/>
          </a:ln>
        </p:spPr>
        <p:txBody>
          <a:bodyPr spcFirstLastPara="1" wrap="square" lIns="91425" tIns="45700" rIns="91425" bIns="45700" anchor="b" anchorCtr="0">
            <a:noAutofit/>
          </a:bodyPr>
          <a:lstStyle/>
          <a:p>
            <a:pPr marL="0" marR="0" lvl="0" indent="0" algn="ctr" rtl="0">
              <a:spcBef>
                <a:spcPts val="0"/>
              </a:spcBef>
              <a:spcAft>
                <a:spcPts val="0"/>
              </a:spcAft>
              <a:buNone/>
            </a:pPr>
            <a:fld id="{00000000-1234-1234-1234-123412341234}" type="slidenum">
              <a:rPr lang="de" sz="1000" b="0" i="0" u="none" strike="noStrike" cap="none">
                <a:solidFill>
                  <a:schemeClr val="dk1"/>
                </a:solidFill>
                <a:latin typeface="Arial"/>
                <a:ea typeface="Arial"/>
                <a:cs typeface="Arial"/>
                <a:sym typeface="Arial"/>
              </a:rPr>
              <a:t>4</a:t>
            </a:fld>
            <a:endParaRPr sz="10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Shape 223"/>
          <p:cNvSpPr>
            <a:spLocks noGrp="1" noRot="1" noChangeAspect="1"/>
          </p:cNvSpPr>
          <p:nvPr>
            <p:ph type="sldImg" idx="2"/>
          </p:nvPr>
        </p:nvSpPr>
        <p:spPr>
          <a:xfrm>
            <a:off x="798513" y="612775"/>
            <a:ext cx="5292725" cy="2976563"/>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4" name="Shape 224"/>
          <p:cNvSpPr txBox="1">
            <a:spLocks noGrp="1"/>
          </p:cNvSpPr>
          <p:nvPr>
            <p:ph type="body" idx="1"/>
          </p:nvPr>
        </p:nvSpPr>
        <p:spPr>
          <a:xfrm>
            <a:off x="549000" y="4211843"/>
            <a:ext cx="5760000" cy="4349354"/>
          </a:xfrm>
          <a:prstGeom prst="rect">
            <a:avLst/>
          </a:prstGeom>
          <a:noFill/>
          <a:ln>
            <a:noFill/>
          </a:ln>
        </p:spPr>
        <p:txBody>
          <a:bodyPr spcFirstLastPara="1" wrap="square" lIns="0" tIns="0" rIns="0" bIns="47625" anchor="t" anchorCtr="0">
            <a:noAutofit/>
          </a:bodyPr>
          <a:lstStyle/>
          <a:p>
            <a:pPr marL="0" marR="0" lvl="0" indent="0" algn="l" rtl="0">
              <a:spcBef>
                <a:spcPts val="0"/>
              </a:spcBef>
              <a:spcAft>
                <a:spcPts val="0"/>
              </a:spcAft>
              <a:buClr>
                <a:schemeClr val="dk1"/>
              </a:buClr>
              <a:buSzPts val="1400"/>
              <a:buFont typeface="Arial"/>
              <a:buNone/>
            </a:pPr>
            <a:br>
              <a:rPr lang="de" sz="1400" b="0" i="0" u="none" strike="noStrike" cap="none">
                <a:solidFill>
                  <a:schemeClr val="dk1"/>
                </a:solidFill>
                <a:latin typeface="Arial"/>
                <a:ea typeface="Arial"/>
                <a:cs typeface="Arial"/>
                <a:sym typeface="Arial"/>
              </a:rPr>
            </a:br>
            <a:endParaRPr sz="1400" b="0" i="0" u="none" strike="noStrike" cap="none">
              <a:solidFill>
                <a:srgbClr val="000000"/>
              </a:solidFill>
              <a:latin typeface="Arial"/>
              <a:ea typeface="Arial"/>
              <a:cs typeface="Arial"/>
              <a:sym typeface="Arial"/>
            </a:endParaRPr>
          </a:p>
        </p:txBody>
      </p:sp>
      <p:sp>
        <p:nvSpPr>
          <p:cNvPr id="225" name="Shape 225"/>
          <p:cNvSpPr txBox="1">
            <a:spLocks noGrp="1"/>
          </p:cNvSpPr>
          <p:nvPr>
            <p:ph type="sldNum" idx="12"/>
          </p:nvPr>
        </p:nvSpPr>
        <p:spPr>
          <a:xfrm>
            <a:off x="2957512" y="8915402"/>
            <a:ext cx="942976" cy="205358"/>
          </a:xfrm>
          <a:prstGeom prst="rect">
            <a:avLst/>
          </a:prstGeom>
          <a:noFill/>
          <a:ln>
            <a:noFill/>
          </a:ln>
        </p:spPr>
        <p:txBody>
          <a:bodyPr spcFirstLastPara="1" wrap="square" lIns="91425" tIns="45700" rIns="91425" bIns="45700" anchor="b" anchorCtr="0">
            <a:noAutofit/>
          </a:bodyPr>
          <a:lstStyle/>
          <a:p>
            <a:pPr marL="0" marR="0" lvl="0" indent="0" algn="ctr" rtl="0">
              <a:spcBef>
                <a:spcPts val="0"/>
              </a:spcBef>
              <a:spcAft>
                <a:spcPts val="0"/>
              </a:spcAft>
              <a:buNone/>
            </a:pPr>
            <a:fld id="{00000000-1234-1234-1234-123412341234}" type="slidenum">
              <a:rPr lang="de" sz="1000" b="0" i="0" u="none" strike="noStrike" cap="none">
                <a:solidFill>
                  <a:schemeClr val="dk1"/>
                </a:solidFill>
                <a:latin typeface="Arial"/>
                <a:ea typeface="Arial"/>
                <a:cs typeface="Arial"/>
                <a:sym typeface="Arial"/>
              </a:rPr>
              <a:t>5</a:t>
            </a:fld>
            <a:endParaRPr sz="10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Shape 223"/>
          <p:cNvSpPr>
            <a:spLocks noGrp="1" noRot="1" noChangeAspect="1"/>
          </p:cNvSpPr>
          <p:nvPr>
            <p:ph type="sldImg" idx="2"/>
          </p:nvPr>
        </p:nvSpPr>
        <p:spPr>
          <a:xfrm>
            <a:off x="798513" y="612775"/>
            <a:ext cx="5292725" cy="2976563"/>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4" name="Shape 224"/>
          <p:cNvSpPr txBox="1">
            <a:spLocks noGrp="1"/>
          </p:cNvSpPr>
          <p:nvPr>
            <p:ph type="body" idx="1"/>
          </p:nvPr>
        </p:nvSpPr>
        <p:spPr>
          <a:xfrm>
            <a:off x="549000" y="4211843"/>
            <a:ext cx="5760000" cy="4349354"/>
          </a:xfrm>
          <a:prstGeom prst="rect">
            <a:avLst/>
          </a:prstGeom>
          <a:noFill/>
          <a:ln>
            <a:noFill/>
          </a:ln>
        </p:spPr>
        <p:txBody>
          <a:bodyPr spcFirstLastPara="1" wrap="square" lIns="0" tIns="0" rIns="0" bIns="47625" anchor="t" anchorCtr="0">
            <a:noAutofit/>
          </a:bodyPr>
          <a:lstStyle/>
          <a:p>
            <a:pPr marL="0" marR="0" lvl="0" indent="0" algn="l" rtl="0">
              <a:spcBef>
                <a:spcPts val="0"/>
              </a:spcBef>
              <a:spcAft>
                <a:spcPts val="0"/>
              </a:spcAft>
              <a:buClr>
                <a:schemeClr val="dk1"/>
              </a:buClr>
              <a:buSzPts val="1400"/>
              <a:buFont typeface="Arial"/>
              <a:buNone/>
            </a:pPr>
            <a:br>
              <a:rPr lang="de" sz="1400" b="0" i="0" u="none" strike="noStrike" cap="none" dirty="0">
                <a:solidFill>
                  <a:schemeClr val="dk1"/>
                </a:solidFill>
                <a:latin typeface="Arial"/>
                <a:ea typeface="Arial"/>
                <a:cs typeface="Arial"/>
                <a:sym typeface="Arial"/>
              </a:rPr>
            </a:br>
            <a:endParaRPr sz="1400" b="0" i="0" u="none" strike="noStrike" cap="none" dirty="0">
              <a:solidFill>
                <a:srgbClr val="000000"/>
              </a:solidFill>
              <a:latin typeface="Arial"/>
              <a:ea typeface="Arial"/>
              <a:cs typeface="Arial"/>
              <a:sym typeface="Arial"/>
            </a:endParaRPr>
          </a:p>
        </p:txBody>
      </p:sp>
      <p:sp>
        <p:nvSpPr>
          <p:cNvPr id="225" name="Shape 225"/>
          <p:cNvSpPr txBox="1">
            <a:spLocks noGrp="1"/>
          </p:cNvSpPr>
          <p:nvPr>
            <p:ph type="sldNum" idx="12"/>
          </p:nvPr>
        </p:nvSpPr>
        <p:spPr>
          <a:xfrm>
            <a:off x="2957512" y="8915402"/>
            <a:ext cx="942976" cy="205358"/>
          </a:xfrm>
          <a:prstGeom prst="rect">
            <a:avLst/>
          </a:prstGeom>
          <a:noFill/>
          <a:ln>
            <a:noFill/>
          </a:ln>
        </p:spPr>
        <p:txBody>
          <a:bodyPr spcFirstLastPara="1" wrap="square" lIns="91425" tIns="45700" rIns="91425" bIns="45700" anchor="b" anchorCtr="0">
            <a:noAutofit/>
          </a:bodyPr>
          <a:lstStyle/>
          <a:p>
            <a:pPr marL="0" marR="0" lvl="0" indent="0" algn="ctr" rtl="0">
              <a:spcBef>
                <a:spcPts val="0"/>
              </a:spcBef>
              <a:spcAft>
                <a:spcPts val="0"/>
              </a:spcAft>
              <a:buNone/>
            </a:pPr>
            <a:fld id="{00000000-1234-1234-1234-123412341234}" type="slidenum">
              <a:rPr lang="de" sz="1000" b="0" i="0" u="none" strike="noStrike" cap="none">
                <a:solidFill>
                  <a:schemeClr val="dk1"/>
                </a:solidFill>
                <a:latin typeface="Arial"/>
                <a:ea typeface="Arial"/>
                <a:cs typeface="Arial"/>
                <a:sym typeface="Arial"/>
              </a:rPr>
              <a:t>6</a:t>
            </a:fld>
            <a:endParaRPr sz="10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3099043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Shape 223"/>
          <p:cNvSpPr>
            <a:spLocks noGrp="1" noRot="1" noChangeAspect="1"/>
          </p:cNvSpPr>
          <p:nvPr>
            <p:ph type="sldImg" idx="2"/>
          </p:nvPr>
        </p:nvSpPr>
        <p:spPr>
          <a:xfrm>
            <a:off x="798513" y="612775"/>
            <a:ext cx="5292725" cy="2976563"/>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4" name="Shape 224"/>
          <p:cNvSpPr txBox="1">
            <a:spLocks noGrp="1"/>
          </p:cNvSpPr>
          <p:nvPr>
            <p:ph type="body" idx="1"/>
          </p:nvPr>
        </p:nvSpPr>
        <p:spPr>
          <a:xfrm>
            <a:off x="549000" y="4211843"/>
            <a:ext cx="5760000" cy="4349354"/>
          </a:xfrm>
          <a:prstGeom prst="rect">
            <a:avLst/>
          </a:prstGeom>
          <a:noFill/>
          <a:ln>
            <a:noFill/>
          </a:ln>
        </p:spPr>
        <p:txBody>
          <a:bodyPr spcFirstLastPara="1" wrap="square" lIns="0" tIns="0" rIns="0" bIns="47625" anchor="t" anchorCtr="0">
            <a:noAutofit/>
          </a:bodyPr>
          <a:lstStyle/>
          <a:p>
            <a:pPr marL="0" marR="0" lvl="0" indent="0" algn="l" rtl="0">
              <a:spcBef>
                <a:spcPts val="0"/>
              </a:spcBef>
              <a:spcAft>
                <a:spcPts val="0"/>
              </a:spcAft>
              <a:buClr>
                <a:schemeClr val="dk1"/>
              </a:buClr>
              <a:buSzPts val="1400"/>
              <a:buFont typeface="Arial"/>
              <a:buNone/>
            </a:pPr>
            <a:br>
              <a:rPr lang="de" sz="1400" b="0" i="0" u="none" strike="noStrike" cap="none" dirty="0">
                <a:solidFill>
                  <a:schemeClr val="dk1"/>
                </a:solidFill>
                <a:latin typeface="Arial"/>
                <a:ea typeface="Arial"/>
                <a:cs typeface="Arial"/>
                <a:sym typeface="Arial"/>
              </a:rPr>
            </a:br>
            <a:endParaRPr sz="1400" b="0" i="0" u="none" strike="noStrike" cap="none" dirty="0">
              <a:solidFill>
                <a:srgbClr val="000000"/>
              </a:solidFill>
              <a:latin typeface="Arial"/>
              <a:ea typeface="Arial"/>
              <a:cs typeface="Arial"/>
              <a:sym typeface="Arial"/>
            </a:endParaRPr>
          </a:p>
        </p:txBody>
      </p:sp>
      <p:sp>
        <p:nvSpPr>
          <p:cNvPr id="225" name="Shape 225"/>
          <p:cNvSpPr txBox="1">
            <a:spLocks noGrp="1"/>
          </p:cNvSpPr>
          <p:nvPr>
            <p:ph type="sldNum" idx="12"/>
          </p:nvPr>
        </p:nvSpPr>
        <p:spPr>
          <a:xfrm>
            <a:off x="2957512" y="8915402"/>
            <a:ext cx="942976" cy="205358"/>
          </a:xfrm>
          <a:prstGeom prst="rect">
            <a:avLst/>
          </a:prstGeom>
          <a:noFill/>
          <a:ln>
            <a:noFill/>
          </a:ln>
        </p:spPr>
        <p:txBody>
          <a:bodyPr spcFirstLastPara="1" wrap="square" lIns="91425" tIns="45700" rIns="91425" bIns="45700" anchor="b" anchorCtr="0">
            <a:noAutofit/>
          </a:bodyPr>
          <a:lstStyle/>
          <a:p>
            <a:pPr marL="0" marR="0" lvl="0" indent="0" algn="ctr" rtl="0">
              <a:spcBef>
                <a:spcPts val="0"/>
              </a:spcBef>
              <a:spcAft>
                <a:spcPts val="0"/>
              </a:spcAft>
              <a:buNone/>
            </a:pPr>
            <a:fld id="{00000000-1234-1234-1234-123412341234}" type="slidenum">
              <a:rPr lang="de" sz="1000" b="0" i="0" u="none" strike="noStrike" cap="none">
                <a:solidFill>
                  <a:schemeClr val="dk1"/>
                </a:solidFill>
                <a:latin typeface="Arial"/>
                <a:ea typeface="Arial"/>
                <a:cs typeface="Arial"/>
                <a:sym typeface="Arial"/>
              </a:rPr>
              <a:t>7</a:t>
            </a:fld>
            <a:endParaRPr sz="10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0095098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Shape 223"/>
          <p:cNvSpPr>
            <a:spLocks noGrp="1" noRot="1" noChangeAspect="1"/>
          </p:cNvSpPr>
          <p:nvPr>
            <p:ph type="sldImg" idx="2"/>
          </p:nvPr>
        </p:nvSpPr>
        <p:spPr>
          <a:xfrm>
            <a:off x="798513" y="612775"/>
            <a:ext cx="5292725" cy="2976563"/>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4" name="Shape 224"/>
          <p:cNvSpPr txBox="1">
            <a:spLocks noGrp="1"/>
          </p:cNvSpPr>
          <p:nvPr>
            <p:ph type="body" idx="1"/>
          </p:nvPr>
        </p:nvSpPr>
        <p:spPr>
          <a:xfrm>
            <a:off x="549000" y="4211843"/>
            <a:ext cx="5760000" cy="4349354"/>
          </a:xfrm>
          <a:prstGeom prst="rect">
            <a:avLst/>
          </a:prstGeom>
          <a:noFill/>
          <a:ln>
            <a:noFill/>
          </a:ln>
        </p:spPr>
        <p:txBody>
          <a:bodyPr spcFirstLastPara="1" wrap="square" lIns="0" tIns="0" rIns="0" bIns="47625" anchor="t" anchorCtr="0">
            <a:noAutofit/>
          </a:bodyPr>
          <a:lstStyle/>
          <a:p>
            <a:pPr marL="0" marR="0" lvl="0" indent="0" algn="l" rtl="0">
              <a:spcBef>
                <a:spcPts val="0"/>
              </a:spcBef>
              <a:spcAft>
                <a:spcPts val="0"/>
              </a:spcAft>
              <a:buClr>
                <a:schemeClr val="dk1"/>
              </a:buClr>
              <a:buSzPts val="1400"/>
              <a:buFont typeface="Arial"/>
              <a:buNone/>
            </a:pPr>
            <a:br>
              <a:rPr lang="de" sz="1400" b="0" i="0" u="none" strike="noStrike" cap="none" dirty="0">
                <a:solidFill>
                  <a:schemeClr val="dk1"/>
                </a:solidFill>
                <a:latin typeface="Arial"/>
                <a:ea typeface="Arial"/>
                <a:cs typeface="Arial"/>
                <a:sym typeface="Arial"/>
              </a:rPr>
            </a:br>
            <a:endParaRPr sz="1400" b="0" i="0" u="none" strike="noStrike" cap="none" dirty="0">
              <a:solidFill>
                <a:srgbClr val="000000"/>
              </a:solidFill>
              <a:latin typeface="Arial"/>
              <a:ea typeface="Arial"/>
              <a:cs typeface="Arial"/>
              <a:sym typeface="Arial"/>
            </a:endParaRPr>
          </a:p>
        </p:txBody>
      </p:sp>
      <p:sp>
        <p:nvSpPr>
          <p:cNvPr id="225" name="Shape 225"/>
          <p:cNvSpPr txBox="1">
            <a:spLocks noGrp="1"/>
          </p:cNvSpPr>
          <p:nvPr>
            <p:ph type="sldNum" idx="12"/>
          </p:nvPr>
        </p:nvSpPr>
        <p:spPr>
          <a:xfrm>
            <a:off x="2957512" y="8915402"/>
            <a:ext cx="942976" cy="205358"/>
          </a:xfrm>
          <a:prstGeom prst="rect">
            <a:avLst/>
          </a:prstGeom>
          <a:noFill/>
          <a:ln>
            <a:noFill/>
          </a:ln>
        </p:spPr>
        <p:txBody>
          <a:bodyPr spcFirstLastPara="1" wrap="square" lIns="91425" tIns="45700" rIns="91425" bIns="45700" anchor="b" anchorCtr="0">
            <a:noAutofit/>
          </a:bodyPr>
          <a:lstStyle/>
          <a:p>
            <a:pPr marL="0" marR="0" lvl="0" indent="0" algn="ctr" rtl="0">
              <a:spcBef>
                <a:spcPts val="0"/>
              </a:spcBef>
              <a:spcAft>
                <a:spcPts val="0"/>
              </a:spcAft>
              <a:buNone/>
            </a:pPr>
            <a:fld id="{00000000-1234-1234-1234-123412341234}" type="slidenum">
              <a:rPr lang="de" sz="1000" b="0" i="0" u="none" strike="noStrike" cap="none">
                <a:solidFill>
                  <a:schemeClr val="dk1"/>
                </a:solidFill>
                <a:latin typeface="Arial"/>
                <a:ea typeface="Arial"/>
                <a:cs typeface="Arial"/>
                <a:sym typeface="Arial"/>
              </a:rPr>
              <a:t>8</a:t>
            </a:fld>
            <a:endParaRPr sz="10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634142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Shape 223"/>
          <p:cNvSpPr>
            <a:spLocks noGrp="1" noRot="1" noChangeAspect="1"/>
          </p:cNvSpPr>
          <p:nvPr>
            <p:ph type="sldImg" idx="2"/>
          </p:nvPr>
        </p:nvSpPr>
        <p:spPr>
          <a:xfrm>
            <a:off x="798513" y="612775"/>
            <a:ext cx="5292725" cy="2976563"/>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4" name="Shape 224"/>
          <p:cNvSpPr txBox="1">
            <a:spLocks noGrp="1"/>
          </p:cNvSpPr>
          <p:nvPr>
            <p:ph type="body" idx="1"/>
          </p:nvPr>
        </p:nvSpPr>
        <p:spPr>
          <a:xfrm>
            <a:off x="549000" y="4211843"/>
            <a:ext cx="5760000" cy="4349354"/>
          </a:xfrm>
          <a:prstGeom prst="rect">
            <a:avLst/>
          </a:prstGeom>
          <a:noFill/>
          <a:ln>
            <a:noFill/>
          </a:ln>
        </p:spPr>
        <p:txBody>
          <a:bodyPr spcFirstLastPara="1" wrap="square" lIns="0" tIns="0" rIns="0" bIns="47625" anchor="t" anchorCtr="0">
            <a:noAutofit/>
          </a:bodyPr>
          <a:lstStyle/>
          <a:p>
            <a:pPr marL="0" marR="0" lvl="0" indent="0" algn="l" rtl="0">
              <a:spcBef>
                <a:spcPts val="0"/>
              </a:spcBef>
              <a:spcAft>
                <a:spcPts val="0"/>
              </a:spcAft>
              <a:buClr>
                <a:schemeClr val="dk1"/>
              </a:buClr>
              <a:buSzPts val="1400"/>
              <a:buFont typeface="Arial"/>
              <a:buNone/>
            </a:pPr>
            <a:br>
              <a:rPr lang="de" sz="1400" b="0" i="0" u="none" strike="noStrike" cap="none">
                <a:solidFill>
                  <a:schemeClr val="dk1"/>
                </a:solidFill>
                <a:latin typeface="Arial"/>
                <a:ea typeface="Arial"/>
                <a:cs typeface="Arial"/>
                <a:sym typeface="Arial"/>
              </a:rPr>
            </a:br>
            <a:endParaRPr sz="1400" b="0" i="0" u="none" strike="noStrike" cap="none">
              <a:solidFill>
                <a:srgbClr val="000000"/>
              </a:solidFill>
              <a:latin typeface="Arial"/>
              <a:ea typeface="Arial"/>
              <a:cs typeface="Arial"/>
              <a:sym typeface="Arial"/>
            </a:endParaRPr>
          </a:p>
        </p:txBody>
      </p:sp>
      <p:sp>
        <p:nvSpPr>
          <p:cNvPr id="225" name="Shape 225"/>
          <p:cNvSpPr txBox="1">
            <a:spLocks noGrp="1"/>
          </p:cNvSpPr>
          <p:nvPr>
            <p:ph type="sldNum" idx="12"/>
          </p:nvPr>
        </p:nvSpPr>
        <p:spPr>
          <a:xfrm>
            <a:off x="2957512" y="8915402"/>
            <a:ext cx="942976" cy="205358"/>
          </a:xfrm>
          <a:prstGeom prst="rect">
            <a:avLst/>
          </a:prstGeom>
          <a:noFill/>
          <a:ln>
            <a:noFill/>
          </a:ln>
        </p:spPr>
        <p:txBody>
          <a:bodyPr spcFirstLastPara="1" wrap="square" lIns="91425" tIns="45700" rIns="91425" bIns="45700" anchor="b" anchorCtr="0">
            <a:noAutofit/>
          </a:bodyPr>
          <a:lstStyle/>
          <a:p>
            <a:pPr marL="0" marR="0" lvl="0" indent="0" algn="ctr" rtl="0">
              <a:spcBef>
                <a:spcPts val="0"/>
              </a:spcBef>
              <a:spcAft>
                <a:spcPts val="0"/>
              </a:spcAft>
              <a:buNone/>
            </a:pPr>
            <a:fld id="{00000000-1234-1234-1234-123412341234}" type="slidenum">
              <a:rPr lang="de" sz="1000" b="0" i="0" u="none" strike="noStrike" cap="none">
                <a:solidFill>
                  <a:schemeClr val="dk1"/>
                </a:solidFill>
                <a:latin typeface="Arial"/>
                <a:ea typeface="Arial"/>
                <a:cs typeface="Arial"/>
                <a:sym typeface="Arial"/>
              </a:rPr>
              <a:t>9</a:t>
            </a:fld>
            <a:endParaRPr sz="10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7427966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Shape 223"/>
          <p:cNvSpPr>
            <a:spLocks noGrp="1" noRot="1" noChangeAspect="1"/>
          </p:cNvSpPr>
          <p:nvPr>
            <p:ph type="sldImg" idx="2"/>
          </p:nvPr>
        </p:nvSpPr>
        <p:spPr>
          <a:xfrm>
            <a:off x="798513" y="612775"/>
            <a:ext cx="5292725" cy="2976563"/>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4" name="Shape 224"/>
          <p:cNvSpPr txBox="1">
            <a:spLocks noGrp="1"/>
          </p:cNvSpPr>
          <p:nvPr>
            <p:ph type="body" idx="1"/>
          </p:nvPr>
        </p:nvSpPr>
        <p:spPr>
          <a:xfrm>
            <a:off x="549000" y="4211843"/>
            <a:ext cx="5760000" cy="4349354"/>
          </a:xfrm>
          <a:prstGeom prst="rect">
            <a:avLst/>
          </a:prstGeom>
          <a:noFill/>
          <a:ln>
            <a:noFill/>
          </a:ln>
        </p:spPr>
        <p:txBody>
          <a:bodyPr spcFirstLastPara="1" wrap="square" lIns="0" tIns="0" rIns="0" bIns="47625" anchor="t" anchorCtr="0">
            <a:noAutofit/>
          </a:bodyPr>
          <a:lstStyle/>
          <a:p>
            <a:pPr marL="0" marR="0" lvl="0" indent="0" algn="l" rtl="0">
              <a:spcBef>
                <a:spcPts val="0"/>
              </a:spcBef>
              <a:spcAft>
                <a:spcPts val="0"/>
              </a:spcAft>
              <a:buClr>
                <a:schemeClr val="dk1"/>
              </a:buClr>
              <a:buSzPts val="1400"/>
              <a:buFont typeface="Arial"/>
              <a:buNone/>
            </a:pPr>
            <a:br>
              <a:rPr lang="de" sz="1400" b="0" i="0" u="none" strike="noStrike" cap="none">
                <a:solidFill>
                  <a:schemeClr val="dk1"/>
                </a:solidFill>
                <a:latin typeface="Arial"/>
                <a:ea typeface="Arial"/>
                <a:cs typeface="Arial"/>
                <a:sym typeface="Arial"/>
              </a:rPr>
            </a:br>
            <a:endParaRPr sz="1400" b="0" i="0" u="none" strike="noStrike" cap="none">
              <a:solidFill>
                <a:srgbClr val="000000"/>
              </a:solidFill>
              <a:latin typeface="Arial"/>
              <a:ea typeface="Arial"/>
              <a:cs typeface="Arial"/>
              <a:sym typeface="Arial"/>
            </a:endParaRPr>
          </a:p>
        </p:txBody>
      </p:sp>
      <p:sp>
        <p:nvSpPr>
          <p:cNvPr id="225" name="Shape 225"/>
          <p:cNvSpPr txBox="1">
            <a:spLocks noGrp="1"/>
          </p:cNvSpPr>
          <p:nvPr>
            <p:ph type="sldNum" idx="12"/>
          </p:nvPr>
        </p:nvSpPr>
        <p:spPr>
          <a:xfrm>
            <a:off x="2957512" y="8915402"/>
            <a:ext cx="942976" cy="205358"/>
          </a:xfrm>
          <a:prstGeom prst="rect">
            <a:avLst/>
          </a:prstGeom>
          <a:noFill/>
          <a:ln>
            <a:noFill/>
          </a:ln>
        </p:spPr>
        <p:txBody>
          <a:bodyPr spcFirstLastPara="1" wrap="square" lIns="91425" tIns="45700" rIns="91425" bIns="45700" anchor="b" anchorCtr="0">
            <a:noAutofit/>
          </a:bodyPr>
          <a:lstStyle/>
          <a:p>
            <a:pPr marL="0" marR="0" lvl="0" indent="0" algn="ctr" rtl="0">
              <a:spcBef>
                <a:spcPts val="0"/>
              </a:spcBef>
              <a:spcAft>
                <a:spcPts val="0"/>
              </a:spcAft>
              <a:buNone/>
            </a:pPr>
            <a:fld id="{00000000-1234-1234-1234-123412341234}" type="slidenum">
              <a:rPr lang="de" sz="1000" b="0" i="0" u="none" strike="noStrike" cap="none">
                <a:solidFill>
                  <a:schemeClr val="dk1"/>
                </a:solidFill>
                <a:latin typeface="Arial"/>
                <a:ea typeface="Arial"/>
                <a:cs typeface="Arial"/>
                <a:sym typeface="Arial"/>
              </a:rPr>
              <a:t>10</a:t>
            </a:fld>
            <a:endParaRPr sz="10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3339685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Shape 223"/>
          <p:cNvSpPr>
            <a:spLocks noGrp="1" noRot="1" noChangeAspect="1"/>
          </p:cNvSpPr>
          <p:nvPr>
            <p:ph type="sldImg" idx="2"/>
          </p:nvPr>
        </p:nvSpPr>
        <p:spPr>
          <a:xfrm>
            <a:off x="798513" y="612775"/>
            <a:ext cx="5292725" cy="2976563"/>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4" name="Shape 224"/>
          <p:cNvSpPr txBox="1">
            <a:spLocks noGrp="1"/>
          </p:cNvSpPr>
          <p:nvPr>
            <p:ph type="body" idx="1"/>
          </p:nvPr>
        </p:nvSpPr>
        <p:spPr>
          <a:xfrm>
            <a:off x="549000" y="4211843"/>
            <a:ext cx="5760000" cy="4349354"/>
          </a:xfrm>
          <a:prstGeom prst="rect">
            <a:avLst/>
          </a:prstGeom>
          <a:noFill/>
          <a:ln>
            <a:noFill/>
          </a:ln>
        </p:spPr>
        <p:txBody>
          <a:bodyPr spcFirstLastPara="1" wrap="square" lIns="0" tIns="0" rIns="0" bIns="47625" anchor="t" anchorCtr="0">
            <a:noAutofit/>
          </a:bodyPr>
          <a:lstStyle/>
          <a:p>
            <a:pPr marL="0" marR="0" lvl="0" indent="0" algn="l" rtl="0">
              <a:spcBef>
                <a:spcPts val="0"/>
              </a:spcBef>
              <a:spcAft>
                <a:spcPts val="0"/>
              </a:spcAft>
              <a:buClr>
                <a:schemeClr val="dk1"/>
              </a:buClr>
              <a:buSzPts val="1400"/>
              <a:buFont typeface="Arial"/>
              <a:buNone/>
            </a:pPr>
            <a:br>
              <a:rPr lang="de" sz="1400" b="0" i="0" u="none" strike="noStrike" cap="none">
                <a:solidFill>
                  <a:schemeClr val="dk1"/>
                </a:solidFill>
                <a:latin typeface="Arial"/>
                <a:ea typeface="Arial"/>
                <a:cs typeface="Arial"/>
                <a:sym typeface="Arial"/>
              </a:rPr>
            </a:br>
            <a:endParaRPr sz="1400" b="0" i="0" u="none" strike="noStrike" cap="none">
              <a:solidFill>
                <a:srgbClr val="000000"/>
              </a:solidFill>
              <a:latin typeface="Arial"/>
              <a:ea typeface="Arial"/>
              <a:cs typeface="Arial"/>
              <a:sym typeface="Arial"/>
            </a:endParaRPr>
          </a:p>
        </p:txBody>
      </p:sp>
      <p:sp>
        <p:nvSpPr>
          <p:cNvPr id="225" name="Shape 225"/>
          <p:cNvSpPr txBox="1">
            <a:spLocks noGrp="1"/>
          </p:cNvSpPr>
          <p:nvPr>
            <p:ph type="sldNum" idx="12"/>
          </p:nvPr>
        </p:nvSpPr>
        <p:spPr>
          <a:xfrm>
            <a:off x="2957512" y="8915402"/>
            <a:ext cx="942976" cy="205358"/>
          </a:xfrm>
          <a:prstGeom prst="rect">
            <a:avLst/>
          </a:prstGeom>
          <a:noFill/>
          <a:ln>
            <a:noFill/>
          </a:ln>
        </p:spPr>
        <p:txBody>
          <a:bodyPr spcFirstLastPara="1" wrap="square" lIns="91425" tIns="45700" rIns="91425" bIns="45700" anchor="b" anchorCtr="0">
            <a:noAutofit/>
          </a:bodyPr>
          <a:lstStyle/>
          <a:p>
            <a:pPr marL="0" marR="0" lvl="0" indent="0" algn="ctr" rtl="0">
              <a:spcBef>
                <a:spcPts val="0"/>
              </a:spcBef>
              <a:spcAft>
                <a:spcPts val="0"/>
              </a:spcAft>
              <a:buNone/>
            </a:pPr>
            <a:fld id="{00000000-1234-1234-1234-123412341234}" type="slidenum">
              <a:rPr lang="de" sz="1000" b="0" i="0" u="none" strike="noStrike" cap="none">
                <a:solidFill>
                  <a:schemeClr val="dk1"/>
                </a:solidFill>
                <a:latin typeface="Arial"/>
                <a:ea typeface="Arial"/>
                <a:cs typeface="Arial"/>
                <a:sym typeface="Arial"/>
              </a:rPr>
              <a:t>11</a:t>
            </a:fld>
            <a:endParaRPr sz="10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9610315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Shape 312"/>
          <p:cNvSpPr>
            <a:spLocks noGrp="1" noRot="1" noChangeAspect="1"/>
          </p:cNvSpPr>
          <p:nvPr>
            <p:ph type="sldImg" idx="2"/>
          </p:nvPr>
        </p:nvSpPr>
        <p:spPr>
          <a:xfrm>
            <a:off x="798513" y="612775"/>
            <a:ext cx="5292725" cy="2976563"/>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3" name="Shape 313"/>
          <p:cNvSpPr txBox="1">
            <a:spLocks noGrp="1"/>
          </p:cNvSpPr>
          <p:nvPr>
            <p:ph type="body" idx="1"/>
          </p:nvPr>
        </p:nvSpPr>
        <p:spPr>
          <a:xfrm>
            <a:off x="549000" y="4211843"/>
            <a:ext cx="5760000" cy="4349400"/>
          </a:xfrm>
          <a:prstGeom prst="rect">
            <a:avLst/>
          </a:prstGeom>
          <a:noFill/>
          <a:ln>
            <a:noFill/>
          </a:ln>
        </p:spPr>
        <p:txBody>
          <a:bodyPr spcFirstLastPara="1" wrap="square" lIns="0" tIns="0" rIns="0" bIns="47625" anchor="t" anchorCtr="0">
            <a:noAutofit/>
          </a:bodyPr>
          <a:lstStyle/>
          <a:p>
            <a:pPr marL="0" marR="0" lvl="0" indent="0" algn="l" rtl="0">
              <a:spcBef>
                <a:spcPts val="0"/>
              </a:spcBef>
              <a:spcAft>
                <a:spcPts val="0"/>
              </a:spcAft>
              <a:buClr>
                <a:schemeClr val="dk1"/>
              </a:buClr>
              <a:buSzPts val="1400"/>
              <a:buFont typeface="Arial"/>
              <a:buNone/>
            </a:pPr>
            <a:br>
              <a:rPr lang="de" sz="1400" b="0" i="0" u="none" strike="noStrike" cap="none">
                <a:solidFill>
                  <a:schemeClr val="dk1"/>
                </a:solidFill>
                <a:latin typeface="Arial"/>
                <a:ea typeface="Arial"/>
                <a:cs typeface="Arial"/>
                <a:sym typeface="Arial"/>
              </a:rPr>
            </a:br>
            <a:endParaRPr sz="1400" b="0" i="0" u="none" strike="noStrike" cap="none">
              <a:solidFill>
                <a:srgbClr val="000000"/>
              </a:solidFill>
              <a:latin typeface="Arial"/>
              <a:ea typeface="Arial"/>
              <a:cs typeface="Arial"/>
              <a:sym typeface="Arial"/>
            </a:endParaRPr>
          </a:p>
        </p:txBody>
      </p:sp>
      <p:sp>
        <p:nvSpPr>
          <p:cNvPr id="314" name="Shape 314"/>
          <p:cNvSpPr txBox="1">
            <a:spLocks noGrp="1"/>
          </p:cNvSpPr>
          <p:nvPr>
            <p:ph type="sldNum" idx="12"/>
          </p:nvPr>
        </p:nvSpPr>
        <p:spPr>
          <a:xfrm>
            <a:off x="2957512" y="8915402"/>
            <a:ext cx="942900" cy="205500"/>
          </a:xfrm>
          <a:prstGeom prst="rect">
            <a:avLst/>
          </a:prstGeom>
          <a:noFill/>
          <a:ln>
            <a:noFill/>
          </a:ln>
        </p:spPr>
        <p:txBody>
          <a:bodyPr spcFirstLastPara="1" wrap="square" lIns="91425" tIns="45700" rIns="91425" bIns="45700" anchor="b" anchorCtr="0">
            <a:noAutofit/>
          </a:bodyPr>
          <a:lstStyle/>
          <a:p>
            <a:pPr marL="0" marR="0" lvl="0" indent="0" algn="ctr" rtl="0">
              <a:spcBef>
                <a:spcPts val="0"/>
              </a:spcBef>
              <a:spcAft>
                <a:spcPts val="0"/>
              </a:spcAft>
              <a:buNone/>
            </a:pPr>
            <a:fld id="{00000000-1234-1234-1234-123412341234}" type="slidenum">
              <a:rPr lang="de" sz="1000" b="0" i="0" u="none" strike="noStrike" cap="none">
                <a:solidFill>
                  <a:schemeClr val="dk1"/>
                </a:solidFill>
                <a:latin typeface="Arial"/>
                <a:ea typeface="Arial"/>
                <a:cs typeface="Arial"/>
                <a:sym typeface="Arial"/>
              </a:rPr>
              <a:t>12</a:t>
            </a:fld>
            <a:endParaRPr sz="10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Shape 223"/>
          <p:cNvSpPr>
            <a:spLocks noGrp="1" noRot="1" noChangeAspect="1"/>
          </p:cNvSpPr>
          <p:nvPr>
            <p:ph type="sldImg" idx="2"/>
          </p:nvPr>
        </p:nvSpPr>
        <p:spPr>
          <a:xfrm>
            <a:off x="798513" y="612775"/>
            <a:ext cx="5292725" cy="2976563"/>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4" name="Shape 224"/>
          <p:cNvSpPr txBox="1">
            <a:spLocks noGrp="1"/>
          </p:cNvSpPr>
          <p:nvPr>
            <p:ph type="body" idx="1"/>
          </p:nvPr>
        </p:nvSpPr>
        <p:spPr>
          <a:xfrm>
            <a:off x="549000" y="4211843"/>
            <a:ext cx="5760000" cy="4349354"/>
          </a:xfrm>
          <a:prstGeom prst="rect">
            <a:avLst/>
          </a:prstGeom>
          <a:noFill/>
          <a:ln>
            <a:noFill/>
          </a:ln>
        </p:spPr>
        <p:txBody>
          <a:bodyPr spcFirstLastPara="1" wrap="square" lIns="0" tIns="0" rIns="0" bIns="47625" anchor="t" anchorCtr="0">
            <a:noAutofit/>
          </a:bodyPr>
          <a:lstStyle/>
          <a:p>
            <a:pPr marL="0" marR="0" lvl="0" indent="0" algn="l" rtl="0">
              <a:spcBef>
                <a:spcPts val="0"/>
              </a:spcBef>
              <a:spcAft>
                <a:spcPts val="0"/>
              </a:spcAft>
              <a:buClr>
                <a:schemeClr val="dk1"/>
              </a:buClr>
              <a:buSzPts val="1400"/>
              <a:buFont typeface="Arial"/>
              <a:buNone/>
            </a:pPr>
            <a:br>
              <a:rPr lang="de" sz="1400" b="0" i="0" u="none" strike="noStrike" cap="none">
                <a:solidFill>
                  <a:schemeClr val="dk1"/>
                </a:solidFill>
                <a:latin typeface="Arial"/>
                <a:ea typeface="Arial"/>
                <a:cs typeface="Arial"/>
                <a:sym typeface="Arial"/>
              </a:rPr>
            </a:br>
            <a:endParaRPr sz="1400" b="0" i="0" u="none" strike="noStrike" cap="none">
              <a:solidFill>
                <a:srgbClr val="000000"/>
              </a:solidFill>
              <a:latin typeface="Arial"/>
              <a:ea typeface="Arial"/>
              <a:cs typeface="Arial"/>
              <a:sym typeface="Arial"/>
            </a:endParaRPr>
          </a:p>
        </p:txBody>
      </p:sp>
      <p:sp>
        <p:nvSpPr>
          <p:cNvPr id="225" name="Shape 225"/>
          <p:cNvSpPr txBox="1">
            <a:spLocks noGrp="1"/>
          </p:cNvSpPr>
          <p:nvPr>
            <p:ph type="sldNum" idx="12"/>
          </p:nvPr>
        </p:nvSpPr>
        <p:spPr>
          <a:xfrm>
            <a:off x="2957512" y="8915402"/>
            <a:ext cx="942976" cy="205358"/>
          </a:xfrm>
          <a:prstGeom prst="rect">
            <a:avLst/>
          </a:prstGeom>
          <a:noFill/>
          <a:ln>
            <a:noFill/>
          </a:ln>
        </p:spPr>
        <p:txBody>
          <a:bodyPr spcFirstLastPara="1" wrap="square" lIns="91425" tIns="45700" rIns="91425" bIns="45700" anchor="b" anchorCtr="0">
            <a:noAutofit/>
          </a:bodyPr>
          <a:lstStyle/>
          <a:p>
            <a:pPr marL="0" marR="0" lvl="0" indent="0" algn="ctr" rtl="0">
              <a:spcBef>
                <a:spcPts val="0"/>
              </a:spcBef>
              <a:spcAft>
                <a:spcPts val="0"/>
              </a:spcAft>
              <a:buNone/>
            </a:pPr>
            <a:fld id="{00000000-1234-1234-1234-123412341234}" type="slidenum">
              <a:rPr lang="de" sz="1000" b="0" i="0" u="none" strike="noStrike" cap="none">
                <a:solidFill>
                  <a:schemeClr val="dk1"/>
                </a:solidFill>
                <a:latin typeface="Arial"/>
                <a:ea typeface="Arial"/>
                <a:cs typeface="Arial"/>
                <a:sym typeface="Arial"/>
              </a:rPr>
              <a:t>13</a:t>
            </a:fld>
            <a:endParaRPr sz="10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2997964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Shape 223"/>
          <p:cNvSpPr>
            <a:spLocks noGrp="1" noRot="1" noChangeAspect="1"/>
          </p:cNvSpPr>
          <p:nvPr>
            <p:ph type="sldImg" idx="2"/>
          </p:nvPr>
        </p:nvSpPr>
        <p:spPr>
          <a:xfrm>
            <a:off x="798513" y="612775"/>
            <a:ext cx="5292725" cy="2976563"/>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4" name="Shape 224"/>
          <p:cNvSpPr txBox="1">
            <a:spLocks noGrp="1"/>
          </p:cNvSpPr>
          <p:nvPr>
            <p:ph type="body" idx="1"/>
          </p:nvPr>
        </p:nvSpPr>
        <p:spPr>
          <a:xfrm>
            <a:off x="549000" y="4211843"/>
            <a:ext cx="5760000" cy="4349354"/>
          </a:xfrm>
          <a:prstGeom prst="rect">
            <a:avLst/>
          </a:prstGeom>
          <a:noFill/>
          <a:ln>
            <a:noFill/>
          </a:ln>
        </p:spPr>
        <p:txBody>
          <a:bodyPr spcFirstLastPara="1" wrap="square" lIns="0" tIns="0" rIns="0" bIns="47625" anchor="t" anchorCtr="0">
            <a:noAutofit/>
          </a:bodyPr>
          <a:lstStyle/>
          <a:p>
            <a:pPr marL="0" marR="0" lvl="0" indent="0" algn="l" rtl="0">
              <a:spcBef>
                <a:spcPts val="0"/>
              </a:spcBef>
              <a:spcAft>
                <a:spcPts val="0"/>
              </a:spcAft>
              <a:buClr>
                <a:schemeClr val="dk1"/>
              </a:buClr>
              <a:buSzPts val="1400"/>
              <a:buFont typeface="Arial"/>
              <a:buNone/>
            </a:pPr>
            <a:br>
              <a:rPr lang="de" sz="1400" b="0" i="0" u="none" strike="noStrike" cap="none">
                <a:solidFill>
                  <a:schemeClr val="dk1"/>
                </a:solidFill>
                <a:latin typeface="Arial"/>
                <a:ea typeface="Arial"/>
                <a:cs typeface="Arial"/>
                <a:sym typeface="Arial"/>
              </a:rPr>
            </a:br>
            <a:endParaRPr sz="1400" b="0" i="0" u="none" strike="noStrike" cap="none">
              <a:solidFill>
                <a:srgbClr val="000000"/>
              </a:solidFill>
              <a:latin typeface="Arial"/>
              <a:ea typeface="Arial"/>
              <a:cs typeface="Arial"/>
              <a:sym typeface="Arial"/>
            </a:endParaRPr>
          </a:p>
        </p:txBody>
      </p:sp>
      <p:sp>
        <p:nvSpPr>
          <p:cNvPr id="225" name="Shape 225"/>
          <p:cNvSpPr txBox="1">
            <a:spLocks noGrp="1"/>
          </p:cNvSpPr>
          <p:nvPr>
            <p:ph type="sldNum" idx="12"/>
          </p:nvPr>
        </p:nvSpPr>
        <p:spPr>
          <a:xfrm>
            <a:off x="2957512" y="8915402"/>
            <a:ext cx="942976" cy="205358"/>
          </a:xfrm>
          <a:prstGeom prst="rect">
            <a:avLst/>
          </a:prstGeom>
          <a:noFill/>
          <a:ln>
            <a:noFill/>
          </a:ln>
        </p:spPr>
        <p:txBody>
          <a:bodyPr spcFirstLastPara="1" wrap="square" lIns="91425" tIns="45700" rIns="91425" bIns="45700" anchor="b" anchorCtr="0">
            <a:noAutofit/>
          </a:bodyPr>
          <a:lstStyle/>
          <a:p>
            <a:pPr marL="0" marR="0" lvl="0" indent="0" algn="ctr" rtl="0">
              <a:spcBef>
                <a:spcPts val="0"/>
              </a:spcBef>
              <a:spcAft>
                <a:spcPts val="0"/>
              </a:spcAft>
              <a:buNone/>
            </a:pPr>
            <a:fld id="{00000000-1234-1234-1234-123412341234}" type="slidenum">
              <a:rPr lang="de" sz="1000" b="0" i="0" u="none" strike="noStrike" cap="none">
                <a:solidFill>
                  <a:schemeClr val="dk1"/>
                </a:solidFill>
                <a:latin typeface="Arial"/>
                <a:ea typeface="Arial"/>
                <a:cs typeface="Arial"/>
                <a:sym typeface="Arial"/>
              </a:rPr>
              <a:t>14</a:t>
            </a:fld>
            <a:endParaRPr sz="10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50670081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Shape 223"/>
          <p:cNvSpPr>
            <a:spLocks noGrp="1" noRot="1" noChangeAspect="1"/>
          </p:cNvSpPr>
          <p:nvPr>
            <p:ph type="sldImg" idx="2"/>
          </p:nvPr>
        </p:nvSpPr>
        <p:spPr>
          <a:xfrm>
            <a:off x="798513" y="612775"/>
            <a:ext cx="5292725" cy="2976563"/>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4" name="Shape 224"/>
          <p:cNvSpPr txBox="1">
            <a:spLocks noGrp="1"/>
          </p:cNvSpPr>
          <p:nvPr>
            <p:ph type="body" idx="1"/>
          </p:nvPr>
        </p:nvSpPr>
        <p:spPr>
          <a:xfrm>
            <a:off x="549000" y="4211843"/>
            <a:ext cx="5760000" cy="4349354"/>
          </a:xfrm>
          <a:prstGeom prst="rect">
            <a:avLst/>
          </a:prstGeom>
          <a:noFill/>
          <a:ln>
            <a:noFill/>
          </a:ln>
        </p:spPr>
        <p:txBody>
          <a:bodyPr spcFirstLastPara="1" wrap="square" lIns="0" tIns="0" rIns="0" bIns="47625" anchor="t" anchorCtr="0">
            <a:noAutofit/>
          </a:bodyPr>
          <a:lstStyle/>
          <a:p>
            <a:pPr marL="0" marR="0" lvl="0" indent="0" algn="l" rtl="0">
              <a:spcBef>
                <a:spcPts val="0"/>
              </a:spcBef>
              <a:spcAft>
                <a:spcPts val="0"/>
              </a:spcAft>
              <a:buClr>
                <a:schemeClr val="dk1"/>
              </a:buClr>
              <a:buSzPts val="1400"/>
              <a:buFont typeface="Arial"/>
              <a:buNone/>
            </a:pPr>
            <a:br>
              <a:rPr lang="de" sz="1400" b="0" i="0" u="none" strike="noStrike" cap="none">
                <a:solidFill>
                  <a:schemeClr val="dk1"/>
                </a:solidFill>
                <a:latin typeface="Arial"/>
                <a:ea typeface="Arial"/>
                <a:cs typeface="Arial"/>
                <a:sym typeface="Arial"/>
              </a:rPr>
            </a:br>
            <a:endParaRPr sz="1400" b="0" i="0" u="none" strike="noStrike" cap="none">
              <a:solidFill>
                <a:srgbClr val="000000"/>
              </a:solidFill>
              <a:latin typeface="Arial"/>
              <a:ea typeface="Arial"/>
              <a:cs typeface="Arial"/>
              <a:sym typeface="Arial"/>
            </a:endParaRPr>
          </a:p>
        </p:txBody>
      </p:sp>
      <p:sp>
        <p:nvSpPr>
          <p:cNvPr id="225" name="Shape 225"/>
          <p:cNvSpPr txBox="1">
            <a:spLocks noGrp="1"/>
          </p:cNvSpPr>
          <p:nvPr>
            <p:ph type="sldNum" idx="12"/>
          </p:nvPr>
        </p:nvSpPr>
        <p:spPr>
          <a:xfrm>
            <a:off x="2957512" y="8915402"/>
            <a:ext cx="942976" cy="205358"/>
          </a:xfrm>
          <a:prstGeom prst="rect">
            <a:avLst/>
          </a:prstGeom>
          <a:noFill/>
          <a:ln>
            <a:noFill/>
          </a:ln>
        </p:spPr>
        <p:txBody>
          <a:bodyPr spcFirstLastPara="1" wrap="square" lIns="91425" tIns="45700" rIns="91425" bIns="45700" anchor="b" anchorCtr="0">
            <a:noAutofit/>
          </a:bodyPr>
          <a:lstStyle/>
          <a:p>
            <a:pPr marL="0" marR="0" lvl="0" indent="0" algn="ctr" rtl="0">
              <a:spcBef>
                <a:spcPts val="0"/>
              </a:spcBef>
              <a:spcAft>
                <a:spcPts val="0"/>
              </a:spcAft>
              <a:buNone/>
            </a:pPr>
            <a:fld id="{00000000-1234-1234-1234-123412341234}" type="slidenum">
              <a:rPr lang="de" sz="1000" b="0" i="0" u="none" strike="noStrike" cap="none">
                <a:solidFill>
                  <a:schemeClr val="dk1"/>
                </a:solidFill>
                <a:latin typeface="Arial"/>
                <a:ea typeface="Arial"/>
                <a:cs typeface="Arial"/>
                <a:sym typeface="Arial"/>
              </a:rPr>
              <a:t>15</a:t>
            </a:fld>
            <a:endParaRPr sz="10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78981909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Shape 312"/>
          <p:cNvSpPr>
            <a:spLocks noGrp="1" noRot="1" noChangeAspect="1"/>
          </p:cNvSpPr>
          <p:nvPr>
            <p:ph type="sldImg" idx="2"/>
          </p:nvPr>
        </p:nvSpPr>
        <p:spPr>
          <a:xfrm>
            <a:off x="798513" y="612775"/>
            <a:ext cx="5292725" cy="2976563"/>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3" name="Shape 313"/>
          <p:cNvSpPr txBox="1">
            <a:spLocks noGrp="1"/>
          </p:cNvSpPr>
          <p:nvPr>
            <p:ph type="body" idx="1"/>
          </p:nvPr>
        </p:nvSpPr>
        <p:spPr>
          <a:xfrm>
            <a:off x="549000" y="4211843"/>
            <a:ext cx="5760000" cy="4349400"/>
          </a:xfrm>
          <a:prstGeom prst="rect">
            <a:avLst/>
          </a:prstGeom>
          <a:noFill/>
          <a:ln>
            <a:noFill/>
          </a:ln>
        </p:spPr>
        <p:txBody>
          <a:bodyPr spcFirstLastPara="1" wrap="square" lIns="0" tIns="0" rIns="0" bIns="47625" anchor="t" anchorCtr="0">
            <a:noAutofit/>
          </a:bodyPr>
          <a:lstStyle/>
          <a:p>
            <a:pPr marL="0" marR="0" lvl="0" indent="0" algn="l" rtl="0">
              <a:spcBef>
                <a:spcPts val="0"/>
              </a:spcBef>
              <a:spcAft>
                <a:spcPts val="0"/>
              </a:spcAft>
              <a:buClr>
                <a:schemeClr val="dk1"/>
              </a:buClr>
              <a:buSzPts val="1400"/>
              <a:buFont typeface="Arial"/>
              <a:buNone/>
            </a:pPr>
            <a:br>
              <a:rPr lang="de" sz="1400" b="0" i="0" u="none" strike="noStrike" cap="none">
                <a:solidFill>
                  <a:schemeClr val="dk1"/>
                </a:solidFill>
                <a:latin typeface="Arial"/>
                <a:ea typeface="Arial"/>
                <a:cs typeface="Arial"/>
                <a:sym typeface="Arial"/>
              </a:rPr>
            </a:br>
            <a:endParaRPr sz="1400" b="0" i="0" u="none" strike="noStrike" cap="none">
              <a:solidFill>
                <a:srgbClr val="000000"/>
              </a:solidFill>
              <a:latin typeface="Arial"/>
              <a:ea typeface="Arial"/>
              <a:cs typeface="Arial"/>
              <a:sym typeface="Arial"/>
            </a:endParaRPr>
          </a:p>
        </p:txBody>
      </p:sp>
      <p:sp>
        <p:nvSpPr>
          <p:cNvPr id="314" name="Shape 314"/>
          <p:cNvSpPr txBox="1">
            <a:spLocks noGrp="1"/>
          </p:cNvSpPr>
          <p:nvPr>
            <p:ph type="sldNum" idx="12"/>
          </p:nvPr>
        </p:nvSpPr>
        <p:spPr>
          <a:xfrm>
            <a:off x="2957512" y="8915402"/>
            <a:ext cx="942900" cy="205500"/>
          </a:xfrm>
          <a:prstGeom prst="rect">
            <a:avLst/>
          </a:prstGeom>
          <a:noFill/>
          <a:ln>
            <a:noFill/>
          </a:ln>
        </p:spPr>
        <p:txBody>
          <a:bodyPr spcFirstLastPara="1" wrap="square" lIns="91425" tIns="45700" rIns="91425" bIns="45700" anchor="b" anchorCtr="0">
            <a:noAutofit/>
          </a:bodyPr>
          <a:lstStyle/>
          <a:p>
            <a:pPr marL="0" marR="0" lvl="0" indent="0" algn="ctr" rtl="0">
              <a:spcBef>
                <a:spcPts val="0"/>
              </a:spcBef>
              <a:spcAft>
                <a:spcPts val="0"/>
              </a:spcAft>
              <a:buNone/>
            </a:pPr>
            <a:fld id="{00000000-1234-1234-1234-123412341234}" type="slidenum">
              <a:rPr lang="de" sz="1000" b="0" i="0" u="none" strike="noStrike" cap="none">
                <a:solidFill>
                  <a:schemeClr val="dk1"/>
                </a:solidFill>
                <a:latin typeface="Arial"/>
                <a:ea typeface="Arial"/>
                <a:cs typeface="Arial"/>
                <a:sym typeface="Arial"/>
              </a:rPr>
              <a:t>16</a:t>
            </a:fld>
            <a:endParaRPr sz="10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08282816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
        <p:cNvGrpSpPr/>
        <p:nvPr/>
      </p:nvGrpSpPr>
      <p:grpSpPr>
        <a:xfrm>
          <a:off x="0" y="0"/>
          <a:ext cx="0" cy="0"/>
          <a:chOff x="0" y="0"/>
          <a:chExt cx="0" cy="0"/>
        </a:xfrm>
      </p:grpSpPr>
      <p:sp>
        <p:nvSpPr>
          <p:cNvPr id="327" name="Shape 327"/>
          <p:cNvSpPr>
            <a:spLocks noGrp="1" noRot="1" noChangeAspect="1"/>
          </p:cNvSpPr>
          <p:nvPr>
            <p:ph type="sldImg" idx="2"/>
          </p:nvPr>
        </p:nvSpPr>
        <p:spPr>
          <a:xfrm>
            <a:off x="798513" y="612775"/>
            <a:ext cx="5292725" cy="2976563"/>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8" name="Shape 328"/>
          <p:cNvSpPr txBox="1">
            <a:spLocks noGrp="1"/>
          </p:cNvSpPr>
          <p:nvPr>
            <p:ph type="body" idx="1"/>
          </p:nvPr>
        </p:nvSpPr>
        <p:spPr>
          <a:xfrm>
            <a:off x="549000" y="4211843"/>
            <a:ext cx="5760000" cy="4349354"/>
          </a:xfrm>
          <a:prstGeom prst="rect">
            <a:avLst/>
          </a:prstGeom>
          <a:noFill/>
          <a:ln>
            <a:noFill/>
          </a:ln>
        </p:spPr>
        <p:txBody>
          <a:bodyPr spcFirstLastPara="1" wrap="square" lIns="0" tIns="0" rIns="0" bIns="47625" anchor="t" anchorCtr="0">
            <a:noAutofit/>
          </a:bodyPr>
          <a:lstStyle/>
          <a:p>
            <a:pPr marL="0" marR="0" lvl="0" indent="0" algn="l" rtl="0">
              <a:spcBef>
                <a:spcPts val="0"/>
              </a:spcBef>
              <a:spcAft>
                <a:spcPts val="0"/>
              </a:spcAft>
              <a:buClr>
                <a:schemeClr val="dk1"/>
              </a:buClr>
              <a:buSzPts val="1400"/>
              <a:buFont typeface="Arial"/>
              <a:buNone/>
            </a:pPr>
            <a:br>
              <a:rPr lang="de" sz="1400" b="0" i="0" u="none" strike="noStrike" cap="none">
                <a:solidFill>
                  <a:schemeClr val="dk1"/>
                </a:solidFill>
                <a:latin typeface="Arial"/>
                <a:ea typeface="Arial"/>
                <a:cs typeface="Arial"/>
                <a:sym typeface="Arial"/>
              </a:rPr>
            </a:br>
            <a:endParaRPr sz="1400" b="0" i="0" u="none" strike="noStrike" cap="none">
              <a:solidFill>
                <a:srgbClr val="000000"/>
              </a:solidFill>
              <a:latin typeface="Arial"/>
              <a:ea typeface="Arial"/>
              <a:cs typeface="Arial"/>
              <a:sym typeface="Arial"/>
            </a:endParaRPr>
          </a:p>
        </p:txBody>
      </p:sp>
      <p:sp>
        <p:nvSpPr>
          <p:cNvPr id="329" name="Shape 329"/>
          <p:cNvSpPr txBox="1">
            <a:spLocks noGrp="1"/>
          </p:cNvSpPr>
          <p:nvPr>
            <p:ph type="sldNum" idx="12"/>
          </p:nvPr>
        </p:nvSpPr>
        <p:spPr>
          <a:xfrm>
            <a:off x="2957512" y="8915402"/>
            <a:ext cx="942976" cy="205358"/>
          </a:xfrm>
          <a:prstGeom prst="rect">
            <a:avLst/>
          </a:prstGeom>
          <a:noFill/>
          <a:ln>
            <a:noFill/>
          </a:ln>
        </p:spPr>
        <p:txBody>
          <a:bodyPr spcFirstLastPara="1" wrap="square" lIns="91425" tIns="45700" rIns="91425" bIns="45700" anchor="b" anchorCtr="0">
            <a:noAutofit/>
          </a:bodyPr>
          <a:lstStyle/>
          <a:p>
            <a:pPr marL="0" marR="0" lvl="0" indent="0" algn="ctr" rtl="0">
              <a:spcBef>
                <a:spcPts val="0"/>
              </a:spcBef>
              <a:spcAft>
                <a:spcPts val="0"/>
              </a:spcAft>
              <a:buNone/>
            </a:pPr>
            <a:fld id="{00000000-1234-1234-1234-123412341234}" type="slidenum">
              <a:rPr lang="de" sz="1000" b="0" i="0" u="none" strike="noStrike" cap="none">
                <a:solidFill>
                  <a:schemeClr val="dk1"/>
                </a:solidFill>
                <a:latin typeface="Arial"/>
                <a:ea typeface="Arial"/>
                <a:cs typeface="Arial"/>
                <a:sym typeface="Arial"/>
              </a:rPr>
              <a:t>17</a:t>
            </a:fld>
            <a:endParaRPr sz="10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Shape 333"/>
          <p:cNvSpPr>
            <a:spLocks noGrp="1" noRot="1" noChangeAspect="1"/>
          </p:cNvSpPr>
          <p:nvPr>
            <p:ph type="sldImg" idx="2"/>
          </p:nvPr>
        </p:nvSpPr>
        <p:spPr>
          <a:xfrm>
            <a:off x="798513" y="612775"/>
            <a:ext cx="5292725" cy="2976563"/>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4" name="Shape 334"/>
          <p:cNvSpPr txBox="1">
            <a:spLocks noGrp="1"/>
          </p:cNvSpPr>
          <p:nvPr>
            <p:ph type="body" idx="1"/>
          </p:nvPr>
        </p:nvSpPr>
        <p:spPr>
          <a:xfrm>
            <a:off x="549000" y="4211843"/>
            <a:ext cx="5760000" cy="4349354"/>
          </a:xfrm>
          <a:prstGeom prst="rect">
            <a:avLst/>
          </a:prstGeom>
          <a:noFill/>
          <a:ln>
            <a:noFill/>
          </a:ln>
        </p:spPr>
        <p:txBody>
          <a:bodyPr spcFirstLastPara="1" wrap="square" lIns="0" tIns="0" rIns="0" bIns="47625" anchor="t" anchorCtr="0">
            <a:noAutofit/>
          </a:bodyPr>
          <a:lstStyle/>
          <a:p>
            <a:pPr marL="0" marR="0" lvl="0" indent="0" algn="l" rtl="0">
              <a:spcBef>
                <a:spcPts val="0"/>
              </a:spcBef>
              <a:spcAft>
                <a:spcPts val="0"/>
              </a:spcAft>
              <a:buClr>
                <a:schemeClr val="dk1"/>
              </a:buClr>
              <a:buSzPts val="1400"/>
              <a:buFont typeface="Arial"/>
              <a:buNone/>
            </a:pPr>
            <a:br>
              <a:rPr lang="de" sz="1400" b="0" i="0" u="none" strike="noStrike" cap="none">
                <a:solidFill>
                  <a:schemeClr val="dk1"/>
                </a:solidFill>
                <a:latin typeface="Arial"/>
                <a:ea typeface="Arial"/>
                <a:cs typeface="Arial"/>
                <a:sym typeface="Arial"/>
              </a:rPr>
            </a:br>
            <a:endParaRPr sz="1400" b="0" i="0" u="none" strike="noStrike" cap="none">
              <a:solidFill>
                <a:srgbClr val="000000"/>
              </a:solidFill>
              <a:latin typeface="Arial"/>
              <a:ea typeface="Arial"/>
              <a:cs typeface="Arial"/>
              <a:sym typeface="Arial"/>
            </a:endParaRPr>
          </a:p>
        </p:txBody>
      </p:sp>
      <p:sp>
        <p:nvSpPr>
          <p:cNvPr id="335" name="Shape 335"/>
          <p:cNvSpPr txBox="1">
            <a:spLocks noGrp="1"/>
          </p:cNvSpPr>
          <p:nvPr>
            <p:ph type="sldNum" idx="12"/>
          </p:nvPr>
        </p:nvSpPr>
        <p:spPr>
          <a:xfrm>
            <a:off x="2957512" y="8915402"/>
            <a:ext cx="942976" cy="205358"/>
          </a:xfrm>
          <a:prstGeom prst="rect">
            <a:avLst/>
          </a:prstGeom>
          <a:noFill/>
          <a:ln>
            <a:noFill/>
          </a:ln>
        </p:spPr>
        <p:txBody>
          <a:bodyPr spcFirstLastPara="1" wrap="square" lIns="91425" tIns="45700" rIns="91425" bIns="45700" anchor="b" anchorCtr="0">
            <a:noAutofit/>
          </a:bodyPr>
          <a:lstStyle/>
          <a:p>
            <a:pPr marL="0" marR="0" lvl="0" indent="0" algn="ctr" rtl="0">
              <a:spcBef>
                <a:spcPts val="0"/>
              </a:spcBef>
              <a:spcAft>
                <a:spcPts val="0"/>
              </a:spcAft>
              <a:buNone/>
            </a:pPr>
            <a:fld id="{00000000-1234-1234-1234-123412341234}" type="slidenum">
              <a:rPr lang="de" sz="1000" b="0" i="0" u="none" strike="noStrike" cap="none">
                <a:solidFill>
                  <a:schemeClr val="dk1"/>
                </a:solidFill>
                <a:latin typeface="Arial"/>
                <a:ea typeface="Arial"/>
                <a:cs typeface="Arial"/>
                <a:sym typeface="Arial"/>
              </a:rPr>
              <a:t>18</a:t>
            </a:fld>
            <a:endParaRPr sz="10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Shape 340"/>
          <p:cNvSpPr>
            <a:spLocks noGrp="1" noRot="1" noChangeAspect="1"/>
          </p:cNvSpPr>
          <p:nvPr>
            <p:ph type="sldImg" idx="2"/>
          </p:nvPr>
        </p:nvSpPr>
        <p:spPr>
          <a:xfrm>
            <a:off x="798513" y="612775"/>
            <a:ext cx="5292725" cy="2976563"/>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1" name="Shape 341"/>
          <p:cNvSpPr txBox="1">
            <a:spLocks noGrp="1"/>
          </p:cNvSpPr>
          <p:nvPr>
            <p:ph type="body" idx="1"/>
          </p:nvPr>
        </p:nvSpPr>
        <p:spPr>
          <a:xfrm>
            <a:off x="549000" y="4211843"/>
            <a:ext cx="5760000" cy="4349354"/>
          </a:xfrm>
          <a:prstGeom prst="rect">
            <a:avLst/>
          </a:prstGeom>
          <a:noFill/>
          <a:ln>
            <a:noFill/>
          </a:ln>
        </p:spPr>
        <p:txBody>
          <a:bodyPr spcFirstLastPara="1" wrap="square" lIns="0" tIns="0" rIns="0" bIns="47625" anchor="t" anchorCtr="0">
            <a:noAutofit/>
          </a:bodyPr>
          <a:lstStyle/>
          <a:p>
            <a:pPr marL="0" marR="0" lvl="0" indent="0" algn="l" rtl="0">
              <a:spcBef>
                <a:spcPts val="0"/>
              </a:spcBef>
              <a:spcAft>
                <a:spcPts val="0"/>
              </a:spcAft>
              <a:buClr>
                <a:schemeClr val="dk1"/>
              </a:buClr>
              <a:buSzPts val="1400"/>
              <a:buFont typeface="Arial"/>
              <a:buNone/>
            </a:pPr>
            <a:br>
              <a:rPr lang="de" sz="1400" b="0" i="0" u="none" strike="noStrike" cap="none">
                <a:solidFill>
                  <a:schemeClr val="dk1"/>
                </a:solidFill>
                <a:latin typeface="Arial"/>
                <a:ea typeface="Arial"/>
                <a:cs typeface="Arial"/>
                <a:sym typeface="Arial"/>
              </a:rPr>
            </a:br>
            <a:endParaRPr sz="1400" b="0" i="0" u="none" strike="noStrike" cap="none">
              <a:solidFill>
                <a:srgbClr val="000000"/>
              </a:solidFill>
              <a:latin typeface="Arial"/>
              <a:ea typeface="Arial"/>
              <a:cs typeface="Arial"/>
              <a:sym typeface="Arial"/>
            </a:endParaRPr>
          </a:p>
        </p:txBody>
      </p:sp>
      <p:sp>
        <p:nvSpPr>
          <p:cNvPr id="342" name="Shape 342"/>
          <p:cNvSpPr txBox="1">
            <a:spLocks noGrp="1"/>
          </p:cNvSpPr>
          <p:nvPr>
            <p:ph type="sldNum" idx="12"/>
          </p:nvPr>
        </p:nvSpPr>
        <p:spPr>
          <a:xfrm>
            <a:off x="2957512" y="8915402"/>
            <a:ext cx="942976" cy="205358"/>
          </a:xfrm>
          <a:prstGeom prst="rect">
            <a:avLst/>
          </a:prstGeom>
          <a:noFill/>
          <a:ln>
            <a:noFill/>
          </a:ln>
        </p:spPr>
        <p:txBody>
          <a:bodyPr spcFirstLastPara="1" wrap="square" lIns="91425" tIns="45700" rIns="91425" bIns="45700" anchor="b" anchorCtr="0">
            <a:noAutofit/>
          </a:bodyPr>
          <a:lstStyle/>
          <a:p>
            <a:pPr marL="0" marR="0" lvl="0" indent="0" algn="ctr" rtl="0">
              <a:spcBef>
                <a:spcPts val="0"/>
              </a:spcBef>
              <a:spcAft>
                <a:spcPts val="0"/>
              </a:spcAft>
              <a:buNone/>
            </a:pPr>
            <a:fld id="{00000000-1234-1234-1234-123412341234}" type="slidenum">
              <a:rPr lang="de" sz="1000" b="0" i="0" u="none" strike="noStrike" cap="none">
                <a:solidFill>
                  <a:schemeClr val="dk1"/>
                </a:solidFill>
                <a:latin typeface="Arial"/>
                <a:ea typeface="Arial"/>
                <a:cs typeface="Arial"/>
                <a:sym typeface="Arial"/>
              </a:rPr>
              <a:t>19</a:t>
            </a:fld>
            <a:endParaRPr sz="10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Shape 333"/>
          <p:cNvSpPr>
            <a:spLocks noGrp="1" noRot="1" noChangeAspect="1"/>
          </p:cNvSpPr>
          <p:nvPr>
            <p:ph type="sldImg" idx="2"/>
          </p:nvPr>
        </p:nvSpPr>
        <p:spPr>
          <a:xfrm>
            <a:off x="798513" y="612775"/>
            <a:ext cx="5292725" cy="2976563"/>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4" name="Shape 334"/>
          <p:cNvSpPr txBox="1">
            <a:spLocks noGrp="1"/>
          </p:cNvSpPr>
          <p:nvPr>
            <p:ph type="body" idx="1"/>
          </p:nvPr>
        </p:nvSpPr>
        <p:spPr>
          <a:xfrm>
            <a:off x="549000" y="4211843"/>
            <a:ext cx="5760000" cy="4349354"/>
          </a:xfrm>
          <a:prstGeom prst="rect">
            <a:avLst/>
          </a:prstGeom>
          <a:noFill/>
          <a:ln>
            <a:noFill/>
          </a:ln>
        </p:spPr>
        <p:txBody>
          <a:bodyPr spcFirstLastPara="1" wrap="square" lIns="0" tIns="0" rIns="0" bIns="47625" anchor="t" anchorCtr="0">
            <a:noAutofit/>
          </a:bodyPr>
          <a:lstStyle/>
          <a:p>
            <a:pPr marL="0" marR="0" lvl="0" indent="0" algn="l" rtl="0">
              <a:spcBef>
                <a:spcPts val="0"/>
              </a:spcBef>
              <a:spcAft>
                <a:spcPts val="0"/>
              </a:spcAft>
              <a:buClr>
                <a:schemeClr val="dk1"/>
              </a:buClr>
              <a:buSzPts val="1400"/>
              <a:buFont typeface="Arial"/>
              <a:buNone/>
            </a:pPr>
            <a:br>
              <a:rPr lang="de" sz="1400" b="0" i="0" u="none" strike="noStrike" cap="none">
                <a:solidFill>
                  <a:schemeClr val="dk1"/>
                </a:solidFill>
                <a:latin typeface="Arial"/>
                <a:ea typeface="Arial"/>
                <a:cs typeface="Arial"/>
                <a:sym typeface="Arial"/>
              </a:rPr>
            </a:br>
            <a:endParaRPr sz="1400" b="0" i="0" u="none" strike="noStrike" cap="none">
              <a:solidFill>
                <a:srgbClr val="000000"/>
              </a:solidFill>
              <a:latin typeface="Arial"/>
              <a:ea typeface="Arial"/>
              <a:cs typeface="Arial"/>
              <a:sym typeface="Arial"/>
            </a:endParaRPr>
          </a:p>
        </p:txBody>
      </p:sp>
      <p:sp>
        <p:nvSpPr>
          <p:cNvPr id="335" name="Shape 335"/>
          <p:cNvSpPr txBox="1">
            <a:spLocks noGrp="1"/>
          </p:cNvSpPr>
          <p:nvPr>
            <p:ph type="sldNum" idx="12"/>
          </p:nvPr>
        </p:nvSpPr>
        <p:spPr>
          <a:xfrm>
            <a:off x="2957512" y="8915402"/>
            <a:ext cx="942976" cy="205358"/>
          </a:xfrm>
          <a:prstGeom prst="rect">
            <a:avLst/>
          </a:prstGeom>
          <a:noFill/>
          <a:ln>
            <a:noFill/>
          </a:ln>
        </p:spPr>
        <p:txBody>
          <a:bodyPr spcFirstLastPara="1" wrap="square" lIns="91425" tIns="45700" rIns="91425" bIns="45700" anchor="b" anchorCtr="0">
            <a:noAutofit/>
          </a:bodyPr>
          <a:lstStyle/>
          <a:p>
            <a:pPr marL="0" marR="0" lvl="0" indent="0" algn="ctr" rtl="0">
              <a:spcBef>
                <a:spcPts val="0"/>
              </a:spcBef>
              <a:spcAft>
                <a:spcPts val="0"/>
              </a:spcAft>
              <a:buNone/>
            </a:pPr>
            <a:fld id="{00000000-1234-1234-1234-123412341234}" type="slidenum">
              <a:rPr lang="de" sz="1000" b="0" i="0" u="none" strike="noStrike" cap="none">
                <a:solidFill>
                  <a:schemeClr val="dk1"/>
                </a:solidFill>
                <a:latin typeface="Arial"/>
                <a:ea typeface="Arial"/>
                <a:cs typeface="Arial"/>
                <a:sym typeface="Arial"/>
              </a:rPr>
              <a:t>20</a:t>
            </a:fld>
            <a:endParaRPr sz="10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90421066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Shape 354"/>
          <p:cNvSpPr txBox="1">
            <a:spLocks noGrp="1"/>
          </p:cNvSpPr>
          <p:nvPr>
            <p:ph type="body" idx="1"/>
          </p:nvPr>
        </p:nvSpPr>
        <p:spPr>
          <a:xfrm>
            <a:off x="549000" y="4211843"/>
            <a:ext cx="5760000" cy="4349354"/>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55" name="Shape 355"/>
          <p:cNvSpPr>
            <a:spLocks noGrp="1" noRot="1" noChangeAspect="1"/>
          </p:cNvSpPr>
          <p:nvPr>
            <p:ph type="sldImg" idx="2"/>
          </p:nvPr>
        </p:nvSpPr>
        <p:spPr>
          <a:xfrm>
            <a:off x="798513" y="612775"/>
            <a:ext cx="5292725" cy="2976563"/>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hyperlink" Target="http://global12.sap.com/corporate-en/legal/copyright/index.epx" TargetMode="External"/><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hyperlink" Target="http://global.sap.com/corporate-de/legal/copyright/index.epx" TargetMode="External"/><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Shape 10"/>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Shape 11"/>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Shape 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de"/>
              <a:t>‹Nr.›</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Shape 14"/>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Shape 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de"/>
              <a:t>‹Nr.›</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Shape 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Shape 1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19" name="Shape 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de"/>
              <a:t>‹Nr.›</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Shape 2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Shape 22"/>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3" name="Shape 23"/>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4" name="Shape 2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de"/>
              <a:t>‹Nr.›</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Shape 2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Shape 2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de"/>
              <a:t>‹Nr.›</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Shape 29"/>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Shape 30"/>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1" name="Shape 3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de"/>
              <a:t>‹Nr.›</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Shape 33"/>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Shape 3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de"/>
              <a:t>‹Nr.›</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Shape 36"/>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7" name="Shape 37"/>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Shape 38"/>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Shape 3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40" name="Shape 4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de"/>
              <a:t>‹Nr.›</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Shape 42"/>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lstStyle>
            <a:lvl1pPr marL="457200" lvl="0" indent="-228600">
              <a:lnSpc>
                <a:spcPct val="100000"/>
              </a:lnSpc>
              <a:spcBef>
                <a:spcPts val="0"/>
              </a:spcBef>
              <a:spcAft>
                <a:spcPts val="0"/>
              </a:spcAft>
              <a:buSzPts val="1800"/>
              <a:buNone/>
              <a:defRPr/>
            </a:lvl1pPr>
          </a:lstStyle>
          <a:p>
            <a:endParaRPr/>
          </a:p>
        </p:txBody>
      </p:sp>
      <p:sp>
        <p:nvSpPr>
          <p:cNvPr id="43" name="Shape 4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de"/>
              <a:t>‹Nr.›</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Shape 45"/>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Shape 46"/>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47" name="Shape 4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de"/>
              <a:t>‹Nr.›</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Shape 4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de"/>
              <a:t>‹Nr.›</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2_Title with picture - short">
  <p:cSld name="2_Title with picture - short">
    <p:bg>
      <p:bgPr>
        <a:solidFill>
          <a:srgbClr val="E0E0E0"/>
        </a:solidFill>
        <a:effectLst/>
      </p:bgPr>
    </p:bg>
    <p:spTree>
      <p:nvGrpSpPr>
        <p:cNvPr id="1" name="Shape 59"/>
        <p:cNvGrpSpPr/>
        <p:nvPr/>
      </p:nvGrpSpPr>
      <p:grpSpPr>
        <a:xfrm>
          <a:off x="0" y="0"/>
          <a:ext cx="0" cy="0"/>
          <a:chOff x="0" y="0"/>
          <a:chExt cx="0" cy="0"/>
        </a:xfrm>
      </p:grpSpPr>
      <p:pic>
        <p:nvPicPr>
          <p:cNvPr id="60" name="Shape 60"/>
          <p:cNvPicPr preferRelativeResize="0"/>
          <p:nvPr/>
        </p:nvPicPr>
        <p:blipFill rotWithShape="1">
          <a:blip r:embed="rId2">
            <a:alphaModFix/>
          </a:blip>
          <a:srcRect t="5637" b="637"/>
          <a:stretch/>
        </p:blipFill>
        <p:spPr>
          <a:xfrm>
            <a:off x="-1" y="0"/>
            <a:ext cx="9144001" cy="5142319"/>
          </a:xfrm>
          <a:prstGeom prst="rect">
            <a:avLst/>
          </a:prstGeom>
          <a:noFill/>
          <a:ln>
            <a:noFill/>
          </a:ln>
        </p:spPr>
      </p:pic>
      <p:sp>
        <p:nvSpPr>
          <p:cNvPr id="61" name="Shape 61"/>
          <p:cNvSpPr/>
          <p:nvPr/>
        </p:nvSpPr>
        <p:spPr>
          <a:xfrm>
            <a:off x="242937" y="0"/>
            <a:ext cx="8656646" cy="1619628"/>
          </a:xfrm>
          <a:prstGeom prst="rect">
            <a:avLst/>
          </a:prstGeom>
          <a:solidFill>
            <a:schemeClr val="lt1">
              <a:alpha val="74901"/>
            </a:schemeClr>
          </a:solidFill>
          <a:ln>
            <a:noFill/>
          </a:ln>
        </p:spPr>
        <p:txBody>
          <a:bodyPr spcFirstLastPara="1" wrap="square" lIns="80350" tIns="64275" rIns="80350" bIns="64275" anchor="ctr" anchorCtr="0">
            <a:noAutofit/>
          </a:bodyPr>
          <a:lstStyle/>
          <a:p>
            <a:pPr marL="0" marR="0" lvl="0" indent="0" algn="ctr" rtl="0">
              <a:spcBef>
                <a:spcPts val="0"/>
              </a:spcBef>
              <a:spcAft>
                <a:spcPts val="0"/>
              </a:spcAft>
              <a:buNone/>
            </a:pPr>
            <a:endParaRPr sz="1600" b="0" i="0" u="none" strike="noStrike" cap="none">
              <a:solidFill>
                <a:srgbClr val="000000"/>
              </a:solidFill>
              <a:latin typeface="Arial"/>
              <a:ea typeface="Arial"/>
              <a:cs typeface="Arial"/>
              <a:sym typeface="Arial"/>
            </a:endParaRPr>
          </a:p>
        </p:txBody>
      </p:sp>
      <p:sp>
        <p:nvSpPr>
          <p:cNvPr id="62" name="Shape 62"/>
          <p:cNvSpPr txBox="1">
            <a:spLocks noGrp="1"/>
          </p:cNvSpPr>
          <p:nvPr>
            <p:ph type="title"/>
          </p:nvPr>
        </p:nvSpPr>
        <p:spPr>
          <a:xfrm>
            <a:off x="350908" y="243000"/>
            <a:ext cx="7962926" cy="692338"/>
          </a:xfrm>
          <a:prstGeom prst="rect">
            <a:avLst/>
          </a:prstGeom>
          <a:noFill/>
          <a:ln>
            <a:noFill/>
          </a:ln>
        </p:spPr>
        <p:txBody>
          <a:bodyPr spcFirstLastPara="1" wrap="square" lIns="68550" tIns="68550" rIns="68550" bIns="68550" anchor="t" anchorCtr="0"/>
          <a:lstStyle>
            <a:lvl1pPr marR="0" lvl="0" algn="l" rtl="0">
              <a:spcBef>
                <a:spcPts val="0"/>
              </a:spcBef>
              <a:spcAft>
                <a:spcPts val="0"/>
              </a:spcAft>
              <a:buClr>
                <a:schemeClr val="dk1"/>
              </a:buClr>
              <a:buSzPts val="4500"/>
              <a:buFont typeface="Arial"/>
              <a:buNone/>
              <a:defRPr sz="4500" b="1" i="0" u="none" strike="noStrike" cap="none">
                <a:solidFill>
                  <a:schemeClr val="dk1"/>
                </a:solidFill>
                <a:latin typeface="Arial"/>
                <a:ea typeface="Arial"/>
                <a:cs typeface="Arial"/>
                <a:sym typeface="Arial"/>
              </a:defRPr>
            </a:lvl1pPr>
            <a:lvl2pPr lvl="1">
              <a:spcBef>
                <a:spcPts val="0"/>
              </a:spcBef>
              <a:spcAft>
                <a:spcPts val="0"/>
              </a:spcAft>
              <a:buSzPts val="1000"/>
              <a:buNone/>
              <a:defRPr sz="1300"/>
            </a:lvl2pPr>
            <a:lvl3pPr lvl="2">
              <a:spcBef>
                <a:spcPts val="0"/>
              </a:spcBef>
              <a:spcAft>
                <a:spcPts val="0"/>
              </a:spcAft>
              <a:buSzPts val="1000"/>
              <a:buNone/>
              <a:defRPr sz="1300"/>
            </a:lvl3pPr>
            <a:lvl4pPr lvl="3">
              <a:spcBef>
                <a:spcPts val="0"/>
              </a:spcBef>
              <a:spcAft>
                <a:spcPts val="0"/>
              </a:spcAft>
              <a:buSzPts val="1000"/>
              <a:buNone/>
              <a:defRPr sz="1300"/>
            </a:lvl4pPr>
            <a:lvl5pPr lvl="4">
              <a:spcBef>
                <a:spcPts val="0"/>
              </a:spcBef>
              <a:spcAft>
                <a:spcPts val="0"/>
              </a:spcAft>
              <a:buSzPts val="1000"/>
              <a:buNone/>
              <a:defRPr sz="1300"/>
            </a:lvl5pPr>
            <a:lvl6pPr lvl="5">
              <a:spcBef>
                <a:spcPts val="0"/>
              </a:spcBef>
              <a:spcAft>
                <a:spcPts val="0"/>
              </a:spcAft>
              <a:buSzPts val="1000"/>
              <a:buNone/>
              <a:defRPr sz="1300"/>
            </a:lvl6pPr>
            <a:lvl7pPr lvl="6">
              <a:spcBef>
                <a:spcPts val="0"/>
              </a:spcBef>
              <a:spcAft>
                <a:spcPts val="0"/>
              </a:spcAft>
              <a:buSzPts val="1000"/>
              <a:buNone/>
              <a:defRPr sz="1300"/>
            </a:lvl7pPr>
            <a:lvl8pPr lvl="7">
              <a:spcBef>
                <a:spcPts val="0"/>
              </a:spcBef>
              <a:spcAft>
                <a:spcPts val="0"/>
              </a:spcAft>
              <a:buSzPts val="1000"/>
              <a:buNone/>
              <a:defRPr sz="1300"/>
            </a:lvl8pPr>
            <a:lvl9pPr lvl="8">
              <a:spcBef>
                <a:spcPts val="0"/>
              </a:spcBef>
              <a:spcAft>
                <a:spcPts val="0"/>
              </a:spcAft>
              <a:buSzPts val="1000"/>
              <a:buNone/>
              <a:defRPr sz="1300"/>
            </a:lvl9pPr>
          </a:lstStyle>
          <a:p>
            <a:endParaRPr/>
          </a:p>
        </p:txBody>
      </p:sp>
      <p:sp>
        <p:nvSpPr>
          <p:cNvPr id="63" name="Shape 63"/>
          <p:cNvSpPr/>
          <p:nvPr/>
        </p:nvSpPr>
        <p:spPr>
          <a:xfrm>
            <a:off x="242937" y="0"/>
            <a:ext cx="8656646" cy="121501"/>
          </a:xfrm>
          <a:prstGeom prst="rect">
            <a:avLst/>
          </a:prstGeom>
          <a:solidFill>
            <a:schemeClr val="accent1"/>
          </a:solidFill>
          <a:ln>
            <a:noFill/>
          </a:ln>
        </p:spPr>
        <p:txBody>
          <a:bodyPr spcFirstLastPara="1" wrap="square" lIns="80350" tIns="64275" rIns="80350" bIns="64275" anchor="ctr" anchorCtr="0">
            <a:noAutofit/>
          </a:bodyPr>
          <a:lstStyle/>
          <a:p>
            <a:pPr marL="0" marR="0" lvl="0" indent="0" algn="ctr" rtl="0">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64" name="Shape 64"/>
          <p:cNvSpPr txBox="1">
            <a:spLocks noGrp="1"/>
          </p:cNvSpPr>
          <p:nvPr>
            <p:ph type="subTitle" idx="1"/>
          </p:nvPr>
        </p:nvSpPr>
        <p:spPr>
          <a:xfrm>
            <a:off x="350908" y="1155125"/>
            <a:ext cx="7962926" cy="415403"/>
          </a:xfrm>
          <a:prstGeom prst="rect">
            <a:avLst/>
          </a:prstGeom>
          <a:noFill/>
          <a:ln>
            <a:noFill/>
          </a:ln>
        </p:spPr>
        <p:txBody>
          <a:bodyPr spcFirstLastPara="1" wrap="square" lIns="68550" tIns="68550" rIns="68550" bIns="68550" anchor="b" anchorCtr="0"/>
          <a:lstStyle>
            <a:lvl1pPr marR="0" lvl="0" algn="l" rtl="0">
              <a:lnSpc>
                <a:spcPct val="100000"/>
              </a:lnSpc>
              <a:spcBef>
                <a:spcPts val="0"/>
              </a:spcBef>
              <a:spcAft>
                <a:spcPts val="0"/>
              </a:spcAft>
              <a:buClr>
                <a:schemeClr val="accent1"/>
              </a:buClr>
              <a:buSzPts val="1100"/>
              <a:buFont typeface="Arial"/>
              <a:buNone/>
              <a:defRPr sz="1300" b="0" i="0" u="none" strike="noStrike" cap="none">
                <a:solidFill>
                  <a:srgbClr val="000000"/>
                </a:solidFill>
                <a:latin typeface="Arial"/>
                <a:ea typeface="Arial"/>
                <a:cs typeface="Arial"/>
                <a:sym typeface="Arial"/>
              </a:defRPr>
            </a:lvl1pPr>
            <a:lvl2pPr marR="0" lvl="1" algn="ctr" rtl="0">
              <a:spcBef>
                <a:spcPts val="400"/>
              </a:spcBef>
              <a:spcAft>
                <a:spcPts val="0"/>
              </a:spcAft>
              <a:buClr>
                <a:schemeClr val="accent1"/>
              </a:buClr>
              <a:buSzPts val="1200"/>
              <a:buFont typeface="Noto Sans Symbols"/>
              <a:buNone/>
              <a:defRPr sz="1500" b="0" i="0" u="none" strike="noStrike" cap="none">
                <a:solidFill>
                  <a:srgbClr val="888888"/>
                </a:solidFill>
                <a:latin typeface="Arial"/>
                <a:ea typeface="Arial"/>
                <a:cs typeface="Arial"/>
                <a:sym typeface="Arial"/>
              </a:defRPr>
            </a:lvl2pPr>
            <a:lvl3pPr marR="0" lvl="2" algn="ctr" rtl="0">
              <a:spcBef>
                <a:spcPts val="300"/>
              </a:spcBef>
              <a:spcAft>
                <a:spcPts val="0"/>
              </a:spcAft>
              <a:buClr>
                <a:schemeClr val="accent1"/>
              </a:buClr>
              <a:buSzPts val="1300"/>
              <a:buFont typeface="Noto Sans Symbols"/>
              <a:buNone/>
              <a:defRPr sz="1300" b="0" i="0" u="none" strike="noStrike" cap="none">
                <a:solidFill>
                  <a:srgbClr val="888888"/>
                </a:solidFill>
                <a:latin typeface="Arial"/>
                <a:ea typeface="Arial"/>
                <a:cs typeface="Arial"/>
                <a:sym typeface="Arial"/>
              </a:defRPr>
            </a:lvl3pPr>
            <a:lvl4pPr marR="0" lvl="3" algn="ctr" rtl="0">
              <a:spcBef>
                <a:spcPts val="300"/>
              </a:spcBef>
              <a:spcAft>
                <a:spcPts val="0"/>
              </a:spcAft>
              <a:buClr>
                <a:schemeClr val="dk1"/>
              </a:buClr>
              <a:buSzPts val="1300"/>
              <a:buFont typeface="Arial"/>
              <a:buNone/>
              <a:defRPr sz="1300" b="0" i="0" u="none" strike="noStrike" cap="none">
                <a:solidFill>
                  <a:srgbClr val="888888"/>
                </a:solidFill>
                <a:latin typeface="Arial"/>
                <a:ea typeface="Arial"/>
                <a:cs typeface="Arial"/>
                <a:sym typeface="Arial"/>
              </a:defRPr>
            </a:lvl4pPr>
            <a:lvl5pPr marR="0" lvl="4" algn="ctr" rtl="0">
              <a:spcBef>
                <a:spcPts val="200"/>
              </a:spcBef>
              <a:spcAft>
                <a:spcPts val="0"/>
              </a:spcAft>
              <a:buClr>
                <a:schemeClr val="dk1"/>
              </a:buClr>
              <a:buSzPts val="1200"/>
              <a:buFont typeface="Courier New"/>
              <a:buNone/>
              <a:defRPr sz="1200" b="0" i="0" u="none" strike="noStrike" cap="none">
                <a:solidFill>
                  <a:srgbClr val="888888"/>
                </a:solidFill>
                <a:latin typeface="Arial"/>
                <a:ea typeface="Arial"/>
                <a:cs typeface="Arial"/>
                <a:sym typeface="Arial"/>
              </a:defRPr>
            </a:lvl5pPr>
            <a:lvl6pPr marR="0" lvl="5" algn="ctr" rtl="0">
              <a:spcBef>
                <a:spcPts val="400"/>
              </a:spcBef>
              <a:spcAft>
                <a:spcPts val="0"/>
              </a:spcAft>
              <a:buClr>
                <a:srgbClr val="888888"/>
              </a:buClr>
              <a:buSzPts val="1800"/>
              <a:buFont typeface="Arial"/>
              <a:buNone/>
              <a:defRPr sz="1800" b="0" i="0" u="none" strike="noStrike" cap="none">
                <a:solidFill>
                  <a:srgbClr val="888888"/>
                </a:solidFill>
                <a:latin typeface="Arial"/>
                <a:ea typeface="Arial"/>
                <a:cs typeface="Arial"/>
                <a:sym typeface="Arial"/>
              </a:defRPr>
            </a:lvl6pPr>
            <a:lvl7pPr marR="0" lvl="6" algn="ctr" rtl="0">
              <a:spcBef>
                <a:spcPts val="400"/>
              </a:spcBef>
              <a:spcAft>
                <a:spcPts val="0"/>
              </a:spcAft>
              <a:buClr>
                <a:srgbClr val="888888"/>
              </a:buClr>
              <a:buSzPts val="1800"/>
              <a:buFont typeface="Arial"/>
              <a:buNone/>
              <a:defRPr sz="1800" b="0" i="0" u="none" strike="noStrike" cap="none">
                <a:solidFill>
                  <a:srgbClr val="888888"/>
                </a:solidFill>
                <a:latin typeface="Arial"/>
                <a:ea typeface="Arial"/>
                <a:cs typeface="Arial"/>
                <a:sym typeface="Arial"/>
              </a:defRPr>
            </a:lvl7pPr>
            <a:lvl8pPr marR="0" lvl="7" algn="ctr" rtl="0">
              <a:spcBef>
                <a:spcPts val="400"/>
              </a:spcBef>
              <a:spcAft>
                <a:spcPts val="0"/>
              </a:spcAft>
              <a:buClr>
                <a:srgbClr val="888888"/>
              </a:buClr>
              <a:buSzPts val="1800"/>
              <a:buFont typeface="Arial"/>
              <a:buNone/>
              <a:defRPr sz="1800" b="0" i="0" u="none" strike="noStrike" cap="none">
                <a:solidFill>
                  <a:srgbClr val="888888"/>
                </a:solidFill>
                <a:latin typeface="Arial"/>
                <a:ea typeface="Arial"/>
                <a:cs typeface="Arial"/>
                <a:sym typeface="Arial"/>
              </a:defRPr>
            </a:lvl8pPr>
            <a:lvl9pPr marR="0" lvl="8" algn="ctr" rtl="0">
              <a:spcBef>
                <a:spcPts val="400"/>
              </a:spcBef>
              <a:spcAft>
                <a:spcPts val="0"/>
              </a:spcAft>
              <a:buClr>
                <a:srgbClr val="888888"/>
              </a:buClr>
              <a:buSzPts val="1800"/>
              <a:buFont typeface="Arial"/>
              <a:buNone/>
              <a:defRPr sz="1800" b="0" i="0" u="none" strike="noStrike" cap="none">
                <a:solidFill>
                  <a:srgbClr val="888888"/>
                </a:solidFill>
                <a:latin typeface="Arial"/>
                <a:ea typeface="Arial"/>
                <a:cs typeface="Arial"/>
                <a:sym typeface="Arial"/>
              </a:defRPr>
            </a:lvl9pPr>
          </a:lstStyle>
          <a:p>
            <a:endParaRPr/>
          </a:p>
        </p:txBody>
      </p:sp>
      <p:pic>
        <p:nvPicPr>
          <p:cNvPr id="65" name="Shape 65"/>
          <p:cNvPicPr preferRelativeResize="0"/>
          <p:nvPr/>
        </p:nvPicPr>
        <p:blipFill rotWithShape="1">
          <a:blip r:embed="rId3">
            <a:alphaModFix/>
          </a:blip>
          <a:srcRect/>
          <a:stretch/>
        </p:blipFill>
        <p:spPr>
          <a:xfrm>
            <a:off x="244015" y="4561746"/>
            <a:ext cx="687390" cy="340111"/>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Title - two lines">
  <p:cSld name="Title - two lines">
    <p:bg>
      <p:bgPr>
        <a:solidFill>
          <a:schemeClr val="lt1"/>
        </a:solidFill>
        <a:effectLst/>
      </p:bgPr>
    </p:bg>
    <p:spTree>
      <p:nvGrpSpPr>
        <p:cNvPr id="1" name="Shape 66"/>
        <p:cNvGrpSpPr/>
        <p:nvPr/>
      </p:nvGrpSpPr>
      <p:grpSpPr>
        <a:xfrm>
          <a:off x="0" y="0"/>
          <a:ext cx="0" cy="0"/>
          <a:chOff x="0" y="0"/>
          <a:chExt cx="0" cy="0"/>
        </a:xfrm>
      </p:grpSpPr>
      <p:pic>
        <p:nvPicPr>
          <p:cNvPr id="67" name="Shape 67"/>
          <p:cNvPicPr preferRelativeResize="0"/>
          <p:nvPr/>
        </p:nvPicPr>
        <p:blipFill/>
        <p:spPr>
          <a:xfrm>
            <a:off x="1191" y="1191"/>
            <a:ext cx="1190" cy="1190"/>
          </a:xfrm>
          <a:prstGeom prst="rect">
            <a:avLst/>
          </a:prstGeom>
          <a:solidFill>
            <a:srgbClr val="FFFFFF"/>
          </a:solidFill>
          <a:ln>
            <a:noFill/>
          </a:ln>
        </p:spPr>
      </p:pic>
      <p:sp>
        <p:nvSpPr>
          <p:cNvPr id="68" name="Shape 68"/>
          <p:cNvSpPr txBox="1">
            <a:spLocks noGrp="1"/>
          </p:cNvSpPr>
          <p:nvPr>
            <p:ph type="subTitle" idx="1"/>
          </p:nvPr>
        </p:nvSpPr>
        <p:spPr>
          <a:xfrm>
            <a:off x="242937" y="1154118"/>
            <a:ext cx="7962926" cy="415403"/>
          </a:xfrm>
          <a:prstGeom prst="rect">
            <a:avLst/>
          </a:prstGeom>
          <a:noFill/>
          <a:ln>
            <a:noFill/>
          </a:ln>
        </p:spPr>
        <p:txBody>
          <a:bodyPr spcFirstLastPara="1" wrap="square" lIns="68550" tIns="68550" rIns="68550" bIns="68550" anchor="b" anchorCtr="0"/>
          <a:lstStyle>
            <a:lvl1pPr marR="0" lvl="0" algn="l" rtl="0">
              <a:lnSpc>
                <a:spcPct val="100000"/>
              </a:lnSpc>
              <a:spcBef>
                <a:spcPts val="0"/>
              </a:spcBef>
              <a:spcAft>
                <a:spcPts val="0"/>
              </a:spcAft>
              <a:buClr>
                <a:schemeClr val="accent1"/>
              </a:buClr>
              <a:buSzPts val="1100"/>
              <a:buFont typeface="Arial"/>
              <a:buNone/>
              <a:defRPr sz="1300" b="0" i="0" u="none" strike="noStrike" cap="none">
                <a:solidFill>
                  <a:srgbClr val="000000"/>
                </a:solidFill>
                <a:latin typeface="Arial"/>
                <a:ea typeface="Arial"/>
                <a:cs typeface="Arial"/>
                <a:sym typeface="Arial"/>
              </a:defRPr>
            </a:lvl1pPr>
            <a:lvl2pPr marR="0" lvl="1" algn="ctr" rtl="0">
              <a:spcBef>
                <a:spcPts val="400"/>
              </a:spcBef>
              <a:spcAft>
                <a:spcPts val="0"/>
              </a:spcAft>
              <a:buClr>
                <a:schemeClr val="accent1"/>
              </a:buClr>
              <a:buSzPts val="1200"/>
              <a:buFont typeface="Noto Sans Symbols"/>
              <a:buNone/>
              <a:defRPr sz="1500" b="0" i="0" u="none" strike="noStrike" cap="none">
                <a:solidFill>
                  <a:srgbClr val="888888"/>
                </a:solidFill>
                <a:latin typeface="Arial"/>
                <a:ea typeface="Arial"/>
                <a:cs typeface="Arial"/>
                <a:sym typeface="Arial"/>
              </a:defRPr>
            </a:lvl2pPr>
            <a:lvl3pPr marR="0" lvl="2" algn="ctr" rtl="0">
              <a:spcBef>
                <a:spcPts val="300"/>
              </a:spcBef>
              <a:spcAft>
                <a:spcPts val="0"/>
              </a:spcAft>
              <a:buClr>
                <a:schemeClr val="accent1"/>
              </a:buClr>
              <a:buSzPts val="1300"/>
              <a:buFont typeface="Noto Sans Symbols"/>
              <a:buNone/>
              <a:defRPr sz="1300" b="0" i="0" u="none" strike="noStrike" cap="none">
                <a:solidFill>
                  <a:srgbClr val="888888"/>
                </a:solidFill>
                <a:latin typeface="Arial"/>
                <a:ea typeface="Arial"/>
                <a:cs typeface="Arial"/>
                <a:sym typeface="Arial"/>
              </a:defRPr>
            </a:lvl3pPr>
            <a:lvl4pPr marR="0" lvl="3" algn="ctr" rtl="0">
              <a:spcBef>
                <a:spcPts val="300"/>
              </a:spcBef>
              <a:spcAft>
                <a:spcPts val="0"/>
              </a:spcAft>
              <a:buClr>
                <a:schemeClr val="dk1"/>
              </a:buClr>
              <a:buSzPts val="1300"/>
              <a:buFont typeface="Arial"/>
              <a:buNone/>
              <a:defRPr sz="1300" b="0" i="0" u="none" strike="noStrike" cap="none">
                <a:solidFill>
                  <a:srgbClr val="888888"/>
                </a:solidFill>
                <a:latin typeface="Arial"/>
                <a:ea typeface="Arial"/>
                <a:cs typeface="Arial"/>
                <a:sym typeface="Arial"/>
              </a:defRPr>
            </a:lvl4pPr>
            <a:lvl5pPr marR="0" lvl="4" algn="ctr" rtl="0">
              <a:spcBef>
                <a:spcPts val="200"/>
              </a:spcBef>
              <a:spcAft>
                <a:spcPts val="0"/>
              </a:spcAft>
              <a:buClr>
                <a:schemeClr val="dk1"/>
              </a:buClr>
              <a:buSzPts val="1200"/>
              <a:buFont typeface="Courier New"/>
              <a:buNone/>
              <a:defRPr sz="1200" b="0" i="0" u="none" strike="noStrike" cap="none">
                <a:solidFill>
                  <a:srgbClr val="888888"/>
                </a:solidFill>
                <a:latin typeface="Arial"/>
                <a:ea typeface="Arial"/>
                <a:cs typeface="Arial"/>
                <a:sym typeface="Arial"/>
              </a:defRPr>
            </a:lvl5pPr>
            <a:lvl6pPr marR="0" lvl="5" algn="ctr" rtl="0">
              <a:spcBef>
                <a:spcPts val="400"/>
              </a:spcBef>
              <a:spcAft>
                <a:spcPts val="0"/>
              </a:spcAft>
              <a:buClr>
                <a:srgbClr val="888888"/>
              </a:buClr>
              <a:buSzPts val="1800"/>
              <a:buFont typeface="Arial"/>
              <a:buNone/>
              <a:defRPr sz="1800" b="0" i="0" u="none" strike="noStrike" cap="none">
                <a:solidFill>
                  <a:srgbClr val="888888"/>
                </a:solidFill>
                <a:latin typeface="Arial"/>
                <a:ea typeface="Arial"/>
                <a:cs typeface="Arial"/>
                <a:sym typeface="Arial"/>
              </a:defRPr>
            </a:lvl6pPr>
            <a:lvl7pPr marR="0" lvl="6" algn="ctr" rtl="0">
              <a:spcBef>
                <a:spcPts val="400"/>
              </a:spcBef>
              <a:spcAft>
                <a:spcPts val="0"/>
              </a:spcAft>
              <a:buClr>
                <a:srgbClr val="888888"/>
              </a:buClr>
              <a:buSzPts val="1800"/>
              <a:buFont typeface="Arial"/>
              <a:buNone/>
              <a:defRPr sz="1800" b="0" i="0" u="none" strike="noStrike" cap="none">
                <a:solidFill>
                  <a:srgbClr val="888888"/>
                </a:solidFill>
                <a:latin typeface="Arial"/>
                <a:ea typeface="Arial"/>
                <a:cs typeface="Arial"/>
                <a:sym typeface="Arial"/>
              </a:defRPr>
            </a:lvl7pPr>
            <a:lvl8pPr marR="0" lvl="7" algn="ctr" rtl="0">
              <a:spcBef>
                <a:spcPts val="400"/>
              </a:spcBef>
              <a:spcAft>
                <a:spcPts val="0"/>
              </a:spcAft>
              <a:buClr>
                <a:srgbClr val="888888"/>
              </a:buClr>
              <a:buSzPts val="1800"/>
              <a:buFont typeface="Arial"/>
              <a:buNone/>
              <a:defRPr sz="1800" b="0" i="0" u="none" strike="noStrike" cap="none">
                <a:solidFill>
                  <a:srgbClr val="888888"/>
                </a:solidFill>
                <a:latin typeface="Arial"/>
                <a:ea typeface="Arial"/>
                <a:cs typeface="Arial"/>
                <a:sym typeface="Arial"/>
              </a:defRPr>
            </a:lvl8pPr>
            <a:lvl9pPr marR="0" lvl="8" algn="ctr" rtl="0">
              <a:spcBef>
                <a:spcPts val="400"/>
              </a:spcBef>
              <a:spcAft>
                <a:spcPts val="0"/>
              </a:spcAft>
              <a:buClr>
                <a:srgbClr val="888888"/>
              </a:buClr>
              <a:buSzPts val="1800"/>
              <a:buFont typeface="Arial"/>
              <a:buNone/>
              <a:defRPr sz="1800" b="0" i="0" u="none" strike="noStrike" cap="none">
                <a:solidFill>
                  <a:srgbClr val="888888"/>
                </a:solidFill>
                <a:latin typeface="Arial"/>
                <a:ea typeface="Arial"/>
                <a:cs typeface="Arial"/>
                <a:sym typeface="Arial"/>
              </a:defRPr>
            </a:lvl9pPr>
          </a:lstStyle>
          <a:p>
            <a:endParaRPr/>
          </a:p>
        </p:txBody>
      </p:sp>
      <p:sp>
        <p:nvSpPr>
          <p:cNvPr id="69" name="Shape 69"/>
          <p:cNvSpPr txBox="1">
            <a:spLocks noGrp="1"/>
          </p:cNvSpPr>
          <p:nvPr>
            <p:ph type="ctrTitle"/>
          </p:nvPr>
        </p:nvSpPr>
        <p:spPr>
          <a:xfrm>
            <a:off x="242936" y="243000"/>
            <a:ext cx="7962926" cy="830806"/>
          </a:xfrm>
          <a:prstGeom prst="rect">
            <a:avLst/>
          </a:prstGeom>
          <a:noFill/>
          <a:ln>
            <a:noFill/>
          </a:ln>
        </p:spPr>
        <p:txBody>
          <a:bodyPr spcFirstLastPara="1" wrap="square" lIns="68550" tIns="68550" rIns="68550" bIns="68550" anchor="t" anchorCtr="0"/>
          <a:lstStyle>
            <a:lvl1pPr marR="0" lvl="0" algn="l" rtl="0">
              <a:spcBef>
                <a:spcPts val="0"/>
              </a:spcBef>
              <a:spcAft>
                <a:spcPts val="0"/>
              </a:spcAft>
              <a:buClr>
                <a:srgbClr val="000000"/>
              </a:buClr>
              <a:buSzPts val="2700"/>
              <a:buFont typeface="Arial"/>
              <a:buNone/>
              <a:defRPr sz="2700" b="1" i="0" u="none" strike="noStrike" cap="none">
                <a:solidFill>
                  <a:srgbClr val="000000"/>
                </a:solidFill>
                <a:latin typeface="Arial"/>
                <a:ea typeface="Arial"/>
                <a:cs typeface="Arial"/>
                <a:sym typeface="Arial"/>
              </a:defRPr>
            </a:lvl1pPr>
            <a:lvl2pPr lvl="1">
              <a:spcBef>
                <a:spcPts val="0"/>
              </a:spcBef>
              <a:spcAft>
                <a:spcPts val="0"/>
              </a:spcAft>
              <a:buSzPts val="1000"/>
              <a:buNone/>
              <a:defRPr sz="1300"/>
            </a:lvl2pPr>
            <a:lvl3pPr lvl="2">
              <a:spcBef>
                <a:spcPts val="0"/>
              </a:spcBef>
              <a:spcAft>
                <a:spcPts val="0"/>
              </a:spcAft>
              <a:buSzPts val="1000"/>
              <a:buNone/>
              <a:defRPr sz="1300"/>
            </a:lvl3pPr>
            <a:lvl4pPr lvl="3">
              <a:spcBef>
                <a:spcPts val="0"/>
              </a:spcBef>
              <a:spcAft>
                <a:spcPts val="0"/>
              </a:spcAft>
              <a:buSzPts val="1000"/>
              <a:buNone/>
              <a:defRPr sz="1300"/>
            </a:lvl4pPr>
            <a:lvl5pPr lvl="4">
              <a:spcBef>
                <a:spcPts val="0"/>
              </a:spcBef>
              <a:spcAft>
                <a:spcPts val="0"/>
              </a:spcAft>
              <a:buSzPts val="1000"/>
              <a:buNone/>
              <a:defRPr sz="1300"/>
            </a:lvl5pPr>
            <a:lvl6pPr lvl="5">
              <a:spcBef>
                <a:spcPts val="0"/>
              </a:spcBef>
              <a:spcAft>
                <a:spcPts val="0"/>
              </a:spcAft>
              <a:buSzPts val="1000"/>
              <a:buNone/>
              <a:defRPr sz="1300"/>
            </a:lvl6pPr>
            <a:lvl7pPr lvl="6">
              <a:spcBef>
                <a:spcPts val="0"/>
              </a:spcBef>
              <a:spcAft>
                <a:spcPts val="0"/>
              </a:spcAft>
              <a:buSzPts val="1000"/>
              <a:buNone/>
              <a:defRPr sz="1300"/>
            </a:lvl7pPr>
            <a:lvl8pPr lvl="7">
              <a:spcBef>
                <a:spcPts val="0"/>
              </a:spcBef>
              <a:spcAft>
                <a:spcPts val="0"/>
              </a:spcAft>
              <a:buSzPts val="1000"/>
              <a:buNone/>
              <a:defRPr sz="1300"/>
            </a:lvl8pPr>
            <a:lvl9pPr lvl="8">
              <a:spcBef>
                <a:spcPts val="0"/>
              </a:spcBef>
              <a:spcAft>
                <a:spcPts val="0"/>
              </a:spcAft>
              <a:buSzPts val="1000"/>
              <a:buNone/>
              <a:defRPr sz="1300"/>
            </a:lvl9pPr>
          </a:lstStyle>
          <a:p>
            <a:endParaRPr/>
          </a:p>
        </p:txBody>
      </p:sp>
      <p:sp>
        <p:nvSpPr>
          <p:cNvPr id="70" name="Shape 70"/>
          <p:cNvSpPr/>
          <p:nvPr/>
        </p:nvSpPr>
        <p:spPr>
          <a:xfrm>
            <a:off x="242937" y="0"/>
            <a:ext cx="8656646" cy="121501"/>
          </a:xfrm>
          <a:prstGeom prst="rect">
            <a:avLst/>
          </a:prstGeom>
          <a:solidFill>
            <a:schemeClr val="accent1"/>
          </a:solidFill>
          <a:ln>
            <a:noFill/>
          </a:ln>
        </p:spPr>
        <p:txBody>
          <a:bodyPr spcFirstLastPara="1" wrap="square" lIns="80350" tIns="64275" rIns="80350" bIns="64275" anchor="ctr" anchorCtr="0">
            <a:noAutofit/>
          </a:bodyPr>
          <a:lstStyle/>
          <a:p>
            <a:pPr marL="0" marR="0" lvl="0" indent="0" algn="ctr" rtl="0">
              <a:spcBef>
                <a:spcPts val="0"/>
              </a:spcBef>
              <a:spcAft>
                <a:spcPts val="0"/>
              </a:spcAft>
              <a:buNone/>
            </a:pPr>
            <a:endParaRPr sz="1400" b="0" i="0" u="none" strike="noStrike" cap="none">
              <a:solidFill>
                <a:srgbClr val="000000"/>
              </a:solidFill>
              <a:latin typeface="Arial"/>
              <a:ea typeface="Arial"/>
              <a:cs typeface="Arial"/>
              <a:sym typeface="Arial"/>
            </a:endParaRPr>
          </a:p>
        </p:txBody>
      </p:sp>
      <p:pic>
        <p:nvPicPr>
          <p:cNvPr id="71" name="Shape 71"/>
          <p:cNvPicPr preferRelativeResize="0"/>
          <p:nvPr/>
        </p:nvPicPr>
        <p:blipFill rotWithShape="1">
          <a:blip r:embed="rId2">
            <a:alphaModFix/>
          </a:blip>
          <a:srcRect/>
          <a:stretch/>
        </p:blipFill>
        <p:spPr>
          <a:xfrm>
            <a:off x="244015" y="4561746"/>
            <a:ext cx="687390" cy="340111"/>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72"/>
        <p:cNvGrpSpPr/>
        <p:nvPr/>
      </p:nvGrpSpPr>
      <p:grpSpPr>
        <a:xfrm>
          <a:off x="0" y="0"/>
          <a:ext cx="0" cy="0"/>
          <a:chOff x="0" y="0"/>
          <a:chExt cx="0" cy="0"/>
        </a:xfrm>
      </p:grpSpPr>
      <p:pic>
        <p:nvPicPr>
          <p:cNvPr id="73" name="Shape 73"/>
          <p:cNvPicPr preferRelativeResize="0"/>
          <p:nvPr/>
        </p:nvPicPr>
        <p:blipFill/>
        <p:spPr>
          <a:xfrm>
            <a:off x="1191" y="1191"/>
            <a:ext cx="1190" cy="1190"/>
          </a:xfrm>
          <a:prstGeom prst="rect">
            <a:avLst/>
          </a:prstGeom>
          <a:solidFill>
            <a:srgbClr val="FFFFFF"/>
          </a:solidFill>
          <a:ln>
            <a:noFill/>
          </a:ln>
        </p:spPr>
      </p:pic>
      <p:sp>
        <p:nvSpPr>
          <p:cNvPr id="74" name="Shape 74"/>
          <p:cNvSpPr txBox="1">
            <a:spLocks noGrp="1"/>
          </p:cNvSpPr>
          <p:nvPr>
            <p:ph type="title"/>
          </p:nvPr>
        </p:nvSpPr>
        <p:spPr>
          <a:xfrm>
            <a:off x="242937" y="243000"/>
            <a:ext cx="8656646" cy="567001"/>
          </a:xfrm>
          <a:prstGeom prst="rect">
            <a:avLst/>
          </a:prstGeom>
          <a:noFill/>
          <a:ln>
            <a:noFill/>
          </a:ln>
        </p:spPr>
        <p:txBody>
          <a:bodyPr spcFirstLastPara="1" wrap="square" lIns="68550" tIns="68550" rIns="68550" bIns="68550" anchor="ctr" anchorCtr="0"/>
          <a:lstStyle>
            <a:lvl1pPr marR="0" lvl="0" algn="l" rtl="0">
              <a:spcBef>
                <a:spcPts val="0"/>
              </a:spcBef>
              <a:spcAft>
                <a:spcPts val="0"/>
              </a:spcAft>
              <a:buClr>
                <a:schemeClr val="accent2"/>
              </a:buClr>
              <a:buSzPts val="2100"/>
              <a:buFont typeface="Arial"/>
              <a:buNone/>
              <a:defRPr sz="2100" b="1" i="0" u="none" strike="noStrike" cap="none">
                <a:solidFill>
                  <a:schemeClr val="accent2"/>
                </a:solidFill>
                <a:latin typeface="Arial"/>
                <a:ea typeface="Arial"/>
                <a:cs typeface="Arial"/>
                <a:sym typeface="Arial"/>
              </a:defRPr>
            </a:lvl1pPr>
            <a:lvl2pPr lvl="1">
              <a:spcBef>
                <a:spcPts val="0"/>
              </a:spcBef>
              <a:spcAft>
                <a:spcPts val="0"/>
              </a:spcAft>
              <a:buSzPts val="1000"/>
              <a:buNone/>
              <a:defRPr sz="1300"/>
            </a:lvl2pPr>
            <a:lvl3pPr lvl="2">
              <a:spcBef>
                <a:spcPts val="0"/>
              </a:spcBef>
              <a:spcAft>
                <a:spcPts val="0"/>
              </a:spcAft>
              <a:buSzPts val="1000"/>
              <a:buNone/>
              <a:defRPr sz="1300"/>
            </a:lvl3pPr>
            <a:lvl4pPr lvl="3">
              <a:spcBef>
                <a:spcPts val="0"/>
              </a:spcBef>
              <a:spcAft>
                <a:spcPts val="0"/>
              </a:spcAft>
              <a:buSzPts val="1000"/>
              <a:buNone/>
              <a:defRPr sz="1300"/>
            </a:lvl4pPr>
            <a:lvl5pPr lvl="4">
              <a:spcBef>
                <a:spcPts val="0"/>
              </a:spcBef>
              <a:spcAft>
                <a:spcPts val="0"/>
              </a:spcAft>
              <a:buSzPts val="1000"/>
              <a:buNone/>
              <a:defRPr sz="1300"/>
            </a:lvl5pPr>
            <a:lvl6pPr lvl="5">
              <a:spcBef>
                <a:spcPts val="0"/>
              </a:spcBef>
              <a:spcAft>
                <a:spcPts val="0"/>
              </a:spcAft>
              <a:buSzPts val="1000"/>
              <a:buNone/>
              <a:defRPr sz="1300"/>
            </a:lvl6pPr>
            <a:lvl7pPr lvl="6">
              <a:spcBef>
                <a:spcPts val="0"/>
              </a:spcBef>
              <a:spcAft>
                <a:spcPts val="0"/>
              </a:spcAft>
              <a:buSzPts val="1000"/>
              <a:buNone/>
              <a:defRPr sz="1300"/>
            </a:lvl7pPr>
            <a:lvl8pPr lvl="7">
              <a:spcBef>
                <a:spcPts val="0"/>
              </a:spcBef>
              <a:spcAft>
                <a:spcPts val="0"/>
              </a:spcAft>
              <a:buSzPts val="1000"/>
              <a:buNone/>
              <a:defRPr sz="1300"/>
            </a:lvl8pPr>
            <a:lvl9pPr lvl="8">
              <a:spcBef>
                <a:spcPts val="0"/>
              </a:spcBef>
              <a:spcAft>
                <a:spcPts val="0"/>
              </a:spcAft>
              <a:buSzPts val="1000"/>
              <a:buNone/>
              <a:defRPr sz="1300"/>
            </a:lvl9pPr>
          </a:lstStyle>
          <a:p>
            <a:endParaRPr/>
          </a:p>
        </p:txBody>
      </p:sp>
      <p:sp>
        <p:nvSpPr>
          <p:cNvPr id="75" name="Shape 75"/>
          <p:cNvSpPr txBox="1">
            <a:spLocks noGrp="1"/>
          </p:cNvSpPr>
          <p:nvPr>
            <p:ph type="body" idx="1"/>
          </p:nvPr>
        </p:nvSpPr>
        <p:spPr>
          <a:xfrm>
            <a:off x="242937" y="1269001"/>
            <a:ext cx="8656646" cy="3294006"/>
          </a:xfrm>
          <a:prstGeom prst="rect">
            <a:avLst/>
          </a:prstGeom>
          <a:noFill/>
          <a:ln>
            <a:noFill/>
          </a:ln>
        </p:spPr>
        <p:txBody>
          <a:bodyPr spcFirstLastPara="1" wrap="square" lIns="68550" tIns="68550" rIns="68550" bIns="68550" anchor="t" anchorCtr="0"/>
          <a:lstStyle>
            <a:lvl1pPr marL="457200" marR="0" lvl="0" indent="-228600" algn="l" rtl="0">
              <a:spcBef>
                <a:spcPts val="1800"/>
              </a:spcBef>
              <a:spcAft>
                <a:spcPts val="0"/>
              </a:spcAft>
              <a:buClr>
                <a:schemeClr val="accent1"/>
              </a:buClr>
              <a:buSzPts val="1200"/>
              <a:buFont typeface="Arial"/>
              <a:buNone/>
              <a:defRPr sz="1500" b="0" i="0" u="none" strike="noStrike" cap="none">
                <a:solidFill>
                  <a:schemeClr val="dk1"/>
                </a:solidFill>
                <a:latin typeface="Arial"/>
                <a:ea typeface="Arial"/>
                <a:cs typeface="Arial"/>
                <a:sym typeface="Arial"/>
              </a:defRPr>
            </a:lvl1pPr>
            <a:lvl2pPr marL="914400" marR="0" lvl="1" indent="-228600" algn="l" rtl="0">
              <a:spcBef>
                <a:spcPts val="400"/>
              </a:spcBef>
              <a:spcAft>
                <a:spcPts val="0"/>
              </a:spcAft>
              <a:buClr>
                <a:schemeClr val="accent1"/>
              </a:buClr>
              <a:buSzPts val="1200"/>
              <a:buFont typeface="Noto Sans Symbols"/>
              <a:buNone/>
              <a:defRPr sz="1500" b="0" i="0" u="none" strike="noStrike" cap="none">
                <a:solidFill>
                  <a:schemeClr val="dk1"/>
                </a:solidFill>
                <a:latin typeface="Arial"/>
                <a:ea typeface="Arial"/>
                <a:cs typeface="Arial"/>
                <a:sym typeface="Arial"/>
              </a:defRPr>
            </a:lvl2pPr>
            <a:lvl3pPr marL="1371600" marR="0" lvl="2" indent="-311150" algn="l" rtl="0">
              <a:spcBef>
                <a:spcPts val="300"/>
              </a:spcBef>
              <a:spcAft>
                <a:spcPts val="0"/>
              </a:spcAft>
              <a:buClr>
                <a:schemeClr val="accent1"/>
              </a:buClr>
              <a:buSzPts val="1300"/>
              <a:buFont typeface="Noto Sans Symbols"/>
              <a:buChar char="•"/>
              <a:defRPr sz="1300" b="0" i="0" u="none" strike="noStrike" cap="none">
                <a:solidFill>
                  <a:schemeClr val="dk1"/>
                </a:solidFill>
                <a:latin typeface="Arial"/>
                <a:ea typeface="Arial"/>
                <a:cs typeface="Arial"/>
                <a:sym typeface="Arial"/>
              </a:defRPr>
            </a:lvl3pPr>
            <a:lvl4pPr marL="1828800" marR="0" lvl="3" indent="-311150" algn="l" rtl="0">
              <a:spcBef>
                <a:spcPts val="300"/>
              </a:spcBef>
              <a:spcAft>
                <a:spcPts val="0"/>
              </a:spcAft>
              <a:buClr>
                <a:schemeClr val="dk1"/>
              </a:buClr>
              <a:buSzPts val="1300"/>
              <a:buFont typeface="Arial"/>
              <a:buChar char="–"/>
              <a:defRPr sz="1300" b="0" i="0" u="none" strike="noStrike" cap="none">
                <a:solidFill>
                  <a:schemeClr val="dk1"/>
                </a:solidFill>
                <a:latin typeface="Arial"/>
                <a:ea typeface="Arial"/>
                <a:cs typeface="Arial"/>
                <a:sym typeface="Arial"/>
              </a:defRPr>
            </a:lvl4pPr>
            <a:lvl5pPr marL="2286000" marR="0" lvl="4" indent="-304800" algn="l" rtl="0">
              <a:spcBef>
                <a:spcPts val="200"/>
              </a:spcBef>
              <a:spcAft>
                <a:spcPts val="0"/>
              </a:spcAft>
              <a:buClr>
                <a:schemeClr val="dk1"/>
              </a:buClr>
              <a:buSzPts val="1200"/>
              <a:buFont typeface="Courier New"/>
              <a:buChar char="o"/>
              <a:defRPr sz="1200" b="0" i="0" u="none" strike="noStrike" cap="none">
                <a:solidFill>
                  <a:schemeClr val="dk1"/>
                </a:solidFill>
                <a:latin typeface="Arial"/>
                <a:ea typeface="Arial"/>
                <a:cs typeface="Arial"/>
                <a:sym typeface="Arial"/>
              </a:defRPr>
            </a:lvl5pPr>
            <a:lvl6pPr marL="2743200" marR="0" lvl="5"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matchingName="Divider Page">
  <p:cSld name="Divider Page">
    <p:bg>
      <p:bgPr>
        <a:solidFill>
          <a:schemeClr val="lt1"/>
        </a:solidFill>
        <a:effectLst/>
      </p:bgPr>
    </p:bg>
    <p:spTree>
      <p:nvGrpSpPr>
        <p:cNvPr id="1" name="Shape 76"/>
        <p:cNvGrpSpPr/>
        <p:nvPr/>
      </p:nvGrpSpPr>
      <p:grpSpPr>
        <a:xfrm>
          <a:off x="0" y="0"/>
          <a:ext cx="0" cy="0"/>
          <a:chOff x="0" y="0"/>
          <a:chExt cx="0" cy="0"/>
        </a:xfrm>
      </p:grpSpPr>
      <p:pic>
        <p:nvPicPr>
          <p:cNvPr id="77" name="Shape 77"/>
          <p:cNvPicPr preferRelativeResize="0"/>
          <p:nvPr/>
        </p:nvPicPr>
        <p:blipFill/>
        <p:spPr>
          <a:xfrm>
            <a:off x="1191" y="1191"/>
            <a:ext cx="1190" cy="1190"/>
          </a:xfrm>
          <a:prstGeom prst="rect">
            <a:avLst/>
          </a:prstGeom>
          <a:solidFill>
            <a:srgbClr val="FFFFFF"/>
          </a:solidFill>
          <a:ln>
            <a:noFill/>
          </a:ln>
        </p:spPr>
      </p:pic>
      <p:sp>
        <p:nvSpPr>
          <p:cNvPr id="78" name="Shape 78"/>
          <p:cNvSpPr/>
          <p:nvPr/>
        </p:nvSpPr>
        <p:spPr>
          <a:xfrm>
            <a:off x="242937" y="0"/>
            <a:ext cx="8656646" cy="1721647"/>
          </a:xfrm>
          <a:prstGeom prst="rect">
            <a:avLst/>
          </a:prstGeom>
          <a:solidFill>
            <a:schemeClr val="accent1"/>
          </a:solidFill>
          <a:ln>
            <a:noFill/>
          </a:ln>
        </p:spPr>
        <p:txBody>
          <a:bodyPr spcFirstLastPara="1" wrap="square" lIns="80350" tIns="64275" rIns="80350" bIns="64275" anchor="ctr" anchorCtr="0">
            <a:noAutofit/>
          </a:bodyPr>
          <a:lstStyle/>
          <a:p>
            <a:pPr marL="0" marR="0" lvl="0" indent="0" algn="ctr" rtl="0">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79" name="Shape 79"/>
          <p:cNvSpPr txBox="1">
            <a:spLocks noGrp="1"/>
          </p:cNvSpPr>
          <p:nvPr>
            <p:ph type="ctrTitle"/>
          </p:nvPr>
        </p:nvSpPr>
        <p:spPr>
          <a:xfrm>
            <a:off x="242937" y="1833303"/>
            <a:ext cx="8656646" cy="692338"/>
          </a:xfrm>
          <a:prstGeom prst="rect">
            <a:avLst/>
          </a:prstGeom>
          <a:noFill/>
          <a:ln>
            <a:noFill/>
          </a:ln>
        </p:spPr>
        <p:txBody>
          <a:bodyPr spcFirstLastPara="1" wrap="square" lIns="68550" tIns="68550" rIns="68550" bIns="68550" anchor="t" anchorCtr="0"/>
          <a:lstStyle>
            <a:lvl1pPr marR="0" lvl="0" algn="l" rtl="0">
              <a:spcBef>
                <a:spcPts val="0"/>
              </a:spcBef>
              <a:spcAft>
                <a:spcPts val="0"/>
              </a:spcAft>
              <a:buClr>
                <a:schemeClr val="dk1"/>
              </a:buClr>
              <a:buSzPts val="4500"/>
              <a:buFont typeface="Arial"/>
              <a:buNone/>
              <a:defRPr sz="4500" b="1" i="0" u="none" strike="noStrike" cap="none">
                <a:solidFill>
                  <a:schemeClr val="dk1"/>
                </a:solidFill>
                <a:latin typeface="Arial"/>
                <a:ea typeface="Arial"/>
                <a:cs typeface="Arial"/>
                <a:sym typeface="Arial"/>
              </a:defRPr>
            </a:lvl1pPr>
            <a:lvl2pPr lvl="1">
              <a:spcBef>
                <a:spcPts val="0"/>
              </a:spcBef>
              <a:spcAft>
                <a:spcPts val="0"/>
              </a:spcAft>
              <a:buSzPts val="1000"/>
              <a:buNone/>
              <a:defRPr sz="1300"/>
            </a:lvl2pPr>
            <a:lvl3pPr lvl="2">
              <a:spcBef>
                <a:spcPts val="0"/>
              </a:spcBef>
              <a:spcAft>
                <a:spcPts val="0"/>
              </a:spcAft>
              <a:buSzPts val="1000"/>
              <a:buNone/>
              <a:defRPr sz="1300"/>
            </a:lvl3pPr>
            <a:lvl4pPr lvl="3">
              <a:spcBef>
                <a:spcPts val="0"/>
              </a:spcBef>
              <a:spcAft>
                <a:spcPts val="0"/>
              </a:spcAft>
              <a:buSzPts val="1000"/>
              <a:buNone/>
              <a:defRPr sz="1300"/>
            </a:lvl4pPr>
            <a:lvl5pPr lvl="4">
              <a:spcBef>
                <a:spcPts val="0"/>
              </a:spcBef>
              <a:spcAft>
                <a:spcPts val="0"/>
              </a:spcAft>
              <a:buSzPts val="1000"/>
              <a:buNone/>
              <a:defRPr sz="1300"/>
            </a:lvl5pPr>
            <a:lvl6pPr lvl="5">
              <a:spcBef>
                <a:spcPts val="0"/>
              </a:spcBef>
              <a:spcAft>
                <a:spcPts val="0"/>
              </a:spcAft>
              <a:buSzPts val="1000"/>
              <a:buNone/>
              <a:defRPr sz="1300"/>
            </a:lvl6pPr>
            <a:lvl7pPr lvl="6">
              <a:spcBef>
                <a:spcPts val="0"/>
              </a:spcBef>
              <a:spcAft>
                <a:spcPts val="0"/>
              </a:spcAft>
              <a:buSzPts val="1000"/>
              <a:buNone/>
              <a:defRPr sz="1300"/>
            </a:lvl7pPr>
            <a:lvl8pPr lvl="7">
              <a:spcBef>
                <a:spcPts val="0"/>
              </a:spcBef>
              <a:spcAft>
                <a:spcPts val="0"/>
              </a:spcAft>
              <a:buSzPts val="1000"/>
              <a:buNone/>
              <a:defRPr sz="1300"/>
            </a:lvl8pPr>
            <a:lvl9pPr lvl="8">
              <a:spcBef>
                <a:spcPts val="0"/>
              </a:spcBef>
              <a:spcAft>
                <a:spcPts val="0"/>
              </a:spcAft>
              <a:buSzPts val="1000"/>
              <a:buNone/>
              <a:defRPr sz="1300"/>
            </a:lvl9pPr>
          </a:lstStyle>
          <a:p>
            <a:endParaRPr/>
          </a:p>
        </p:txBody>
      </p:sp>
      <p:sp>
        <p:nvSpPr>
          <p:cNvPr id="80" name="Shape 80"/>
          <p:cNvSpPr txBox="1">
            <a:spLocks noGrp="1"/>
          </p:cNvSpPr>
          <p:nvPr>
            <p:ph type="body" idx="1"/>
          </p:nvPr>
        </p:nvSpPr>
        <p:spPr>
          <a:xfrm>
            <a:off x="242937" y="2629805"/>
            <a:ext cx="8656646" cy="465536"/>
          </a:xfrm>
          <a:prstGeom prst="rect">
            <a:avLst/>
          </a:prstGeom>
          <a:noFill/>
          <a:ln>
            <a:noFill/>
          </a:ln>
        </p:spPr>
        <p:txBody>
          <a:bodyPr spcFirstLastPara="1" wrap="square" lIns="68550" tIns="68550" rIns="68550" bIns="68550" anchor="t" anchorCtr="0"/>
          <a:lstStyle>
            <a:lvl1pPr marL="457200" marR="0" lvl="0" indent="-228600" algn="l" rtl="0">
              <a:spcBef>
                <a:spcPts val="1100"/>
              </a:spcBef>
              <a:spcAft>
                <a:spcPts val="0"/>
              </a:spcAft>
              <a:buClr>
                <a:schemeClr val="accent1"/>
              </a:buClr>
              <a:buSzPts val="1100"/>
              <a:buFont typeface="Arial"/>
              <a:buNone/>
              <a:defRPr sz="1400" b="0" i="0" u="none" strike="noStrike" cap="none">
                <a:solidFill>
                  <a:schemeClr val="dk1"/>
                </a:solidFill>
                <a:latin typeface="Arial"/>
                <a:ea typeface="Arial"/>
                <a:cs typeface="Arial"/>
                <a:sym typeface="Arial"/>
              </a:defRPr>
            </a:lvl1pPr>
            <a:lvl2pPr marL="914400" marR="0" lvl="1" indent="-228600" algn="l" rtl="0">
              <a:spcBef>
                <a:spcPts val="400"/>
              </a:spcBef>
              <a:spcAft>
                <a:spcPts val="0"/>
              </a:spcAft>
              <a:buClr>
                <a:schemeClr val="accent1"/>
              </a:buClr>
              <a:buSzPts val="1200"/>
              <a:buFont typeface="Noto Sans Symbols"/>
              <a:buNone/>
              <a:defRPr sz="1500" b="0" i="0" u="none" strike="noStrike" cap="none">
                <a:solidFill>
                  <a:schemeClr val="dk1"/>
                </a:solidFill>
                <a:latin typeface="Arial"/>
                <a:ea typeface="Arial"/>
                <a:cs typeface="Arial"/>
                <a:sym typeface="Arial"/>
              </a:defRPr>
            </a:lvl2pPr>
            <a:lvl3pPr marL="1371600" marR="0" lvl="2" indent="-311150" algn="l" rtl="0">
              <a:spcBef>
                <a:spcPts val="300"/>
              </a:spcBef>
              <a:spcAft>
                <a:spcPts val="0"/>
              </a:spcAft>
              <a:buClr>
                <a:schemeClr val="accent1"/>
              </a:buClr>
              <a:buSzPts val="1300"/>
              <a:buFont typeface="Noto Sans Symbols"/>
              <a:buChar char="•"/>
              <a:defRPr sz="1300" b="0" i="0" u="none" strike="noStrike" cap="none">
                <a:solidFill>
                  <a:schemeClr val="dk1"/>
                </a:solidFill>
                <a:latin typeface="Arial"/>
                <a:ea typeface="Arial"/>
                <a:cs typeface="Arial"/>
                <a:sym typeface="Arial"/>
              </a:defRPr>
            </a:lvl3pPr>
            <a:lvl4pPr marL="1828800" marR="0" lvl="3" indent="-311150" algn="l" rtl="0">
              <a:spcBef>
                <a:spcPts val="300"/>
              </a:spcBef>
              <a:spcAft>
                <a:spcPts val="0"/>
              </a:spcAft>
              <a:buClr>
                <a:schemeClr val="dk1"/>
              </a:buClr>
              <a:buSzPts val="1300"/>
              <a:buFont typeface="Arial"/>
              <a:buChar char="–"/>
              <a:defRPr sz="1300" b="0" i="0" u="none" strike="noStrike" cap="none">
                <a:solidFill>
                  <a:schemeClr val="dk1"/>
                </a:solidFill>
                <a:latin typeface="Arial"/>
                <a:ea typeface="Arial"/>
                <a:cs typeface="Arial"/>
                <a:sym typeface="Arial"/>
              </a:defRPr>
            </a:lvl4pPr>
            <a:lvl5pPr marL="2286000" marR="0" lvl="4" indent="-304800" algn="l" rtl="0">
              <a:spcBef>
                <a:spcPts val="200"/>
              </a:spcBef>
              <a:spcAft>
                <a:spcPts val="0"/>
              </a:spcAft>
              <a:buClr>
                <a:schemeClr val="dk1"/>
              </a:buClr>
              <a:buSzPts val="1200"/>
              <a:buFont typeface="Courier New"/>
              <a:buChar char="o"/>
              <a:defRPr sz="1200" b="0" i="0" u="none" strike="noStrike" cap="none">
                <a:solidFill>
                  <a:schemeClr val="dk1"/>
                </a:solidFill>
                <a:latin typeface="Arial"/>
                <a:ea typeface="Arial"/>
                <a:cs typeface="Arial"/>
                <a:sym typeface="Arial"/>
              </a:defRPr>
            </a:lvl5pPr>
            <a:lvl6pPr marL="2743200" marR="0" lvl="5"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pic>
        <p:nvPicPr>
          <p:cNvPr id="81" name="Shape 81"/>
          <p:cNvPicPr preferRelativeResize="0"/>
          <p:nvPr/>
        </p:nvPicPr>
        <p:blipFill rotWithShape="1">
          <a:blip r:embed="rId2">
            <a:alphaModFix/>
          </a:blip>
          <a:srcRect/>
          <a:stretch/>
        </p:blipFill>
        <p:spPr>
          <a:xfrm>
            <a:off x="244015" y="4561746"/>
            <a:ext cx="687390" cy="340111"/>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_Title and Text">
  <p:cSld name="1_Title and Text">
    <p:spTree>
      <p:nvGrpSpPr>
        <p:cNvPr id="1" name="Shape 82"/>
        <p:cNvGrpSpPr/>
        <p:nvPr/>
      </p:nvGrpSpPr>
      <p:grpSpPr>
        <a:xfrm>
          <a:off x="0" y="0"/>
          <a:ext cx="0" cy="0"/>
          <a:chOff x="0" y="0"/>
          <a:chExt cx="0" cy="0"/>
        </a:xfrm>
      </p:grpSpPr>
      <p:sp>
        <p:nvSpPr>
          <p:cNvPr id="83" name="Shape 83"/>
          <p:cNvSpPr txBox="1">
            <a:spLocks noGrp="1"/>
          </p:cNvSpPr>
          <p:nvPr>
            <p:ph type="title"/>
          </p:nvPr>
        </p:nvSpPr>
        <p:spPr>
          <a:xfrm>
            <a:off x="242937" y="243000"/>
            <a:ext cx="8656646" cy="567001"/>
          </a:xfrm>
          <a:prstGeom prst="rect">
            <a:avLst/>
          </a:prstGeom>
          <a:noFill/>
          <a:ln>
            <a:noFill/>
          </a:ln>
        </p:spPr>
        <p:txBody>
          <a:bodyPr spcFirstLastPara="1" wrap="square" lIns="68550" tIns="68550" rIns="68550" bIns="68550" anchor="ctr" anchorCtr="0"/>
          <a:lstStyle>
            <a:lvl1pPr marR="0" lvl="0" algn="l" rtl="0">
              <a:spcBef>
                <a:spcPts val="0"/>
              </a:spcBef>
              <a:spcAft>
                <a:spcPts val="0"/>
              </a:spcAft>
              <a:buClr>
                <a:schemeClr val="accent2"/>
              </a:buClr>
              <a:buSzPts val="2100"/>
              <a:buFont typeface="Arial"/>
              <a:buNone/>
              <a:defRPr sz="2100" b="1" i="0" u="none" strike="noStrike" cap="none">
                <a:solidFill>
                  <a:schemeClr val="accent2"/>
                </a:solidFill>
                <a:latin typeface="Arial"/>
                <a:ea typeface="Arial"/>
                <a:cs typeface="Arial"/>
                <a:sym typeface="Arial"/>
              </a:defRPr>
            </a:lvl1pPr>
            <a:lvl2pPr lvl="1">
              <a:spcBef>
                <a:spcPts val="0"/>
              </a:spcBef>
              <a:spcAft>
                <a:spcPts val="0"/>
              </a:spcAft>
              <a:buSzPts val="1000"/>
              <a:buNone/>
              <a:defRPr sz="1300"/>
            </a:lvl2pPr>
            <a:lvl3pPr lvl="2">
              <a:spcBef>
                <a:spcPts val="0"/>
              </a:spcBef>
              <a:spcAft>
                <a:spcPts val="0"/>
              </a:spcAft>
              <a:buSzPts val="1000"/>
              <a:buNone/>
              <a:defRPr sz="1300"/>
            </a:lvl3pPr>
            <a:lvl4pPr lvl="3">
              <a:spcBef>
                <a:spcPts val="0"/>
              </a:spcBef>
              <a:spcAft>
                <a:spcPts val="0"/>
              </a:spcAft>
              <a:buSzPts val="1000"/>
              <a:buNone/>
              <a:defRPr sz="1300"/>
            </a:lvl4pPr>
            <a:lvl5pPr lvl="4">
              <a:spcBef>
                <a:spcPts val="0"/>
              </a:spcBef>
              <a:spcAft>
                <a:spcPts val="0"/>
              </a:spcAft>
              <a:buSzPts val="1000"/>
              <a:buNone/>
              <a:defRPr sz="1300"/>
            </a:lvl5pPr>
            <a:lvl6pPr lvl="5">
              <a:spcBef>
                <a:spcPts val="0"/>
              </a:spcBef>
              <a:spcAft>
                <a:spcPts val="0"/>
              </a:spcAft>
              <a:buSzPts val="1000"/>
              <a:buNone/>
              <a:defRPr sz="1300"/>
            </a:lvl6pPr>
            <a:lvl7pPr lvl="6">
              <a:spcBef>
                <a:spcPts val="0"/>
              </a:spcBef>
              <a:spcAft>
                <a:spcPts val="0"/>
              </a:spcAft>
              <a:buSzPts val="1000"/>
              <a:buNone/>
              <a:defRPr sz="1300"/>
            </a:lvl7pPr>
            <a:lvl8pPr lvl="7">
              <a:spcBef>
                <a:spcPts val="0"/>
              </a:spcBef>
              <a:spcAft>
                <a:spcPts val="0"/>
              </a:spcAft>
              <a:buSzPts val="1000"/>
              <a:buNone/>
              <a:defRPr sz="1300"/>
            </a:lvl8pPr>
            <a:lvl9pPr lvl="8">
              <a:spcBef>
                <a:spcPts val="0"/>
              </a:spcBef>
              <a:spcAft>
                <a:spcPts val="0"/>
              </a:spcAft>
              <a:buSzPts val="1000"/>
              <a:buNone/>
              <a:defRPr sz="1300"/>
            </a:lvl9pPr>
          </a:lstStyle>
          <a:p>
            <a:endParaRPr/>
          </a:p>
        </p:txBody>
      </p:sp>
      <p:sp>
        <p:nvSpPr>
          <p:cNvPr id="84" name="Shape 84"/>
          <p:cNvSpPr txBox="1">
            <a:spLocks noGrp="1"/>
          </p:cNvSpPr>
          <p:nvPr>
            <p:ph type="body" idx="1"/>
          </p:nvPr>
        </p:nvSpPr>
        <p:spPr>
          <a:xfrm>
            <a:off x="242937" y="1268017"/>
            <a:ext cx="8656646" cy="3293276"/>
          </a:xfrm>
          <a:prstGeom prst="rect">
            <a:avLst/>
          </a:prstGeom>
          <a:noFill/>
          <a:ln>
            <a:noFill/>
          </a:ln>
        </p:spPr>
        <p:txBody>
          <a:bodyPr spcFirstLastPara="1" wrap="square" lIns="68550" tIns="68550" rIns="68550" bIns="68550" anchor="t" anchorCtr="0"/>
          <a:lstStyle>
            <a:lvl1pPr marL="457200" marR="0" lvl="0" indent="-228600" algn="l" rtl="0">
              <a:spcBef>
                <a:spcPts val="1800"/>
              </a:spcBef>
              <a:spcAft>
                <a:spcPts val="0"/>
              </a:spcAft>
              <a:buClr>
                <a:schemeClr val="accent1"/>
              </a:buClr>
              <a:buSzPts val="1200"/>
              <a:buFont typeface="Arial"/>
              <a:buNone/>
              <a:defRPr sz="1500" b="1" i="0" u="none" strike="noStrike" cap="none">
                <a:solidFill>
                  <a:schemeClr val="dk1"/>
                </a:solidFill>
                <a:latin typeface="Arial"/>
                <a:ea typeface="Arial"/>
                <a:cs typeface="Arial"/>
                <a:sym typeface="Arial"/>
              </a:defRPr>
            </a:lvl1pPr>
            <a:lvl2pPr marL="914400" marR="0" lvl="1" indent="-228600" algn="l" rtl="0">
              <a:spcBef>
                <a:spcPts val="400"/>
              </a:spcBef>
              <a:spcAft>
                <a:spcPts val="0"/>
              </a:spcAft>
              <a:buClr>
                <a:schemeClr val="accent1"/>
              </a:buClr>
              <a:buSzPts val="1200"/>
              <a:buFont typeface="Noto Sans Symbols"/>
              <a:buNone/>
              <a:defRPr sz="1500" b="0" i="0" u="none" strike="noStrike" cap="none">
                <a:solidFill>
                  <a:schemeClr val="dk1"/>
                </a:solidFill>
                <a:latin typeface="Arial"/>
                <a:ea typeface="Arial"/>
                <a:cs typeface="Arial"/>
                <a:sym typeface="Arial"/>
              </a:defRPr>
            </a:lvl2pPr>
            <a:lvl3pPr marL="1371600" marR="0" lvl="2" indent="-311150" algn="l" rtl="0">
              <a:spcBef>
                <a:spcPts val="300"/>
              </a:spcBef>
              <a:spcAft>
                <a:spcPts val="0"/>
              </a:spcAft>
              <a:buClr>
                <a:schemeClr val="accent1"/>
              </a:buClr>
              <a:buSzPts val="1300"/>
              <a:buFont typeface="Noto Sans Symbols"/>
              <a:buChar char="•"/>
              <a:defRPr sz="1300" b="0" i="0" u="none" strike="noStrike" cap="none">
                <a:solidFill>
                  <a:schemeClr val="dk1"/>
                </a:solidFill>
                <a:latin typeface="Arial"/>
                <a:ea typeface="Arial"/>
                <a:cs typeface="Arial"/>
                <a:sym typeface="Arial"/>
              </a:defRPr>
            </a:lvl3pPr>
            <a:lvl4pPr marL="1828800" marR="0" lvl="3" indent="-311150" algn="l" rtl="0">
              <a:spcBef>
                <a:spcPts val="300"/>
              </a:spcBef>
              <a:spcAft>
                <a:spcPts val="0"/>
              </a:spcAft>
              <a:buClr>
                <a:schemeClr val="dk1"/>
              </a:buClr>
              <a:buSzPts val="1300"/>
              <a:buFont typeface="Arial"/>
              <a:buChar char="–"/>
              <a:defRPr sz="1300" b="0" i="0" u="none" strike="noStrike" cap="none">
                <a:solidFill>
                  <a:schemeClr val="dk1"/>
                </a:solidFill>
                <a:latin typeface="Arial"/>
                <a:ea typeface="Arial"/>
                <a:cs typeface="Arial"/>
                <a:sym typeface="Arial"/>
              </a:defRPr>
            </a:lvl4pPr>
            <a:lvl5pPr marL="2286000" marR="0" lvl="4" indent="-304800" algn="l" rtl="0">
              <a:spcBef>
                <a:spcPts val="200"/>
              </a:spcBef>
              <a:spcAft>
                <a:spcPts val="0"/>
              </a:spcAft>
              <a:buClr>
                <a:schemeClr val="dk1"/>
              </a:buClr>
              <a:buSzPts val="1200"/>
              <a:buFont typeface="Courier New"/>
              <a:buChar char="o"/>
              <a:defRPr sz="1200" b="0" i="0" u="none" strike="noStrike" cap="none">
                <a:solidFill>
                  <a:schemeClr val="dk1"/>
                </a:solidFill>
                <a:latin typeface="Arial"/>
                <a:ea typeface="Arial"/>
                <a:cs typeface="Arial"/>
                <a:sym typeface="Arial"/>
              </a:defRPr>
            </a:lvl5pPr>
            <a:lvl6pPr marL="2743200" marR="0" lvl="5"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opyright">
  <p:cSld name="Copyright">
    <p:bg>
      <p:bgPr>
        <a:solidFill>
          <a:schemeClr val="lt1"/>
        </a:solidFill>
        <a:effectLst/>
      </p:bgPr>
    </p:bg>
    <p:spTree>
      <p:nvGrpSpPr>
        <p:cNvPr id="1" name="Shape 85"/>
        <p:cNvGrpSpPr/>
        <p:nvPr/>
      </p:nvGrpSpPr>
      <p:grpSpPr>
        <a:xfrm>
          <a:off x="0" y="0"/>
          <a:ext cx="0" cy="0"/>
          <a:chOff x="0" y="0"/>
          <a:chExt cx="0" cy="0"/>
        </a:xfrm>
      </p:grpSpPr>
      <p:pic>
        <p:nvPicPr>
          <p:cNvPr id="86" name="Shape 86"/>
          <p:cNvPicPr preferRelativeResize="0"/>
          <p:nvPr/>
        </p:nvPicPr>
        <p:blipFill/>
        <p:spPr>
          <a:xfrm>
            <a:off x="1191" y="1191"/>
            <a:ext cx="1190" cy="1190"/>
          </a:xfrm>
          <a:prstGeom prst="rect">
            <a:avLst/>
          </a:prstGeom>
          <a:solidFill>
            <a:srgbClr val="FFFFFF"/>
          </a:solidFill>
          <a:ln>
            <a:noFill/>
          </a:ln>
        </p:spPr>
      </p:pic>
      <p:sp>
        <p:nvSpPr>
          <p:cNvPr id="87" name="Shape 87"/>
          <p:cNvSpPr txBox="1"/>
          <p:nvPr/>
        </p:nvSpPr>
        <p:spPr>
          <a:xfrm>
            <a:off x="242937" y="243000"/>
            <a:ext cx="8658238" cy="567001"/>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de" sz="2200" b="1" i="0" u="none" strike="noStrike" cap="none" dirty="0">
                <a:solidFill>
                  <a:srgbClr val="666666"/>
                </a:solidFill>
                <a:latin typeface="Arial"/>
                <a:ea typeface="Arial"/>
                <a:cs typeface="Arial"/>
                <a:sym typeface="Arial"/>
              </a:rPr>
              <a:t>© 2018 SAP SE or an SAP affiliate company. All rights reserved.</a:t>
            </a:r>
            <a:endParaRPr sz="1000" dirty="0"/>
          </a:p>
        </p:txBody>
      </p:sp>
      <p:sp>
        <p:nvSpPr>
          <p:cNvPr id="88" name="Shape 88"/>
          <p:cNvSpPr txBox="1"/>
          <p:nvPr/>
        </p:nvSpPr>
        <p:spPr>
          <a:xfrm>
            <a:off x="242936" y="1268709"/>
            <a:ext cx="8658239" cy="265396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de" sz="900" b="0" i="0" u="none" strike="noStrike" cap="none">
                <a:solidFill>
                  <a:srgbClr val="000000"/>
                </a:solidFill>
                <a:latin typeface="Arial"/>
                <a:ea typeface="Arial"/>
                <a:cs typeface="Arial"/>
                <a:sym typeface="Arial"/>
              </a:rPr>
              <a:t>No part of this publication may be reproduced or transmitted in any form or for any purpose without the express permission of SAP SE or an SAP affiliate company.</a:t>
            </a:r>
            <a:endParaRPr sz="1000"/>
          </a:p>
          <a:p>
            <a:pPr marL="0" marR="0" lvl="0" indent="0" algn="l" rtl="0">
              <a:spcBef>
                <a:spcPts val="900"/>
              </a:spcBef>
              <a:spcAft>
                <a:spcPts val="0"/>
              </a:spcAft>
              <a:buNone/>
            </a:pPr>
            <a:r>
              <a:rPr lang="de" sz="900">
                <a:solidFill>
                  <a:srgbClr val="000000"/>
                </a:solidFill>
                <a:latin typeface="Arial"/>
                <a:ea typeface="Arial"/>
                <a:cs typeface="Arial"/>
                <a:sym typeface="Arial"/>
              </a:rPr>
              <a:t>SAP and other SAP products and services mentioned herein as well as their respective logos are trademarks or registered trademarks of SAP SE (or an SAP affiliate company) in Germany and other countries. Please see </a:t>
            </a:r>
            <a:r>
              <a:rPr lang="de" sz="900" u="sng">
                <a:solidFill>
                  <a:schemeClr val="hlink"/>
                </a:solidFill>
                <a:latin typeface="Arial"/>
                <a:ea typeface="Arial"/>
                <a:cs typeface="Arial"/>
                <a:sym typeface="Arial"/>
                <a:hlinkClick r:id="rId2"/>
              </a:rPr>
              <a:t>http://global12.sap.com/corporate-en/legal/copyright/index.epx</a:t>
            </a:r>
            <a:r>
              <a:rPr lang="de" sz="900">
                <a:solidFill>
                  <a:srgbClr val="000000"/>
                </a:solidFill>
                <a:latin typeface="Arial"/>
                <a:ea typeface="Arial"/>
                <a:cs typeface="Arial"/>
                <a:sym typeface="Arial"/>
              </a:rPr>
              <a:t> for additional trademark information and notices.</a:t>
            </a:r>
            <a:endParaRPr sz="1000"/>
          </a:p>
          <a:p>
            <a:pPr marL="0" marR="0" lvl="0" indent="0" algn="l" rtl="0">
              <a:spcBef>
                <a:spcPts val="900"/>
              </a:spcBef>
              <a:spcAft>
                <a:spcPts val="0"/>
              </a:spcAft>
              <a:buNone/>
            </a:pPr>
            <a:r>
              <a:rPr lang="de" sz="900">
                <a:solidFill>
                  <a:srgbClr val="000000"/>
                </a:solidFill>
                <a:latin typeface="Arial"/>
                <a:ea typeface="Arial"/>
                <a:cs typeface="Arial"/>
                <a:sym typeface="Arial"/>
              </a:rPr>
              <a:t>Some software products marketed by SAP SE and its distributors contain proprietary software components of other software vendors.</a:t>
            </a:r>
            <a:endParaRPr sz="1000"/>
          </a:p>
          <a:p>
            <a:pPr marL="0" marR="0" lvl="0" indent="0" algn="l" rtl="0">
              <a:spcBef>
                <a:spcPts val="900"/>
              </a:spcBef>
              <a:spcAft>
                <a:spcPts val="0"/>
              </a:spcAft>
              <a:buNone/>
            </a:pPr>
            <a:r>
              <a:rPr lang="de" sz="900">
                <a:solidFill>
                  <a:srgbClr val="000000"/>
                </a:solidFill>
                <a:latin typeface="Arial"/>
                <a:ea typeface="Arial"/>
                <a:cs typeface="Arial"/>
                <a:sym typeface="Arial"/>
              </a:rPr>
              <a:t>National product specifications may vary.</a:t>
            </a:r>
            <a:endParaRPr sz="1000"/>
          </a:p>
          <a:p>
            <a:pPr marL="0" marR="0" lvl="0" indent="0" algn="l" rtl="0">
              <a:spcBef>
                <a:spcPts val="900"/>
              </a:spcBef>
              <a:spcAft>
                <a:spcPts val="0"/>
              </a:spcAft>
              <a:buNone/>
            </a:pPr>
            <a:r>
              <a:rPr lang="de" sz="900">
                <a:solidFill>
                  <a:srgbClr val="000000"/>
                </a:solidFill>
                <a:latin typeface="Arial"/>
                <a:ea typeface="Arial"/>
                <a:cs typeface="Arial"/>
                <a:sym typeface="Arial"/>
              </a:rPr>
              <a:t>These materials are provided by SAP SE or an SAP affiliate company for informational purposes only, without representation or warranty of any kind, and SAP SE or its affiliated companies shall not be liable for errors or omissions with respect to the materials. The only warranties for SAP SE or SAP affiliate company products and </a:t>
            </a:r>
            <a:br>
              <a:rPr lang="de" sz="900">
                <a:solidFill>
                  <a:srgbClr val="000000"/>
                </a:solidFill>
                <a:latin typeface="Arial"/>
                <a:ea typeface="Arial"/>
                <a:cs typeface="Arial"/>
                <a:sym typeface="Arial"/>
              </a:rPr>
            </a:br>
            <a:r>
              <a:rPr lang="de" sz="900">
                <a:solidFill>
                  <a:srgbClr val="000000"/>
                </a:solidFill>
                <a:latin typeface="Arial"/>
                <a:ea typeface="Arial"/>
                <a:cs typeface="Arial"/>
                <a:sym typeface="Arial"/>
              </a:rPr>
              <a:t>services are those that are set forth in the express warranty statements accompanying such products and services, if any. Nothing herein should be construed as constituting an additional warranty. </a:t>
            </a:r>
            <a:endParaRPr sz="1000"/>
          </a:p>
          <a:p>
            <a:pPr marL="0" marR="0" lvl="0" indent="0" algn="l" rtl="0">
              <a:spcBef>
                <a:spcPts val="900"/>
              </a:spcBef>
              <a:spcAft>
                <a:spcPts val="0"/>
              </a:spcAft>
              <a:buNone/>
            </a:pPr>
            <a:r>
              <a:rPr lang="de" sz="900">
                <a:solidFill>
                  <a:srgbClr val="000000"/>
                </a:solidFill>
                <a:latin typeface="Arial"/>
                <a:ea typeface="Arial"/>
                <a:cs typeface="Arial"/>
                <a:sym typeface="Arial"/>
              </a:rPr>
              <a:t>In particular, SAP SE or its affiliated companies have no obligation to pursue any course of business outlined in this document or any related presentation, or to develop </a:t>
            </a:r>
            <a:br>
              <a:rPr lang="de" sz="900">
                <a:solidFill>
                  <a:srgbClr val="000000"/>
                </a:solidFill>
                <a:latin typeface="Arial"/>
                <a:ea typeface="Arial"/>
                <a:cs typeface="Arial"/>
                <a:sym typeface="Arial"/>
              </a:rPr>
            </a:br>
            <a:r>
              <a:rPr lang="de" sz="900">
                <a:solidFill>
                  <a:srgbClr val="000000"/>
                </a:solidFill>
                <a:latin typeface="Arial"/>
                <a:ea typeface="Arial"/>
                <a:cs typeface="Arial"/>
                <a:sym typeface="Arial"/>
              </a:rPr>
              <a:t>or release any functionality mentioned therein. This document, or any related presentation, and SAP SE’s or its affiliated companies’ strategy and possible future developments, products, and/or platform directions and functionality are all subject to change and may be changed by SAP SE or its affiliated companies at any time </a:t>
            </a:r>
            <a:br>
              <a:rPr lang="de" sz="900">
                <a:solidFill>
                  <a:srgbClr val="000000"/>
                </a:solidFill>
                <a:latin typeface="Arial"/>
                <a:ea typeface="Arial"/>
                <a:cs typeface="Arial"/>
                <a:sym typeface="Arial"/>
              </a:rPr>
            </a:br>
            <a:r>
              <a:rPr lang="de" sz="900">
                <a:solidFill>
                  <a:srgbClr val="000000"/>
                </a:solidFill>
                <a:latin typeface="Arial"/>
                <a:ea typeface="Arial"/>
                <a:cs typeface="Arial"/>
                <a:sym typeface="Arial"/>
              </a:rPr>
              <a:t>for any reason without notice. The information in this document is not a commitment, promise, or legal obligation to deliver any material, code, or functionality. All forward-looking statements are subject to various risks and uncertainties that could cause actual results to differ materially from expectations. Readers are cautioned not to place undue reliance on these forward-looking statements, which speak only as of their dates, and they should not be relied upon in making purchasing decisions.</a:t>
            </a:r>
            <a:endParaRPr sz="100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matchingName="Title - short">
  <p:cSld name="Title - short">
    <p:bg>
      <p:bgPr>
        <a:solidFill>
          <a:schemeClr val="lt1"/>
        </a:solidFill>
        <a:effectLst/>
      </p:bgPr>
    </p:bg>
    <p:spTree>
      <p:nvGrpSpPr>
        <p:cNvPr id="1" name="Shape 89"/>
        <p:cNvGrpSpPr/>
        <p:nvPr/>
      </p:nvGrpSpPr>
      <p:grpSpPr>
        <a:xfrm>
          <a:off x="0" y="0"/>
          <a:ext cx="0" cy="0"/>
          <a:chOff x="0" y="0"/>
          <a:chExt cx="0" cy="0"/>
        </a:xfrm>
      </p:grpSpPr>
      <p:pic>
        <p:nvPicPr>
          <p:cNvPr id="90" name="Shape 90"/>
          <p:cNvPicPr preferRelativeResize="0"/>
          <p:nvPr/>
        </p:nvPicPr>
        <p:blipFill/>
        <p:spPr>
          <a:xfrm>
            <a:off x="1191" y="1191"/>
            <a:ext cx="1190" cy="1190"/>
          </a:xfrm>
          <a:prstGeom prst="rect">
            <a:avLst/>
          </a:prstGeom>
          <a:solidFill>
            <a:srgbClr val="FFFFFF"/>
          </a:solidFill>
          <a:ln>
            <a:noFill/>
          </a:ln>
        </p:spPr>
      </p:pic>
      <p:sp>
        <p:nvSpPr>
          <p:cNvPr id="91" name="Shape 91"/>
          <p:cNvSpPr txBox="1">
            <a:spLocks noGrp="1"/>
          </p:cNvSpPr>
          <p:nvPr>
            <p:ph type="title"/>
          </p:nvPr>
        </p:nvSpPr>
        <p:spPr>
          <a:xfrm>
            <a:off x="242936" y="243000"/>
            <a:ext cx="7962926" cy="692338"/>
          </a:xfrm>
          <a:prstGeom prst="rect">
            <a:avLst/>
          </a:prstGeom>
          <a:noFill/>
          <a:ln>
            <a:noFill/>
          </a:ln>
        </p:spPr>
        <p:txBody>
          <a:bodyPr spcFirstLastPara="1" wrap="square" lIns="68550" tIns="68550" rIns="68550" bIns="68550" anchor="t" anchorCtr="0"/>
          <a:lstStyle>
            <a:lvl1pPr marR="0" lvl="0" algn="l" rtl="0">
              <a:spcBef>
                <a:spcPts val="0"/>
              </a:spcBef>
              <a:spcAft>
                <a:spcPts val="0"/>
              </a:spcAft>
              <a:buClr>
                <a:schemeClr val="dk1"/>
              </a:buClr>
              <a:buSzPts val="4500"/>
              <a:buFont typeface="Arial"/>
              <a:buNone/>
              <a:defRPr sz="4500" b="1" i="0" u="none" strike="noStrike" cap="none">
                <a:solidFill>
                  <a:schemeClr val="dk1"/>
                </a:solidFill>
                <a:latin typeface="Arial"/>
                <a:ea typeface="Arial"/>
                <a:cs typeface="Arial"/>
                <a:sym typeface="Arial"/>
              </a:defRPr>
            </a:lvl1pPr>
            <a:lvl2pPr lvl="1">
              <a:spcBef>
                <a:spcPts val="0"/>
              </a:spcBef>
              <a:spcAft>
                <a:spcPts val="0"/>
              </a:spcAft>
              <a:buSzPts val="1000"/>
              <a:buNone/>
              <a:defRPr sz="1300"/>
            </a:lvl2pPr>
            <a:lvl3pPr lvl="2">
              <a:spcBef>
                <a:spcPts val="0"/>
              </a:spcBef>
              <a:spcAft>
                <a:spcPts val="0"/>
              </a:spcAft>
              <a:buSzPts val="1000"/>
              <a:buNone/>
              <a:defRPr sz="1300"/>
            </a:lvl3pPr>
            <a:lvl4pPr lvl="3">
              <a:spcBef>
                <a:spcPts val="0"/>
              </a:spcBef>
              <a:spcAft>
                <a:spcPts val="0"/>
              </a:spcAft>
              <a:buSzPts val="1000"/>
              <a:buNone/>
              <a:defRPr sz="1300"/>
            </a:lvl4pPr>
            <a:lvl5pPr lvl="4">
              <a:spcBef>
                <a:spcPts val="0"/>
              </a:spcBef>
              <a:spcAft>
                <a:spcPts val="0"/>
              </a:spcAft>
              <a:buSzPts val="1000"/>
              <a:buNone/>
              <a:defRPr sz="1300"/>
            </a:lvl5pPr>
            <a:lvl6pPr lvl="5">
              <a:spcBef>
                <a:spcPts val="0"/>
              </a:spcBef>
              <a:spcAft>
                <a:spcPts val="0"/>
              </a:spcAft>
              <a:buSzPts val="1000"/>
              <a:buNone/>
              <a:defRPr sz="1300"/>
            </a:lvl6pPr>
            <a:lvl7pPr lvl="6">
              <a:spcBef>
                <a:spcPts val="0"/>
              </a:spcBef>
              <a:spcAft>
                <a:spcPts val="0"/>
              </a:spcAft>
              <a:buSzPts val="1000"/>
              <a:buNone/>
              <a:defRPr sz="1300"/>
            </a:lvl7pPr>
            <a:lvl8pPr lvl="7">
              <a:spcBef>
                <a:spcPts val="0"/>
              </a:spcBef>
              <a:spcAft>
                <a:spcPts val="0"/>
              </a:spcAft>
              <a:buSzPts val="1000"/>
              <a:buNone/>
              <a:defRPr sz="1300"/>
            </a:lvl8pPr>
            <a:lvl9pPr lvl="8">
              <a:spcBef>
                <a:spcPts val="0"/>
              </a:spcBef>
              <a:spcAft>
                <a:spcPts val="0"/>
              </a:spcAft>
              <a:buSzPts val="1000"/>
              <a:buNone/>
              <a:defRPr sz="1300"/>
            </a:lvl9pPr>
          </a:lstStyle>
          <a:p>
            <a:endParaRPr/>
          </a:p>
        </p:txBody>
      </p:sp>
      <p:sp>
        <p:nvSpPr>
          <p:cNvPr id="92" name="Shape 92"/>
          <p:cNvSpPr txBox="1">
            <a:spLocks noGrp="1"/>
          </p:cNvSpPr>
          <p:nvPr>
            <p:ph type="subTitle" idx="1"/>
          </p:nvPr>
        </p:nvSpPr>
        <p:spPr>
          <a:xfrm>
            <a:off x="242937" y="1154118"/>
            <a:ext cx="7962926" cy="415403"/>
          </a:xfrm>
          <a:prstGeom prst="rect">
            <a:avLst/>
          </a:prstGeom>
          <a:noFill/>
          <a:ln>
            <a:noFill/>
          </a:ln>
        </p:spPr>
        <p:txBody>
          <a:bodyPr spcFirstLastPara="1" wrap="square" lIns="68550" tIns="68550" rIns="68550" bIns="68550" anchor="b" anchorCtr="0"/>
          <a:lstStyle>
            <a:lvl1pPr marR="0" lvl="0" algn="l" rtl="0">
              <a:lnSpc>
                <a:spcPct val="100000"/>
              </a:lnSpc>
              <a:spcBef>
                <a:spcPts val="0"/>
              </a:spcBef>
              <a:spcAft>
                <a:spcPts val="0"/>
              </a:spcAft>
              <a:buClr>
                <a:schemeClr val="accent1"/>
              </a:buClr>
              <a:buSzPts val="1100"/>
              <a:buFont typeface="Arial"/>
              <a:buNone/>
              <a:defRPr sz="1300" b="0" i="0" u="none" strike="noStrike" cap="none">
                <a:solidFill>
                  <a:srgbClr val="000000"/>
                </a:solidFill>
                <a:latin typeface="Arial"/>
                <a:ea typeface="Arial"/>
                <a:cs typeface="Arial"/>
                <a:sym typeface="Arial"/>
              </a:defRPr>
            </a:lvl1pPr>
            <a:lvl2pPr marR="0" lvl="1" algn="ctr" rtl="0">
              <a:spcBef>
                <a:spcPts val="400"/>
              </a:spcBef>
              <a:spcAft>
                <a:spcPts val="0"/>
              </a:spcAft>
              <a:buClr>
                <a:schemeClr val="accent1"/>
              </a:buClr>
              <a:buSzPts val="1200"/>
              <a:buFont typeface="Noto Sans Symbols"/>
              <a:buNone/>
              <a:defRPr sz="1500" b="0" i="0" u="none" strike="noStrike" cap="none">
                <a:solidFill>
                  <a:srgbClr val="888888"/>
                </a:solidFill>
                <a:latin typeface="Arial"/>
                <a:ea typeface="Arial"/>
                <a:cs typeface="Arial"/>
                <a:sym typeface="Arial"/>
              </a:defRPr>
            </a:lvl2pPr>
            <a:lvl3pPr marR="0" lvl="2" algn="ctr" rtl="0">
              <a:spcBef>
                <a:spcPts val="300"/>
              </a:spcBef>
              <a:spcAft>
                <a:spcPts val="0"/>
              </a:spcAft>
              <a:buClr>
                <a:schemeClr val="accent1"/>
              </a:buClr>
              <a:buSzPts val="1300"/>
              <a:buFont typeface="Noto Sans Symbols"/>
              <a:buNone/>
              <a:defRPr sz="1300" b="0" i="0" u="none" strike="noStrike" cap="none">
                <a:solidFill>
                  <a:srgbClr val="888888"/>
                </a:solidFill>
                <a:latin typeface="Arial"/>
                <a:ea typeface="Arial"/>
                <a:cs typeface="Arial"/>
                <a:sym typeface="Arial"/>
              </a:defRPr>
            </a:lvl3pPr>
            <a:lvl4pPr marR="0" lvl="3" algn="ctr" rtl="0">
              <a:spcBef>
                <a:spcPts val="300"/>
              </a:spcBef>
              <a:spcAft>
                <a:spcPts val="0"/>
              </a:spcAft>
              <a:buClr>
                <a:schemeClr val="dk1"/>
              </a:buClr>
              <a:buSzPts val="1300"/>
              <a:buFont typeface="Arial"/>
              <a:buNone/>
              <a:defRPr sz="1300" b="0" i="0" u="none" strike="noStrike" cap="none">
                <a:solidFill>
                  <a:srgbClr val="888888"/>
                </a:solidFill>
                <a:latin typeface="Arial"/>
                <a:ea typeface="Arial"/>
                <a:cs typeface="Arial"/>
                <a:sym typeface="Arial"/>
              </a:defRPr>
            </a:lvl4pPr>
            <a:lvl5pPr marR="0" lvl="4" algn="ctr" rtl="0">
              <a:spcBef>
                <a:spcPts val="200"/>
              </a:spcBef>
              <a:spcAft>
                <a:spcPts val="0"/>
              </a:spcAft>
              <a:buClr>
                <a:schemeClr val="dk1"/>
              </a:buClr>
              <a:buSzPts val="1200"/>
              <a:buFont typeface="Courier New"/>
              <a:buNone/>
              <a:defRPr sz="1200" b="0" i="0" u="none" strike="noStrike" cap="none">
                <a:solidFill>
                  <a:srgbClr val="888888"/>
                </a:solidFill>
                <a:latin typeface="Arial"/>
                <a:ea typeface="Arial"/>
                <a:cs typeface="Arial"/>
                <a:sym typeface="Arial"/>
              </a:defRPr>
            </a:lvl5pPr>
            <a:lvl6pPr marR="0" lvl="5" algn="ctr" rtl="0">
              <a:spcBef>
                <a:spcPts val="400"/>
              </a:spcBef>
              <a:spcAft>
                <a:spcPts val="0"/>
              </a:spcAft>
              <a:buClr>
                <a:srgbClr val="888888"/>
              </a:buClr>
              <a:buSzPts val="1800"/>
              <a:buFont typeface="Arial"/>
              <a:buNone/>
              <a:defRPr sz="1800" b="0" i="0" u="none" strike="noStrike" cap="none">
                <a:solidFill>
                  <a:srgbClr val="888888"/>
                </a:solidFill>
                <a:latin typeface="Arial"/>
                <a:ea typeface="Arial"/>
                <a:cs typeface="Arial"/>
                <a:sym typeface="Arial"/>
              </a:defRPr>
            </a:lvl6pPr>
            <a:lvl7pPr marR="0" lvl="6" algn="ctr" rtl="0">
              <a:spcBef>
                <a:spcPts val="400"/>
              </a:spcBef>
              <a:spcAft>
                <a:spcPts val="0"/>
              </a:spcAft>
              <a:buClr>
                <a:srgbClr val="888888"/>
              </a:buClr>
              <a:buSzPts val="1800"/>
              <a:buFont typeface="Arial"/>
              <a:buNone/>
              <a:defRPr sz="1800" b="0" i="0" u="none" strike="noStrike" cap="none">
                <a:solidFill>
                  <a:srgbClr val="888888"/>
                </a:solidFill>
                <a:latin typeface="Arial"/>
                <a:ea typeface="Arial"/>
                <a:cs typeface="Arial"/>
                <a:sym typeface="Arial"/>
              </a:defRPr>
            </a:lvl7pPr>
            <a:lvl8pPr marR="0" lvl="7" algn="ctr" rtl="0">
              <a:spcBef>
                <a:spcPts val="400"/>
              </a:spcBef>
              <a:spcAft>
                <a:spcPts val="0"/>
              </a:spcAft>
              <a:buClr>
                <a:srgbClr val="888888"/>
              </a:buClr>
              <a:buSzPts val="1800"/>
              <a:buFont typeface="Arial"/>
              <a:buNone/>
              <a:defRPr sz="1800" b="0" i="0" u="none" strike="noStrike" cap="none">
                <a:solidFill>
                  <a:srgbClr val="888888"/>
                </a:solidFill>
                <a:latin typeface="Arial"/>
                <a:ea typeface="Arial"/>
                <a:cs typeface="Arial"/>
                <a:sym typeface="Arial"/>
              </a:defRPr>
            </a:lvl8pPr>
            <a:lvl9pPr marR="0" lvl="8" algn="ctr" rtl="0">
              <a:spcBef>
                <a:spcPts val="400"/>
              </a:spcBef>
              <a:spcAft>
                <a:spcPts val="0"/>
              </a:spcAft>
              <a:buClr>
                <a:srgbClr val="888888"/>
              </a:buClr>
              <a:buSzPts val="1800"/>
              <a:buFont typeface="Arial"/>
              <a:buNone/>
              <a:defRPr sz="1800" b="0" i="0" u="none" strike="noStrike" cap="none">
                <a:solidFill>
                  <a:srgbClr val="888888"/>
                </a:solidFill>
                <a:latin typeface="Arial"/>
                <a:ea typeface="Arial"/>
                <a:cs typeface="Arial"/>
                <a:sym typeface="Arial"/>
              </a:defRPr>
            </a:lvl9pPr>
          </a:lstStyle>
          <a:p>
            <a:endParaRPr/>
          </a:p>
        </p:txBody>
      </p:sp>
      <p:sp>
        <p:nvSpPr>
          <p:cNvPr id="93" name="Shape 93"/>
          <p:cNvSpPr/>
          <p:nvPr/>
        </p:nvSpPr>
        <p:spPr>
          <a:xfrm>
            <a:off x="242937" y="0"/>
            <a:ext cx="8656646" cy="121501"/>
          </a:xfrm>
          <a:prstGeom prst="rect">
            <a:avLst/>
          </a:prstGeom>
          <a:solidFill>
            <a:schemeClr val="accent1"/>
          </a:solidFill>
          <a:ln>
            <a:noFill/>
          </a:ln>
        </p:spPr>
        <p:txBody>
          <a:bodyPr spcFirstLastPara="1" wrap="square" lIns="80350" tIns="64275" rIns="80350" bIns="64275" anchor="ctr" anchorCtr="0">
            <a:noAutofit/>
          </a:bodyPr>
          <a:lstStyle/>
          <a:p>
            <a:pPr marL="0" marR="0" lvl="0" indent="0" algn="ctr" rtl="0">
              <a:spcBef>
                <a:spcPts val="0"/>
              </a:spcBef>
              <a:spcAft>
                <a:spcPts val="0"/>
              </a:spcAft>
              <a:buNone/>
            </a:pPr>
            <a:endParaRPr sz="1400">
              <a:solidFill>
                <a:srgbClr val="000000"/>
              </a:solidFill>
              <a:latin typeface="Arial"/>
              <a:ea typeface="Arial"/>
              <a:cs typeface="Arial"/>
              <a:sym typeface="Arial"/>
            </a:endParaRPr>
          </a:p>
        </p:txBody>
      </p:sp>
      <p:pic>
        <p:nvPicPr>
          <p:cNvPr id="94" name="Shape 94"/>
          <p:cNvPicPr preferRelativeResize="0"/>
          <p:nvPr/>
        </p:nvPicPr>
        <p:blipFill rotWithShape="1">
          <a:blip r:embed="rId2">
            <a:alphaModFix/>
          </a:blip>
          <a:srcRect/>
          <a:stretch/>
        </p:blipFill>
        <p:spPr>
          <a:xfrm>
            <a:off x="244015" y="4561746"/>
            <a:ext cx="687390" cy="340111"/>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matchingName="Title with picture - short">
  <p:cSld name="Title with picture - short">
    <p:bg>
      <p:bgPr>
        <a:solidFill>
          <a:srgbClr val="E0E0E0"/>
        </a:solidFill>
        <a:effectLst/>
      </p:bgPr>
    </p:bg>
    <p:spTree>
      <p:nvGrpSpPr>
        <p:cNvPr id="1" name="Shape 95"/>
        <p:cNvGrpSpPr/>
        <p:nvPr/>
      </p:nvGrpSpPr>
      <p:grpSpPr>
        <a:xfrm>
          <a:off x="0" y="0"/>
          <a:ext cx="0" cy="0"/>
          <a:chOff x="0" y="0"/>
          <a:chExt cx="0" cy="0"/>
        </a:xfrm>
      </p:grpSpPr>
      <p:pic>
        <p:nvPicPr>
          <p:cNvPr id="96" name="Shape 96"/>
          <p:cNvPicPr preferRelativeResize="0"/>
          <p:nvPr/>
        </p:nvPicPr>
        <p:blipFill/>
        <p:spPr>
          <a:xfrm>
            <a:off x="1191" y="1191"/>
            <a:ext cx="1190" cy="1190"/>
          </a:xfrm>
          <a:prstGeom prst="rect">
            <a:avLst/>
          </a:prstGeom>
          <a:solidFill>
            <a:srgbClr val="FFFFFF"/>
          </a:solidFill>
          <a:ln>
            <a:noFill/>
          </a:ln>
        </p:spPr>
      </p:pic>
      <p:sp>
        <p:nvSpPr>
          <p:cNvPr id="97" name="Shape 97"/>
          <p:cNvSpPr/>
          <p:nvPr/>
        </p:nvSpPr>
        <p:spPr>
          <a:xfrm>
            <a:off x="242937" y="0"/>
            <a:ext cx="8656646" cy="1619628"/>
          </a:xfrm>
          <a:prstGeom prst="rect">
            <a:avLst/>
          </a:prstGeom>
          <a:solidFill>
            <a:schemeClr val="lt1">
              <a:alpha val="74901"/>
            </a:schemeClr>
          </a:solidFill>
          <a:ln>
            <a:noFill/>
          </a:ln>
        </p:spPr>
        <p:txBody>
          <a:bodyPr spcFirstLastPara="1" wrap="square" lIns="80350" tIns="64275" rIns="80350" bIns="64275" anchor="ctr" anchorCtr="0">
            <a:noAutofit/>
          </a:bodyPr>
          <a:lstStyle/>
          <a:p>
            <a:pPr marL="0" marR="0" lvl="0" indent="0" algn="ctr" rtl="0">
              <a:spcBef>
                <a:spcPts val="0"/>
              </a:spcBef>
              <a:spcAft>
                <a:spcPts val="0"/>
              </a:spcAft>
              <a:buNone/>
            </a:pPr>
            <a:endParaRPr sz="1600">
              <a:solidFill>
                <a:srgbClr val="000000"/>
              </a:solidFill>
              <a:latin typeface="Arial"/>
              <a:ea typeface="Arial"/>
              <a:cs typeface="Arial"/>
              <a:sym typeface="Arial"/>
            </a:endParaRPr>
          </a:p>
        </p:txBody>
      </p:sp>
      <p:sp>
        <p:nvSpPr>
          <p:cNvPr id="98" name="Shape 98"/>
          <p:cNvSpPr txBox="1">
            <a:spLocks noGrp="1"/>
          </p:cNvSpPr>
          <p:nvPr>
            <p:ph type="title"/>
          </p:nvPr>
        </p:nvSpPr>
        <p:spPr>
          <a:xfrm>
            <a:off x="350908" y="243000"/>
            <a:ext cx="7962926" cy="692338"/>
          </a:xfrm>
          <a:prstGeom prst="rect">
            <a:avLst/>
          </a:prstGeom>
          <a:noFill/>
          <a:ln>
            <a:noFill/>
          </a:ln>
        </p:spPr>
        <p:txBody>
          <a:bodyPr spcFirstLastPara="1" wrap="square" lIns="68550" tIns="68550" rIns="68550" bIns="68550" anchor="t" anchorCtr="0"/>
          <a:lstStyle>
            <a:lvl1pPr marR="0" lvl="0" algn="l" rtl="0">
              <a:spcBef>
                <a:spcPts val="0"/>
              </a:spcBef>
              <a:spcAft>
                <a:spcPts val="0"/>
              </a:spcAft>
              <a:buClr>
                <a:schemeClr val="dk1"/>
              </a:buClr>
              <a:buSzPts val="4500"/>
              <a:buFont typeface="Arial"/>
              <a:buNone/>
              <a:defRPr sz="4500" b="1" i="0" u="none" strike="noStrike" cap="none">
                <a:solidFill>
                  <a:schemeClr val="dk1"/>
                </a:solidFill>
                <a:latin typeface="Arial"/>
                <a:ea typeface="Arial"/>
                <a:cs typeface="Arial"/>
                <a:sym typeface="Arial"/>
              </a:defRPr>
            </a:lvl1pPr>
            <a:lvl2pPr lvl="1">
              <a:spcBef>
                <a:spcPts val="0"/>
              </a:spcBef>
              <a:spcAft>
                <a:spcPts val="0"/>
              </a:spcAft>
              <a:buSzPts val="1000"/>
              <a:buNone/>
              <a:defRPr sz="1300"/>
            </a:lvl2pPr>
            <a:lvl3pPr lvl="2">
              <a:spcBef>
                <a:spcPts val="0"/>
              </a:spcBef>
              <a:spcAft>
                <a:spcPts val="0"/>
              </a:spcAft>
              <a:buSzPts val="1000"/>
              <a:buNone/>
              <a:defRPr sz="1300"/>
            </a:lvl3pPr>
            <a:lvl4pPr lvl="3">
              <a:spcBef>
                <a:spcPts val="0"/>
              </a:spcBef>
              <a:spcAft>
                <a:spcPts val="0"/>
              </a:spcAft>
              <a:buSzPts val="1000"/>
              <a:buNone/>
              <a:defRPr sz="1300"/>
            </a:lvl4pPr>
            <a:lvl5pPr lvl="4">
              <a:spcBef>
                <a:spcPts val="0"/>
              </a:spcBef>
              <a:spcAft>
                <a:spcPts val="0"/>
              </a:spcAft>
              <a:buSzPts val="1000"/>
              <a:buNone/>
              <a:defRPr sz="1300"/>
            </a:lvl5pPr>
            <a:lvl6pPr lvl="5">
              <a:spcBef>
                <a:spcPts val="0"/>
              </a:spcBef>
              <a:spcAft>
                <a:spcPts val="0"/>
              </a:spcAft>
              <a:buSzPts val="1000"/>
              <a:buNone/>
              <a:defRPr sz="1300"/>
            </a:lvl6pPr>
            <a:lvl7pPr lvl="6">
              <a:spcBef>
                <a:spcPts val="0"/>
              </a:spcBef>
              <a:spcAft>
                <a:spcPts val="0"/>
              </a:spcAft>
              <a:buSzPts val="1000"/>
              <a:buNone/>
              <a:defRPr sz="1300"/>
            </a:lvl7pPr>
            <a:lvl8pPr lvl="7">
              <a:spcBef>
                <a:spcPts val="0"/>
              </a:spcBef>
              <a:spcAft>
                <a:spcPts val="0"/>
              </a:spcAft>
              <a:buSzPts val="1000"/>
              <a:buNone/>
              <a:defRPr sz="1300"/>
            </a:lvl8pPr>
            <a:lvl9pPr lvl="8">
              <a:spcBef>
                <a:spcPts val="0"/>
              </a:spcBef>
              <a:spcAft>
                <a:spcPts val="0"/>
              </a:spcAft>
              <a:buSzPts val="1000"/>
              <a:buNone/>
              <a:defRPr sz="1300"/>
            </a:lvl9pPr>
          </a:lstStyle>
          <a:p>
            <a:endParaRPr/>
          </a:p>
        </p:txBody>
      </p:sp>
      <p:sp>
        <p:nvSpPr>
          <p:cNvPr id="99" name="Shape 99"/>
          <p:cNvSpPr/>
          <p:nvPr/>
        </p:nvSpPr>
        <p:spPr>
          <a:xfrm>
            <a:off x="242937" y="0"/>
            <a:ext cx="8656646" cy="121501"/>
          </a:xfrm>
          <a:prstGeom prst="rect">
            <a:avLst/>
          </a:prstGeom>
          <a:solidFill>
            <a:schemeClr val="accent1"/>
          </a:solidFill>
          <a:ln>
            <a:noFill/>
          </a:ln>
        </p:spPr>
        <p:txBody>
          <a:bodyPr spcFirstLastPara="1" wrap="square" lIns="80350" tIns="64275" rIns="80350" bIns="64275" anchor="ctr" anchorCtr="0">
            <a:noAutofit/>
          </a:bodyPr>
          <a:lstStyle/>
          <a:p>
            <a:pPr marL="0" marR="0" lvl="0" indent="0" algn="ctr" rtl="0">
              <a:spcBef>
                <a:spcPts val="0"/>
              </a:spcBef>
              <a:spcAft>
                <a:spcPts val="0"/>
              </a:spcAft>
              <a:buNone/>
            </a:pPr>
            <a:endParaRPr sz="1400">
              <a:solidFill>
                <a:srgbClr val="000000"/>
              </a:solidFill>
              <a:latin typeface="Arial"/>
              <a:ea typeface="Arial"/>
              <a:cs typeface="Arial"/>
              <a:sym typeface="Arial"/>
            </a:endParaRPr>
          </a:p>
        </p:txBody>
      </p:sp>
      <p:sp>
        <p:nvSpPr>
          <p:cNvPr id="100" name="Shape 100"/>
          <p:cNvSpPr txBox="1">
            <a:spLocks noGrp="1"/>
          </p:cNvSpPr>
          <p:nvPr>
            <p:ph type="subTitle" idx="1"/>
          </p:nvPr>
        </p:nvSpPr>
        <p:spPr>
          <a:xfrm>
            <a:off x="350908" y="1155125"/>
            <a:ext cx="7962926" cy="415403"/>
          </a:xfrm>
          <a:prstGeom prst="rect">
            <a:avLst/>
          </a:prstGeom>
          <a:noFill/>
          <a:ln>
            <a:noFill/>
          </a:ln>
        </p:spPr>
        <p:txBody>
          <a:bodyPr spcFirstLastPara="1" wrap="square" lIns="68550" tIns="68550" rIns="68550" bIns="68550" anchor="b" anchorCtr="0"/>
          <a:lstStyle>
            <a:lvl1pPr marR="0" lvl="0" algn="l" rtl="0">
              <a:lnSpc>
                <a:spcPct val="100000"/>
              </a:lnSpc>
              <a:spcBef>
                <a:spcPts val="0"/>
              </a:spcBef>
              <a:spcAft>
                <a:spcPts val="0"/>
              </a:spcAft>
              <a:buClr>
                <a:schemeClr val="accent1"/>
              </a:buClr>
              <a:buSzPts val="1100"/>
              <a:buFont typeface="Arial"/>
              <a:buNone/>
              <a:defRPr sz="1300" b="0" i="0" u="none" strike="noStrike" cap="none">
                <a:solidFill>
                  <a:srgbClr val="000000"/>
                </a:solidFill>
                <a:latin typeface="Arial"/>
                <a:ea typeface="Arial"/>
                <a:cs typeface="Arial"/>
                <a:sym typeface="Arial"/>
              </a:defRPr>
            </a:lvl1pPr>
            <a:lvl2pPr marR="0" lvl="1" algn="ctr" rtl="0">
              <a:spcBef>
                <a:spcPts val="400"/>
              </a:spcBef>
              <a:spcAft>
                <a:spcPts val="0"/>
              </a:spcAft>
              <a:buClr>
                <a:schemeClr val="accent1"/>
              </a:buClr>
              <a:buSzPts val="1200"/>
              <a:buFont typeface="Noto Sans Symbols"/>
              <a:buNone/>
              <a:defRPr sz="1500" b="0" i="0" u="none" strike="noStrike" cap="none">
                <a:solidFill>
                  <a:srgbClr val="888888"/>
                </a:solidFill>
                <a:latin typeface="Arial"/>
                <a:ea typeface="Arial"/>
                <a:cs typeface="Arial"/>
                <a:sym typeface="Arial"/>
              </a:defRPr>
            </a:lvl2pPr>
            <a:lvl3pPr marR="0" lvl="2" algn="ctr" rtl="0">
              <a:spcBef>
                <a:spcPts val="300"/>
              </a:spcBef>
              <a:spcAft>
                <a:spcPts val="0"/>
              </a:spcAft>
              <a:buClr>
                <a:schemeClr val="accent1"/>
              </a:buClr>
              <a:buSzPts val="1300"/>
              <a:buFont typeface="Noto Sans Symbols"/>
              <a:buNone/>
              <a:defRPr sz="1300" b="0" i="0" u="none" strike="noStrike" cap="none">
                <a:solidFill>
                  <a:srgbClr val="888888"/>
                </a:solidFill>
                <a:latin typeface="Arial"/>
                <a:ea typeface="Arial"/>
                <a:cs typeface="Arial"/>
                <a:sym typeface="Arial"/>
              </a:defRPr>
            </a:lvl3pPr>
            <a:lvl4pPr marR="0" lvl="3" algn="ctr" rtl="0">
              <a:spcBef>
                <a:spcPts val="300"/>
              </a:spcBef>
              <a:spcAft>
                <a:spcPts val="0"/>
              </a:spcAft>
              <a:buClr>
                <a:schemeClr val="dk1"/>
              </a:buClr>
              <a:buSzPts val="1300"/>
              <a:buFont typeface="Arial"/>
              <a:buNone/>
              <a:defRPr sz="1300" b="0" i="0" u="none" strike="noStrike" cap="none">
                <a:solidFill>
                  <a:srgbClr val="888888"/>
                </a:solidFill>
                <a:latin typeface="Arial"/>
                <a:ea typeface="Arial"/>
                <a:cs typeface="Arial"/>
                <a:sym typeface="Arial"/>
              </a:defRPr>
            </a:lvl4pPr>
            <a:lvl5pPr marR="0" lvl="4" algn="ctr" rtl="0">
              <a:spcBef>
                <a:spcPts val="200"/>
              </a:spcBef>
              <a:spcAft>
                <a:spcPts val="0"/>
              </a:spcAft>
              <a:buClr>
                <a:schemeClr val="dk1"/>
              </a:buClr>
              <a:buSzPts val="1200"/>
              <a:buFont typeface="Courier New"/>
              <a:buNone/>
              <a:defRPr sz="1200" b="0" i="0" u="none" strike="noStrike" cap="none">
                <a:solidFill>
                  <a:srgbClr val="888888"/>
                </a:solidFill>
                <a:latin typeface="Arial"/>
                <a:ea typeface="Arial"/>
                <a:cs typeface="Arial"/>
                <a:sym typeface="Arial"/>
              </a:defRPr>
            </a:lvl5pPr>
            <a:lvl6pPr marR="0" lvl="5" algn="ctr" rtl="0">
              <a:spcBef>
                <a:spcPts val="400"/>
              </a:spcBef>
              <a:spcAft>
                <a:spcPts val="0"/>
              </a:spcAft>
              <a:buClr>
                <a:srgbClr val="888888"/>
              </a:buClr>
              <a:buSzPts val="1800"/>
              <a:buFont typeface="Arial"/>
              <a:buNone/>
              <a:defRPr sz="1800" b="0" i="0" u="none" strike="noStrike" cap="none">
                <a:solidFill>
                  <a:srgbClr val="888888"/>
                </a:solidFill>
                <a:latin typeface="Arial"/>
                <a:ea typeface="Arial"/>
                <a:cs typeface="Arial"/>
                <a:sym typeface="Arial"/>
              </a:defRPr>
            </a:lvl6pPr>
            <a:lvl7pPr marR="0" lvl="6" algn="ctr" rtl="0">
              <a:spcBef>
                <a:spcPts val="400"/>
              </a:spcBef>
              <a:spcAft>
                <a:spcPts val="0"/>
              </a:spcAft>
              <a:buClr>
                <a:srgbClr val="888888"/>
              </a:buClr>
              <a:buSzPts val="1800"/>
              <a:buFont typeface="Arial"/>
              <a:buNone/>
              <a:defRPr sz="1800" b="0" i="0" u="none" strike="noStrike" cap="none">
                <a:solidFill>
                  <a:srgbClr val="888888"/>
                </a:solidFill>
                <a:latin typeface="Arial"/>
                <a:ea typeface="Arial"/>
                <a:cs typeface="Arial"/>
                <a:sym typeface="Arial"/>
              </a:defRPr>
            </a:lvl7pPr>
            <a:lvl8pPr marR="0" lvl="7" algn="ctr" rtl="0">
              <a:spcBef>
                <a:spcPts val="400"/>
              </a:spcBef>
              <a:spcAft>
                <a:spcPts val="0"/>
              </a:spcAft>
              <a:buClr>
                <a:srgbClr val="888888"/>
              </a:buClr>
              <a:buSzPts val="1800"/>
              <a:buFont typeface="Arial"/>
              <a:buNone/>
              <a:defRPr sz="1800" b="0" i="0" u="none" strike="noStrike" cap="none">
                <a:solidFill>
                  <a:srgbClr val="888888"/>
                </a:solidFill>
                <a:latin typeface="Arial"/>
                <a:ea typeface="Arial"/>
                <a:cs typeface="Arial"/>
                <a:sym typeface="Arial"/>
              </a:defRPr>
            </a:lvl8pPr>
            <a:lvl9pPr marR="0" lvl="8" algn="ctr" rtl="0">
              <a:spcBef>
                <a:spcPts val="400"/>
              </a:spcBef>
              <a:spcAft>
                <a:spcPts val="0"/>
              </a:spcAft>
              <a:buClr>
                <a:srgbClr val="888888"/>
              </a:buClr>
              <a:buSzPts val="1800"/>
              <a:buFont typeface="Arial"/>
              <a:buNone/>
              <a:defRPr sz="1800" b="0" i="0" u="none" strike="noStrike" cap="none">
                <a:solidFill>
                  <a:srgbClr val="888888"/>
                </a:solidFill>
                <a:latin typeface="Arial"/>
                <a:ea typeface="Arial"/>
                <a:cs typeface="Arial"/>
                <a:sym typeface="Arial"/>
              </a:defRPr>
            </a:lvl9pPr>
          </a:lstStyle>
          <a:p>
            <a:endParaRPr/>
          </a:p>
        </p:txBody>
      </p:sp>
      <p:sp>
        <p:nvSpPr>
          <p:cNvPr id="101" name="Shape 101"/>
          <p:cNvSpPr txBox="1"/>
          <p:nvPr/>
        </p:nvSpPr>
        <p:spPr>
          <a:xfrm rot="-240007">
            <a:off x="3158519" y="2720869"/>
            <a:ext cx="2826962" cy="20770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de" sz="1300">
                <a:solidFill>
                  <a:srgbClr val="000000"/>
                </a:solidFill>
                <a:latin typeface="Arial"/>
                <a:ea typeface="Arial"/>
                <a:cs typeface="Arial"/>
                <a:sym typeface="Arial"/>
              </a:rPr>
              <a:t>Use this title slide only with an image</a:t>
            </a:r>
            <a:endParaRPr sz="1000"/>
          </a:p>
        </p:txBody>
      </p:sp>
      <p:pic>
        <p:nvPicPr>
          <p:cNvPr id="102" name="Shape 102"/>
          <p:cNvPicPr preferRelativeResize="0"/>
          <p:nvPr/>
        </p:nvPicPr>
        <p:blipFill rotWithShape="1">
          <a:blip r:embed="rId2">
            <a:alphaModFix/>
          </a:blip>
          <a:srcRect/>
          <a:stretch/>
        </p:blipFill>
        <p:spPr>
          <a:xfrm>
            <a:off x="244015" y="4561746"/>
            <a:ext cx="687390" cy="340111"/>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matchingName="Title with picture - two lines">
  <p:cSld name="Title with picture - two lines">
    <p:bg>
      <p:bgPr>
        <a:solidFill>
          <a:srgbClr val="E0E0E0"/>
        </a:solidFill>
        <a:effectLst/>
      </p:bgPr>
    </p:bg>
    <p:spTree>
      <p:nvGrpSpPr>
        <p:cNvPr id="1" name="Shape 103"/>
        <p:cNvGrpSpPr/>
        <p:nvPr/>
      </p:nvGrpSpPr>
      <p:grpSpPr>
        <a:xfrm>
          <a:off x="0" y="0"/>
          <a:ext cx="0" cy="0"/>
          <a:chOff x="0" y="0"/>
          <a:chExt cx="0" cy="0"/>
        </a:xfrm>
      </p:grpSpPr>
      <p:pic>
        <p:nvPicPr>
          <p:cNvPr id="104" name="Shape 104"/>
          <p:cNvPicPr preferRelativeResize="0"/>
          <p:nvPr/>
        </p:nvPicPr>
        <p:blipFill/>
        <p:spPr>
          <a:xfrm>
            <a:off x="1191" y="1191"/>
            <a:ext cx="1190" cy="1190"/>
          </a:xfrm>
          <a:prstGeom prst="rect">
            <a:avLst/>
          </a:prstGeom>
          <a:solidFill>
            <a:srgbClr val="FFFFFF"/>
          </a:solidFill>
          <a:ln>
            <a:noFill/>
          </a:ln>
        </p:spPr>
      </p:pic>
      <p:sp>
        <p:nvSpPr>
          <p:cNvPr id="105" name="Shape 105"/>
          <p:cNvSpPr/>
          <p:nvPr/>
        </p:nvSpPr>
        <p:spPr>
          <a:xfrm>
            <a:off x="242937" y="0"/>
            <a:ext cx="8656646" cy="1619628"/>
          </a:xfrm>
          <a:prstGeom prst="rect">
            <a:avLst/>
          </a:prstGeom>
          <a:solidFill>
            <a:schemeClr val="lt1">
              <a:alpha val="74901"/>
            </a:schemeClr>
          </a:solidFill>
          <a:ln>
            <a:noFill/>
          </a:ln>
        </p:spPr>
        <p:txBody>
          <a:bodyPr spcFirstLastPara="1" wrap="square" lIns="80350" tIns="64275" rIns="80350" bIns="64275" anchor="b" anchorCtr="0">
            <a:noAutofit/>
          </a:bodyPr>
          <a:lstStyle/>
          <a:p>
            <a:pPr marL="0" marR="0" lvl="0" indent="0" algn="ctr" rtl="0">
              <a:spcBef>
                <a:spcPts val="0"/>
              </a:spcBef>
              <a:spcAft>
                <a:spcPts val="0"/>
              </a:spcAft>
              <a:buNone/>
            </a:pPr>
            <a:endParaRPr sz="1600">
              <a:solidFill>
                <a:srgbClr val="000000"/>
              </a:solidFill>
              <a:latin typeface="Arial"/>
              <a:ea typeface="Arial"/>
              <a:cs typeface="Arial"/>
              <a:sym typeface="Arial"/>
            </a:endParaRPr>
          </a:p>
        </p:txBody>
      </p:sp>
      <p:sp>
        <p:nvSpPr>
          <p:cNvPr id="106" name="Shape 106"/>
          <p:cNvSpPr/>
          <p:nvPr/>
        </p:nvSpPr>
        <p:spPr>
          <a:xfrm>
            <a:off x="242937" y="0"/>
            <a:ext cx="8656646" cy="121501"/>
          </a:xfrm>
          <a:prstGeom prst="rect">
            <a:avLst/>
          </a:prstGeom>
          <a:solidFill>
            <a:schemeClr val="accent1"/>
          </a:solidFill>
          <a:ln>
            <a:noFill/>
          </a:ln>
        </p:spPr>
        <p:txBody>
          <a:bodyPr spcFirstLastPara="1" wrap="square" lIns="80350" tIns="64275" rIns="80350" bIns="64275" anchor="ctr" anchorCtr="0">
            <a:noAutofit/>
          </a:bodyPr>
          <a:lstStyle/>
          <a:p>
            <a:pPr marL="0" marR="0" lvl="0" indent="0" algn="ctr" rtl="0">
              <a:spcBef>
                <a:spcPts val="0"/>
              </a:spcBef>
              <a:spcAft>
                <a:spcPts val="0"/>
              </a:spcAft>
              <a:buNone/>
            </a:pPr>
            <a:endParaRPr sz="1400">
              <a:solidFill>
                <a:srgbClr val="000000"/>
              </a:solidFill>
              <a:latin typeface="Arial"/>
              <a:ea typeface="Arial"/>
              <a:cs typeface="Arial"/>
              <a:sym typeface="Arial"/>
            </a:endParaRPr>
          </a:p>
        </p:txBody>
      </p:sp>
      <p:sp>
        <p:nvSpPr>
          <p:cNvPr id="107" name="Shape 107"/>
          <p:cNvSpPr txBox="1">
            <a:spLocks noGrp="1"/>
          </p:cNvSpPr>
          <p:nvPr>
            <p:ph type="subTitle" idx="1"/>
          </p:nvPr>
        </p:nvSpPr>
        <p:spPr>
          <a:xfrm>
            <a:off x="350908" y="1154118"/>
            <a:ext cx="7962926" cy="415403"/>
          </a:xfrm>
          <a:prstGeom prst="rect">
            <a:avLst/>
          </a:prstGeom>
          <a:noFill/>
          <a:ln>
            <a:noFill/>
          </a:ln>
        </p:spPr>
        <p:txBody>
          <a:bodyPr spcFirstLastPara="1" wrap="square" lIns="68550" tIns="68550" rIns="68550" bIns="68550" anchor="b" anchorCtr="0"/>
          <a:lstStyle>
            <a:lvl1pPr marR="0" lvl="0" algn="l" rtl="0">
              <a:lnSpc>
                <a:spcPct val="100000"/>
              </a:lnSpc>
              <a:spcBef>
                <a:spcPts val="0"/>
              </a:spcBef>
              <a:spcAft>
                <a:spcPts val="0"/>
              </a:spcAft>
              <a:buClr>
                <a:schemeClr val="accent1"/>
              </a:buClr>
              <a:buSzPts val="1100"/>
              <a:buFont typeface="Arial"/>
              <a:buNone/>
              <a:defRPr sz="1300" b="0" i="0" u="none" strike="noStrike" cap="none">
                <a:solidFill>
                  <a:srgbClr val="000000"/>
                </a:solidFill>
                <a:latin typeface="Arial"/>
                <a:ea typeface="Arial"/>
                <a:cs typeface="Arial"/>
                <a:sym typeface="Arial"/>
              </a:defRPr>
            </a:lvl1pPr>
            <a:lvl2pPr marR="0" lvl="1" algn="ctr" rtl="0">
              <a:spcBef>
                <a:spcPts val="400"/>
              </a:spcBef>
              <a:spcAft>
                <a:spcPts val="0"/>
              </a:spcAft>
              <a:buClr>
                <a:schemeClr val="accent1"/>
              </a:buClr>
              <a:buSzPts val="1200"/>
              <a:buFont typeface="Noto Sans Symbols"/>
              <a:buNone/>
              <a:defRPr sz="1500" b="0" i="0" u="none" strike="noStrike" cap="none">
                <a:solidFill>
                  <a:srgbClr val="888888"/>
                </a:solidFill>
                <a:latin typeface="Arial"/>
                <a:ea typeface="Arial"/>
                <a:cs typeface="Arial"/>
                <a:sym typeface="Arial"/>
              </a:defRPr>
            </a:lvl2pPr>
            <a:lvl3pPr marR="0" lvl="2" algn="ctr" rtl="0">
              <a:spcBef>
                <a:spcPts val="300"/>
              </a:spcBef>
              <a:spcAft>
                <a:spcPts val="0"/>
              </a:spcAft>
              <a:buClr>
                <a:schemeClr val="accent1"/>
              </a:buClr>
              <a:buSzPts val="1300"/>
              <a:buFont typeface="Noto Sans Symbols"/>
              <a:buNone/>
              <a:defRPr sz="1300" b="0" i="0" u="none" strike="noStrike" cap="none">
                <a:solidFill>
                  <a:srgbClr val="888888"/>
                </a:solidFill>
                <a:latin typeface="Arial"/>
                <a:ea typeface="Arial"/>
                <a:cs typeface="Arial"/>
                <a:sym typeface="Arial"/>
              </a:defRPr>
            </a:lvl3pPr>
            <a:lvl4pPr marR="0" lvl="3" algn="ctr" rtl="0">
              <a:spcBef>
                <a:spcPts val="300"/>
              </a:spcBef>
              <a:spcAft>
                <a:spcPts val="0"/>
              </a:spcAft>
              <a:buClr>
                <a:schemeClr val="dk1"/>
              </a:buClr>
              <a:buSzPts val="1300"/>
              <a:buFont typeface="Arial"/>
              <a:buNone/>
              <a:defRPr sz="1300" b="0" i="0" u="none" strike="noStrike" cap="none">
                <a:solidFill>
                  <a:srgbClr val="888888"/>
                </a:solidFill>
                <a:latin typeface="Arial"/>
                <a:ea typeface="Arial"/>
                <a:cs typeface="Arial"/>
                <a:sym typeface="Arial"/>
              </a:defRPr>
            </a:lvl4pPr>
            <a:lvl5pPr marR="0" lvl="4" algn="ctr" rtl="0">
              <a:spcBef>
                <a:spcPts val="200"/>
              </a:spcBef>
              <a:spcAft>
                <a:spcPts val="0"/>
              </a:spcAft>
              <a:buClr>
                <a:schemeClr val="dk1"/>
              </a:buClr>
              <a:buSzPts val="1200"/>
              <a:buFont typeface="Courier New"/>
              <a:buNone/>
              <a:defRPr sz="1200" b="0" i="0" u="none" strike="noStrike" cap="none">
                <a:solidFill>
                  <a:srgbClr val="888888"/>
                </a:solidFill>
                <a:latin typeface="Arial"/>
                <a:ea typeface="Arial"/>
                <a:cs typeface="Arial"/>
                <a:sym typeface="Arial"/>
              </a:defRPr>
            </a:lvl5pPr>
            <a:lvl6pPr marR="0" lvl="5" algn="ctr" rtl="0">
              <a:spcBef>
                <a:spcPts val="400"/>
              </a:spcBef>
              <a:spcAft>
                <a:spcPts val="0"/>
              </a:spcAft>
              <a:buClr>
                <a:srgbClr val="888888"/>
              </a:buClr>
              <a:buSzPts val="1800"/>
              <a:buFont typeface="Arial"/>
              <a:buNone/>
              <a:defRPr sz="1800" b="0" i="0" u="none" strike="noStrike" cap="none">
                <a:solidFill>
                  <a:srgbClr val="888888"/>
                </a:solidFill>
                <a:latin typeface="Arial"/>
                <a:ea typeface="Arial"/>
                <a:cs typeface="Arial"/>
                <a:sym typeface="Arial"/>
              </a:defRPr>
            </a:lvl6pPr>
            <a:lvl7pPr marR="0" lvl="6" algn="ctr" rtl="0">
              <a:spcBef>
                <a:spcPts val="400"/>
              </a:spcBef>
              <a:spcAft>
                <a:spcPts val="0"/>
              </a:spcAft>
              <a:buClr>
                <a:srgbClr val="888888"/>
              </a:buClr>
              <a:buSzPts val="1800"/>
              <a:buFont typeface="Arial"/>
              <a:buNone/>
              <a:defRPr sz="1800" b="0" i="0" u="none" strike="noStrike" cap="none">
                <a:solidFill>
                  <a:srgbClr val="888888"/>
                </a:solidFill>
                <a:latin typeface="Arial"/>
                <a:ea typeface="Arial"/>
                <a:cs typeface="Arial"/>
                <a:sym typeface="Arial"/>
              </a:defRPr>
            </a:lvl7pPr>
            <a:lvl8pPr marR="0" lvl="7" algn="ctr" rtl="0">
              <a:spcBef>
                <a:spcPts val="400"/>
              </a:spcBef>
              <a:spcAft>
                <a:spcPts val="0"/>
              </a:spcAft>
              <a:buClr>
                <a:srgbClr val="888888"/>
              </a:buClr>
              <a:buSzPts val="1800"/>
              <a:buFont typeface="Arial"/>
              <a:buNone/>
              <a:defRPr sz="1800" b="0" i="0" u="none" strike="noStrike" cap="none">
                <a:solidFill>
                  <a:srgbClr val="888888"/>
                </a:solidFill>
                <a:latin typeface="Arial"/>
                <a:ea typeface="Arial"/>
                <a:cs typeface="Arial"/>
                <a:sym typeface="Arial"/>
              </a:defRPr>
            </a:lvl8pPr>
            <a:lvl9pPr marR="0" lvl="8" algn="ctr" rtl="0">
              <a:spcBef>
                <a:spcPts val="400"/>
              </a:spcBef>
              <a:spcAft>
                <a:spcPts val="0"/>
              </a:spcAft>
              <a:buClr>
                <a:srgbClr val="888888"/>
              </a:buClr>
              <a:buSzPts val="1800"/>
              <a:buFont typeface="Arial"/>
              <a:buNone/>
              <a:defRPr sz="1800" b="0" i="0" u="none" strike="noStrike" cap="none">
                <a:solidFill>
                  <a:srgbClr val="888888"/>
                </a:solidFill>
                <a:latin typeface="Arial"/>
                <a:ea typeface="Arial"/>
                <a:cs typeface="Arial"/>
                <a:sym typeface="Arial"/>
              </a:defRPr>
            </a:lvl9pPr>
          </a:lstStyle>
          <a:p>
            <a:endParaRPr/>
          </a:p>
        </p:txBody>
      </p:sp>
      <p:sp>
        <p:nvSpPr>
          <p:cNvPr id="108" name="Shape 108"/>
          <p:cNvSpPr txBox="1">
            <a:spLocks noGrp="1"/>
          </p:cNvSpPr>
          <p:nvPr>
            <p:ph type="ctrTitle"/>
          </p:nvPr>
        </p:nvSpPr>
        <p:spPr>
          <a:xfrm>
            <a:off x="350908" y="243000"/>
            <a:ext cx="7962926" cy="830806"/>
          </a:xfrm>
          <a:prstGeom prst="rect">
            <a:avLst/>
          </a:prstGeom>
          <a:noFill/>
          <a:ln>
            <a:noFill/>
          </a:ln>
        </p:spPr>
        <p:txBody>
          <a:bodyPr spcFirstLastPara="1" wrap="square" lIns="68550" tIns="68550" rIns="68550" bIns="68550" anchor="t" anchorCtr="0"/>
          <a:lstStyle>
            <a:lvl1pPr marR="0" lvl="0" algn="l" rtl="0">
              <a:spcBef>
                <a:spcPts val="0"/>
              </a:spcBef>
              <a:spcAft>
                <a:spcPts val="0"/>
              </a:spcAft>
              <a:buClr>
                <a:srgbClr val="000000"/>
              </a:buClr>
              <a:buSzPts val="2700"/>
              <a:buFont typeface="Arial"/>
              <a:buNone/>
              <a:defRPr sz="2700" b="1" i="0" u="none" strike="noStrike" cap="none">
                <a:solidFill>
                  <a:srgbClr val="000000"/>
                </a:solidFill>
                <a:latin typeface="Arial"/>
                <a:ea typeface="Arial"/>
                <a:cs typeface="Arial"/>
                <a:sym typeface="Arial"/>
              </a:defRPr>
            </a:lvl1pPr>
            <a:lvl2pPr lvl="1">
              <a:spcBef>
                <a:spcPts val="0"/>
              </a:spcBef>
              <a:spcAft>
                <a:spcPts val="0"/>
              </a:spcAft>
              <a:buSzPts val="1000"/>
              <a:buNone/>
              <a:defRPr sz="1300"/>
            </a:lvl2pPr>
            <a:lvl3pPr lvl="2">
              <a:spcBef>
                <a:spcPts val="0"/>
              </a:spcBef>
              <a:spcAft>
                <a:spcPts val="0"/>
              </a:spcAft>
              <a:buSzPts val="1000"/>
              <a:buNone/>
              <a:defRPr sz="1300"/>
            </a:lvl3pPr>
            <a:lvl4pPr lvl="3">
              <a:spcBef>
                <a:spcPts val="0"/>
              </a:spcBef>
              <a:spcAft>
                <a:spcPts val="0"/>
              </a:spcAft>
              <a:buSzPts val="1000"/>
              <a:buNone/>
              <a:defRPr sz="1300"/>
            </a:lvl4pPr>
            <a:lvl5pPr lvl="4">
              <a:spcBef>
                <a:spcPts val="0"/>
              </a:spcBef>
              <a:spcAft>
                <a:spcPts val="0"/>
              </a:spcAft>
              <a:buSzPts val="1000"/>
              <a:buNone/>
              <a:defRPr sz="1300"/>
            </a:lvl5pPr>
            <a:lvl6pPr lvl="5">
              <a:spcBef>
                <a:spcPts val="0"/>
              </a:spcBef>
              <a:spcAft>
                <a:spcPts val="0"/>
              </a:spcAft>
              <a:buSzPts val="1000"/>
              <a:buNone/>
              <a:defRPr sz="1300"/>
            </a:lvl6pPr>
            <a:lvl7pPr lvl="6">
              <a:spcBef>
                <a:spcPts val="0"/>
              </a:spcBef>
              <a:spcAft>
                <a:spcPts val="0"/>
              </a:spcAft>
              <a:buSzPts val="1000"/>
              <a:buNone/>
              <a:defRPr sz="1300"/>
            </a:lvl7pPr>
            <a:lvl8pPr lvl="7">
              <a:spcBef>
                <a:spcPts val="0"/>
              </a:spcBef>
              <a:spcAft>
                <a:spcPts val="0"/>
              </a:spcAft>
              <a:buSzPts val="1000"/>
              <a:buNone/>
              <a:defRPr sz="1300"/>
            </a:lvl8pPr>
            <a:lvl9pPr lvl="8">
              <a:spcBef>
                <a:spcPts val="0"/>
              </a:spcBef>
              <a:spcAft>
                <a:spcPts val="0"/>
              </a:spcAft>
              <a:buSzPts val="1000"/>
              <a:buNone/>
              <a:defRPr sz="1300"/>
            </a:lvl9pPr>
          </a:lstStyle>
          <a:p>
            <a:endParaRPr/>
          </a:p>
        </p:txBody>
      </p:sp>
      <p:sp>
        <p:nvSpPr>
          <p:cNvPr id="109" name="Shape 109"/>
          <p:cNvSpPr txBox="1"/>
          <p:nvPr/>
        </p:nvSpPr>
        <p:spPr>
          <a:xfrm rot="-240007">
            <a:off x="3158519" y="2720869"/>
            <a:ext cx="2826962" cy="20770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de" sz="1300">
                <a:solidFill>
                  <a:srgbClr val="000000"/>
                </a:solidFill>
                <a:latin typeface="Arial"/>
                <a:ea typeface="Arial"/>
                <a:cs typeface="Arial"/>
                <a:sym typeface="Arial"/>
              </a:rPr>
              <a:t>Use this title slide only with an image</a:t>
            </a:r>
            <a:endParaRPr sz="1000"/>
          </a:p>
        </p:txBody>
      </p:sp>
      <p:pic>
        <p:nvPicPr>
          <p:cNvPr id="110" name="Shape 110"/>
          <p:cNvPicPr preferRelativeResize="0"/>
          <p:nvPr/>
        </p:nvPicPr>
        <p:blipFill rotWithShape="1">
          <a:blip r:embed="rId2">
            <a:alphaModFix/>
          </a:blip>
          <a:srcRect/>
          <a:stretch/>
        </p:blipFill>
        <p:spPr>
          <a:xfrm>
            <a:off x="244015" y="4561746"/>
            <a:ext cx="687390" cy="340111"/>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matchingName="Divider Page with picture">
  <p:cSld name="Divider Page with picture">
    <p:bg>
      <p:bgPr>
        <a:solidFill>
          <a:schemeClr val="lt1"/>
        </a:solidFill>
        <a:effectLst/>
      </p:bgPr>
    </p:bg>
    <p:spTree>
      <p:nvGrpSpPr>
        <p:cNvPr id="1" name="Shape 111"/>
        <p:cNvGrpSpPr/>
        <p:nvPr/>
      </p:nvGrpSpPr>
      <p:grpSpPr>
        <a:xfrm>
          <a:off x="0" y="0"/>
          <a:ext cx="0" cy="0"/>
          <a:chOff x="0" y="0"/>
          <a:chExt cx="0" cy="0"/>
        </a:xfrm>
      </p:grpSpPr>
      <p:pic>
        <p:nvPicPr>
          <p:cNvPr id="112" name="Shape 112"/>
          <p:cNvPicPr preferRelativeResize="0"/>
          <p:nvPr/>
        </p:nvPicPr>
        <p:blipFill/>
        <p:spPr>
          <a:xfrm>
            <a:off x="1191" y="1191"/>
            <a:ext cx="1190" cy="1190"/>
          </a:xfrm>
          <a:prstGeom prst="rect">
            <a:avLst/>
          </a:prstGeom>
          <a:solidFill>
            <a:srgbClr val="FFFFFF"/>
          </a:solidFill>
          <a:ln>
            <a:noFill/>
          </a:ln>
        </p:spPr>
      </p:pic>
      <p:sp>
        <p:nvSpPr>
          <p:cNvPr id="113" name="Shape 113"/>
          <p:cNvSpPr>
            <a:spLocks noGrp="1"/>
          </p:cNvSpPr>
          <p:nvPr>
            <p:ph type="pic" idx="2"/>
          </p:nvPr>
        </p:nvSpPr>
        <p:spPr>
          <a:xfrm>
            <a:off x="242937" y="121501"/>
            <a:ext cx="8656646" cy="1601103"/>
          </a:xfrm>
          <a:prstGeom prst="rect">
            <a:avLst/>
          </a:prstGeom>
          <a:solidFill>
            <a:srgbClr val="F2F2F2"/>
          </a:solidFill>
          <a:ln>
            <a:noFill/>
          </a:ln>
        </p:spPr>
        <p:txBody>
          <a:bodyPr spcFirstLastPara="1" wrap="square" lIns="68550" tIns="68550" rIns="68550" bIns="68550" anchor="t" anchorCtr="0"/>
          <a:lstStyle>
            <a:lvl1pPr marR="0" lvl="0" algn="ctr" rtl="0">
              <a:spcBef>
                <a:spcPts val="1800"/>
              </a:spcBef>
              <a:spcAft>
                <a:spcPts val="0"/>
              </a:spcAft>
              <a:buClr>
                <a:schemeClr val="accent1"/>
              </a:buClr>
              <a:buSzPts val="1200"/>
              <a:buFont typeface="Arial"/>
              <a:buNone/>
              <a:defRPr sz="1500" b="0" i="0" u="none" strike="noStrike" cap="none">
                <a:solidFill>
                  <a:schemeClr val="dk1"/>
                </a:solidFill>
                <a:latin typeface="Arial"/>
                <a:ea typeface="Arial"/>
                <a:cs typeface="Arial"/>
                <a:sym typeface="Arial"/>
              </a:defRPr>
            </a:lvl1pPr>
            <a:lvl2pPr marR="0" lvl="1" algn="l" rtl="0">
              <a:spcBef>
                <a:spcPts val="400"/>
              </a:spcBef>
              <a:spcAft>
                <a:spcPts val="0"/>
              </a:spcAft>
              <a:buClr>
                <a:schemeClr val="accent1"/>
              </a:buClr>
              <a:buSzPts val="1200"/>
              <a:buFont typeface="Noto Sans Symbols"/>
              <a:buNone/>
              <a:defRPr sz="1500" b="0" i="0" u="none" strike="noStrike" cap="none">
                <a:solidFill>
                  <a:schemeClr val="dk1"/>
                </a:solidFill>
                <a:latin typeface="Arial"/>
                <a:ea typeface="Arial"/>
                <a:cs typeface="Arial"/>
                <a:sym typeface="Arial"/>
              </a:defRPr>
            </a:lvl2pPr>
            <a:lvl3pPr marR="0" lvl="2" algn="l" rtl="0">
              <a:spcBef>
                <a:spcPts val="300"/>
              </a:spcBef>
              <a:spcAft>
                <a:spcPts val="0"/>
              </a:spcAft>
              <a:buClr>
                <a:schemeClr val="accent1"/>
              </a:buClr>
              <a:buSzPts val="1300"/>
              <a:buFont typeface="Noto Sans Symbols"/>
              <a:buChar char="•"/>
              <a:defRPr sz="1300" b="0" i="0" u="none" strike="noStrike" cap="none">
                <a:solidFill>
                  <a:schemeClr val="dk1"/>
                </a:solidFill>
                <a:latin typeface="Arial"/>
                <a:ea typeface="Arial"/>
                <a:cs typeface="Arial"/>
                <a:sym typeface="Arial"/>
              </a:defRPr>
            </a:lvl3pPr>
            <a:lvl4pPr marR="0" lvl="3" algn="l" rtl="0">
              <a:spcBef>
                <a:spcPts val="300"/>
              </a:spcBef>
              <a:spcAft>
                <a:spcPts val="0"/>
              </a:spcAft>
              <a:buClr>
                <a:schemeClr val="dk1"/>
              </a:buClr>
              <a:buSzPts val="1300"/>
              <a:buFont typeface="Arial"/>
              <a:buChar char="–"/>
              <a:defRPr sz="1300" b="0" i="0" u="none" strike="noStrike" cap="none">
                <a:solidFill>
                  <a:schemeClr val="dk1"/>
                </a:solidFill>
                <a:latin typeface="Arial"/>
                <a:ea typeface="Arial"/>
                <a:cs typeface="Arial"/>
                <a:sym typeface="Arial"/>
              </a:defRPr>
            </a:lvl4pPr>
            <a:lvl5pPr marR="0" lvl="4" algn="l" rtl="0">
              <a:spcBef>
                <a:spcPts val="200"/>
              </a:spcBef>
              <a:spcAft>
                <a:spcPts val="0"/>
              </a:spcAft>
              <a:buClr>
                <a:schemeClr val="dk1"/>
              </a:buClr>
              <a:buSzPts val="1200"/>
              <a:buFont typeface="Courier New"/>
              <a:buChar char="o"/>
              <a:defRPr sz="1200" b="0" i="0" u="none" strike="noStrike" cap="none">
                <a:solidFill>
                  <a:schemeClr val="dk1"/>
                </a:solidFill>
                <a:latin typeface="Arial"/>
                <a:ea typeface="Arial"/>
                <a:cs typeface="Arial"/>
                <a:sym typeface="Arial"/>
              </a:defRPr>
            </a:lvl5pPr>
            <a:lvl6pPr marR="0" lvl="5"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R="0" lvl="6"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R="0" lvl="7"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R="0" lvl="8"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14" name="Shape 114"/>
          <p:cNvSpPr txBox="1">
            <a:spLocks noGrp="1"/>
          </p:cNvSpPr>
          <p:nvPr>
            <p:ph type="ctrTitle"/>
          </p:nvPr>
        </p:nvSpPr>
        <p:spPr>
          <a:xfrm>
            <a:off x="242937" y="1833303"/>
            <a:ext cx="8656646" cy="692338"/>
          </a:xfrm>
          <a:prstGeom prst="rect">
            <a:avLst/>
          </a:prstGeom>
          <a:noFill/>
          <a:ln>
            <a:noFill/>
          </a:ln>
        </p:spPr>
        <p:txBody>
          <a:bodyPr spcFirstLastPara="1" wrap="square" lIns="68550" tIns="68550" rIns="68550" bIns="68550" anchor="t" anchorCtr="0"/>
          <a:lstStyle>
            <a:lvl1pPr marR="0" lvl="0" algn="l" rtl="0">
              <a:spcBef>
                <a:spcPts val="0"/>
              </a:spcBef>
              <a:spcAft>
                <a:spcPts val="0"/>
              </a:spcAft>
              <a:buClr>
                <a:schemeClr val="dk1"/>
              </a:buClr>
              <a:buSzPts val="4500"/>
              <a:buFont typeface="Arial"/>
              <a:buNone/>
              <a:defRPr sz="4500" b="1" i="0" u="none" strike="noStrike" cap="none">
                <a:solidFill>
                  <a:schemeClr val="dk1"/>
                </a:solidFill>
                <a:latin typeface="Arial"/>
                <a:ea typeface="Arial"/>
                <a:cs typeface="Arial"/>
                <a:sym typeface="Arial"/>
              </a:defRPr>
            </a:lvl1pPr>
            <a:lvl2pPr lvl="1">
              <a:spcBef>
                <a:spcPts val="0"/>
              </a:spcBef>
              <a:spcAft>
                <a:spcPts val="0"/>
              </a:spcAft>
              <a:buSzPts val="1000"/>
              <a:buNone/>
              <a:defRPr sz="1300"/>
            </a:lvl2pPr>
            <a:lvl3pPr lvl="2">
              <a:spcBef>
                <a:spcPts val="0"/>
              </a:spcBef>
              <a:spcAft>
                <a:spcPts val="0"/>
              </a:spcAft>
              <a:buSzPts val="1000"/>
              <a:buNone/>
              <a:defRPr sz="1300"/>
            </a:lvl3pPr>
            <a:lvl4pPr lvl="3">
              <a:spcBef>
                <a:spcPts val="0"/>
              </a:spcBef>
              <a:spcAft>
                <a:spcPts val="0"/>
              </a:spcAft>
              <a:buSzPts val="1000"/>
              <a:buNone/>
              <a:defRPr sz="1300"/>
            </a:lvl4pPr>
            <a:lvl5pPr lvl="4">
              <a:spcBef>
                <a:spcPts val="0"/>
              </a:spcBef>
              <a:spcAft>
                <a:spcPts val="0"/>
              </a:spcAft>
              <a:buSzPts val="1000"/>
              <a:buNone/>
              <a:defRPr sz="1300"/>
            </a:lvl5pPr>
            <a:lvl6pPr lvl="5">
              <a:spcBef>
                <a:spcPts val="0"/>
              </a:spcBef>
              <a:spcAft>
                <a:spcPts val="0"/>
              </a:spcAft>
              <a:buSzPts val="1000"/>
              <a:buNone/>
              <a:defRPr sz="1300"/>
            </a:lvl6pPr>
            <a:lvl7pPr lvl="6">
              <a:spcBef>
                <a:spcPts val="0"/>
              </a:spcBef>
              <a:spcAft>
                <a:spcPts val="0"/>
              </a:spcAft>
              <a:buSzPts val="1000"/>
              <a:buNone/>
              <a:defRPr sz="1300"/>
            </a:lvl7pPr>
            <a:lvl8pPr lvl="7">
              <a:spcBef>
                <a:spcPts val="0"/>
              </a:spcBef>
              <a:spcAft>
                <a:spcPts val="0"/>
              </a:spcAft>
              <a:buSzPts val="1000"/>
              <a:buNone/>
              <a:defRPr sz="1300"/>
            </a:lvl8pPr>
            <a:lvl9pPr lvl="8">
              <a:spcBef>
                <a:spcPts val="0"/>
              </a:spcBef>
              <a:spcAft>
                <a:spcPts val="0"/>
              </a:spcAft>
              <a:buSzPts val="1000"/>
              <a:buNone/>
              <a:defRPr sz="1300"/>
            </a:lvl9pPr>
          </a:lstStyle>
          <a:p>
            <a:endParaRPr/>
          </a:p>
        </p:txBody>
      </p:sp>
      <p:sp>
        <p:nvSpPr>
          <p:cNvPr id="115" name="Shape 115"/>
          <p:cNvSpPr/>
          <p:nvPr/>
        </p:nvSpPr>
        <p:spPr>
          <a:xfrm>
            <a:off x="242937" y="0"/>
            <a:ext cx="8656646" cy="121501"/>
          </a:xfrm>
          <a:prstGeom prst="rect">
            <a:avLst/>
          </a:prstGeom>
          <a:solidFill>
            <a:schemeClr val="accent1"/>
          </a:solidFill>
          <a:ln>
            <a:noFill/>
          </a:ln>
        </p:spPr>
        <p:txBody>
          <a:bodyPr spcFirstLastPara="1" wrap="square" lIns="80350" tIns="64275" rIns="80350" bIns="64275" anchor="ctr" anchorCtr="0">
            <a:noAutofit/>
          </a:bodyPr>
          <a:lstStyle/>
          <a:p>
            <a:pPr marL="0" marR="0" lvl="0" indent="0" algn="ctr" rtl="0">
              <a:spcBef>
                <a:spcPts val="0"/>
              </a:spcBef>
              <a:spcAft>
                <a:spcPts val="0"/>
              </a:spcAft>
              <a:buNone/>
            </a:pPr>
            <a:endParaRPr sz="1400">
              <a:solidFill>
                <a:srgbClr val="000000"/>
              </a:solidFill>
              <a:latin typeface="Arial"/>
              <a:ea typeface="Arial"/>
              <a:cs typeface="Arial"/>
              <a:sym typeface="Arial"/>
            </a:endParaRPr>
          </a:p>
        </p:txBody>
      </p:sp>
      <p:sp>
        <p:nvSpPr>
          <p:cNvPr id="116" name="Shape 116"/>
          <p:cNvSpPr txBox="1">
            <a:spLocks noGrp="1"/>
          </p:cNvSpPr>
          <p:nvPr>
            <p:ph type="body" idx="1"/>
          </p:nvPr>
        </p:nvSpPr>
        <p:spPr>
          <a:xfrm>
            <a:off x="242937" y="2629805"/>
            <a:ext cx="8656646" cy="465536"/>
          </a:xfrm>
          <a:prstGeom prst="rect">
            <a:avLst/>
          </a:prstGeom>
          <a:noFill/>
          <a:ln>
            <a:noFill/>
          </a:ln>
        </p:spPr>
        <p:txBody>
          <a:bodyPr spcFirstLastPara="1" wrap="square" lIns="68550" tIns="68550" rIns="68550" bIns="68550" anchor="t" anchorCtr="0"/>
          <a:lstStyle>
            <a:lvl1pPr marL="457200" marR="0" lvl="0" indent="-228600" algn="l" rtl="0">
              <a:spcBef>
                <a:spcPts val="1100"/>
              </a:spcBef>
              <a:spcAft>
                <a:spcPts val="0"/>
              </a:spcAft>
              <a:buClr>
                <a:schemeClr val="accent1"/>
              </a:buClr>
              <a:buSzPts val="1100"/>
              <a:buFont typeface="Arial"/>
              <a:buNone/>
              <a:defRPr sz="1400" b="0" i="0" u="none" strike="noStrike" cap="none">
                <a:solidFill>
                  <a:schemeClr val="dk1"/>
                </a:solidFill>
                <a:latin typeface="Arial"/>
                <a:ea typeface="Arial"/>
                <a:cs typeface="Arial"/>
                <a:sym typeface="Arial"/>
              </a:defRPr>
            </a:lvl1pPr>
            <a:lvl2pPr marL="914400" marR="0" lvl="1" indent="-228600" algn="l" rtl="0">
              <a:spcBef>
                <a:spcPts val="400"/>
              </a:spcBef>
              <a:spcAft>
                <a:spcPts val="0"/>
              </a:spcAft>
              <a:buClr>
                <a:schemeClr val="accent1"/>
              </a:buClr>
              <a:buSzPts val="1200"/>
              <a:buFont typeface="Noto Sans Symbols"/>
              <a:buNone/>
              <a:defRPr sz="1500" b="0" i="0" u="none" strike="noStrike" cap="none">
                <a:solidFill>
                  <a:schemeClr val="dk1"/>
                </a:solidFill>
                <a:latin typeface="Arial"/>
                <a:ea typeface="Arial"/>
                <a:cs typeface="Arial"/>
                <a:sym typeface="Arial"/>
              </a:defRPr>
            </a:lvl2pPr>
            <a:lvl3pPr marL="1371600" marR="0" lvl="2" indent="-311150" algn="l" rtl="0">
              <a:spcBef>
                <a:spcPts val="300"/>
              </a:spcBef>
              <a:spcAft>
                <a:spcPts val="0"/>
              </a:spcAft>
              <a:buClr>
                <a:schemeClr val="accent1"/>
              </a:buClr>
              <a:buSzPts val="1300"/>
              <a:buFont typeface="Noto Sans Symbols"/>
              <a:buChar char="•"/>
              <a:defRPr sz="1300" b="0" i="0" u="none" strike="noStrike" cap="none">
                <a:solidFill>
                  <a:schemeClr val="dk1"/>
                </a:solidFill>
                <a:latin typeface="Arial"/>
                <a:ea typeface="Arial"/>
                <a:cs typeface="Arial"/>
                <a:sym typeface="Arial"/>
              </a:defRPr>
            </a:lvl3pPr>
            <a:lvl4pPr marL="1828800" marR="0" lvl="3" indent="-311150" algn="l" rtl="0">
              <a:spcBef>
                <a:spcPts val="300"/>
              </a:spcBef>
              <a:spcAft>
                <a:spcPts val="0"/>
              </a:spcAft>
              <a:buClr>
                <a:schemeClr val="dk1"/>
              </a:buClr>
              <a:buSzPts val="1300"/>
              <a:buFont typeface="Arial"/>
              <a:buChar char="–"/>
              <a:defRPr sz="1300" b="0" i="0" u="none" strike="noStrike" cap="none">
                <a:solidFill>
                  <a:schemeClr val="dk1"/>
                </a:solidFill>
                <a:latin typeface="Arial"/>
                <a:ea typeface="Arial"/>
                <a:cs typeface="Arial"/>
                <a:sym typeface="Arial"/>
              </a:defRPr>
            </a:lvl4pPr>
            <a:lvl5pPr marL="2286000" marR="0" lvl="4" indent="-304800" algn="l" rtl="0">
              <a:spcBef>
                <a:spcPts val="200"/>
              </a:spcBef>
              <a:spcAft>
                <a:spcPts val="0"/>
              </a:spcAft>
              <a:buClr>
                <a:schemeClr val="dk1"/>
              </a:buClr>
              <a:buSzPts val="1200"/>
              <a:buFont typeface="Courier New"/>
              <a:buChar char="o"/>
              <a:defRPr sz="1200" b="0" i="0" u="none" strike="noStrike" cap="none">
                <a:solidFill>
                  <a:schemeClr val="dk1"/>
                </a:solidFill>
                <a:latin typeface="Arial"/>
                <a:ea typeface="Arial"/>
                <a:cs typeface="Arial"/>
                <a:sym typeface="Arial"/>
              </a:defRPr>
            </a:lvl5pPr>
            <a:lvl6pPr marL="2743200" marR="0" lvl="5"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pic>
        <p:nvPicPr>
          <p:cNvPr id="117" name="Shape 117"/>
          <p:cNvPicPr preferRelativeResize="0"/>
          <p:nvPr/>
        </p:nvPicPr>
        <p:blipFill rotWithShape="1">
          <a:blip r:embed="rId2">
            <a:alphaModFix/>
          </a:blip>
          <a:srcRect/>
          <a:stretch/>
        </p:blipFill>
        <p:spPr>
          <a:xfrm>
            <a:off x="244015" y="4561746"/>
            <a:ext cx="687390" cy="340111"/>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Agenda">
  <p:cSld name="Agenda">
    <p:bg>
      <p:bgPr>
        <a:solidFill>
          <a:schemeClr val="lt1"/>
        </a:solidFill>
        <a:effectLst/>
      </p:bgPr>
    </p:bg>
    <p:spTree>
      <p:nvGrpSpPr>
        <p:cNvPr id="1" name="Shape 118"/>
        <p:cNvGrpSpPr/>
        <p:nvPr/>
      </p:nvGrpSpPr>
      <p:grpSpPr>
        <a:xfrm>
          <a:off x="0" y="0"/>
          <a:ext cx="0" cy="0"/>
          <a:chOff x="0" y="0"/>
          <a:chExt cx="0" cy="0"/>
        </a:xfrm>
      </p:grpSpPr>
      <p:pic>
        <p:nvPicPr>
          <p:cNvPr id="119" name="Shape 119"/>
          <p:cNvPicPr preferRelativeResize="0"/>
          <p:nvPr/>
        </p:nvPicPr>
        <p:blipFill/>
        <p:spPr>
          <a:xfrm>
            <a:off x="1191" y="1191"/>
            <a:ext cx="1190" cy="1190"/>
          </a:xfrm>
          <a:prstGeom prst="rect">
            <a:avLst/>
          </a:prstGeom>
          <a:solidFill>
            <a:srgbClr val="FFFFFF"/>
          </a:solidFill>
          <a:ln>
            <a:noFill/>
          </a:ln>
        </p:spPr>
      </p:pic>
      <p:sp>
        <p:nvSpPr>
          <p:cNvPr id="120" name="Shape 120"/>
          <p:cNvSpPr txBox="1">
            <a:spLocks noGrp="1"/>
          </p:cNvSpPr>
          <p:nvPr>
            <p:ph type="title"/>
          </p:nvPr>
        </p:nvSpPr>
        <p:spPr>
          <a:xfrm>
            <a:off x="242937" y="243000"/>
            <a:ext cx="8656646" cy="567001"/>
          </a:xfrm>
          <a:prstGeom prst="rect">
            <a:avLst/>
          </a:prstGeom>
          <a:noFill/>
          <a:ln>
            <a:noFill/>
          </a:ln>
        </p:spPr>
        <p:txBody>
          <a:bodyPr spcFirstLastPara="1" wrap="square" lIns="68550" tIns="68550" rIns="68550" bIns="68550" anchor="ctr" anchorCtr="0"/>
          <a:lstStyle>
            <a:lvl1pPr marR="0" lvl="0" algn="l" rtl="0">
              <a:spcBef>
                <a:spcPts val="0"/>
              </a:spcBef>
              <a:spcAft>
                <a:spcPts val="0"/>
              </a:spcAft>
              <a:buClr>
                <a:schemeClr val="accent2"/>
              </a:buClr>
              <a:buSzPts val="2100"/>
              <a:buFont typeface="Arial"/>
              <a:buNone/>
              <a:defRPr sz="2100" b="1" i="0" u="none" strike="noStrike" cap="none">
                <a:solidFill>
                  <a:schemeClr val="accent2"/>
                </a:solidFill>
                <a:latin typeface="Arial"/>
                <a:ea typeface="Arial"/>
                <a:cs typeface="Arial"/>
                <a:sym typeface="Arial"/>
              </a:defRPr>
            </a:lvl1pPr>
            <a:lvl2pPr lvl="1">
              <a:spcBef>
                <a:spcPts val="0"/>
              </a:spcBef>
              <a:spcAft>
                <a:spcPts val="0"/>
              </a:spcAft>
              <a:buSzPts val="1000"/>
              <a:buNone/>
              <a:defRPr sz="1300"/>
            </a:lvl2pPr>
            <a:lvl3pPr lvl="2">
              <a:spcBef>
                <a:spcPts val="0"/>
              </a:spcBef>
              <a:spcAft>
                <a:spcPts val="0"/>
              </a:spcAft>
              <a:buSzPts val="1000"/>
              <a:buNone/>
              <a:defRPr sz="1300"/>
            </a:lvl3pPr>
            <a:lvl4pPr lvl="3">
              <a:spcBef>
                <a:spcPts val="0"/>
              </a:spcBef>
              <a:spcAft>
                <a:spcPts val="0"/>
              </a:spcAft>
              <a:buSzPts val="1000"/>
              <a:buNone/>
              <a:defRPr sz="1300"/>
            </a:lvl4pPr>
            <a:lvl5pPr lvl="4">
              <a:spcBef>
                <a:spcPts val="0"/>
              </a:spcBef>
              <a:spcAft>
                <a:spcPts val="0"/>
              </a:spcAft>
              <a:buSzPts val="1000"/>
              <a:buNone/>
              <a:defRPr sz="1300"/>
            </a:lvl5pPr>
            <a:lvl6pPr lvl="5">
              <a:spcBef>
                <a:spcPts val="0"/>
              </a:spcBef>
              <a:spcAft>
                <a:spcPts val="0"/>
              </a:spcAft>
              <a:buSzPts val="1000"/>
              <a:buNone/>
              <a:defRPr sz="1300"/>
            </a:lvl6pPr>
            <a:lvl7pPr lvl="6">
              <a:spcBef>
                <a:spcPts val="0"/>
              </a:spcBef>
              <a:spcAft>
                <a:spcPts val="0"/>
              </a:spcAft>
              <a:buSzPts val="1000"/>
              <a:buNone/>
              <a:defRPr sz="1300"/>
            </a:lvl7pPr>
            <a:lvl8pPr lvl="7">
              <a:spcBef>
                <a:spcPts val="0"/>
              </a:spcBef>
              <a:spcAft>
                <a:spcPts val="0"/>
              </a:spcAft>
              <a:buSzPts val="1000"/>
              <a:buNone/>
              <a:defRPr sz="1300"/>
            </a:lvl8pPr>
            <a:lvl9pPr lvl="8">
              <a:spcBef>
                <a:spcPts val="0"/>
              </a:spcBef>
              <a:spcAft>
                <a:spcPts val="0"/>
              </a:spcAft>
              <a:buSzPts val="1000"/>
              <a:buNone/>
              <a:defRPr sz="1300"/>
            </a:lvl9pPr>
          </a:lstStyle>
          <a:p>
            <a:endParaRPr/>
          </a:p>
        </p:txBody>
      </p:sp>
      <p:sp>
        <p:nvSpPr>
          <p:cNvPr id="121" name="Shape 121"/>
          <p:cNvSpPr txBox="1">
            <a:spLocks noGrp="1"/>
          </p:cNvSpPr>
          <p:nvPr>
            <p:ph type="body" idx="1"/>
          </p:nvPr>
        </p:nvSpPr>
        <p:spPr>
          <a:xfrm>
            <a:off x="242937" y="1269003"/>
            <a:ext cx="8656646" cy="2873869"/>
          </a:xfrm>
          <a:prstGeom prst="rect">
            <a:avLst/>
          </a:prstGeom>
          <a:noFill/>
          <a:ln>
            <a:noFill/>
          </a:ln>
        </p:spPr>
        <p:txBody>
          <a:bodyPr spcFirstLastPara="1" wrap="square" lIns="68550" tIns="68550" rIns="68550" bIns="68550" anchor="t" anchorCtr="0"/>
          <a:lstStyle>
            <a:lvl1pPr marL="457200" marR="0" lvl="0" indent="-228600" algn="l" rtl="0">
              <a:lnSpc>
                <a:spcPct val="100000"/>
              </a:lnSpc>
              <a:spcBef>
                <a:spcPts val="1800"/>
              </a:spcBef>
              <a:spcAft>
                <a:spcPts val="0"/>
              </a:spcAft>
              <a:buClr>
                <a:schemeClr val="accent1"/>
              </a:buClr>
              <a:buSzPts val="1200"/>
              <a:buFont typeface="Arial"/>
              <a:buNone/>
              <a:defRPr sz="1500" b="0" i="0" u="none" strike="noStrike" cap="none">
                <a:solidFill>
                  <a:schemeClr val="dk1"/>
                </a:solidFill>
                <a:latin typeface="Arial"/>
                <a:ea typeface="Arial"/>
                <a:cs typeface="Arial"/>
                <a:sym typeface="Arial"/>
              </a:defRPr>
            </a:lvl1pPr>
            <a:lvl2pPr marL="914400" marR="0" lvl="1" indent="-311150" algn="l" rtl="0">
              <a:lnSpc>
                <a:spcPct val="100000"/>
              </a:lnSpc>
              <a:spcBef>
                <a:spcPts val="400"/>
              </a:spcBef>
              <a:spcAft>
                <a:spcPts val="0"/>
              </a:spcAft>
              <a:buClr>
                <a:schemeClr val="accent1"/>
              </a:buClr>
              <a:buSzPts val="1300"/>
              <a:buFont typeface="Noto Sans Symbols"/>
              <a:buChar char="•"/>
              <a:defRPr sz="1300" b="0" i="0" u="none" strike="noStrike" cap="none">
                <a:solidFill>
                  <a:schemeClr val="dk1"/>
                </a:solidFill>
                <a:latin typeface="Arial"/>
                <a:ea typeface="Arial"/>
                <a:cs typeface="Arial"/>
                <a:sym typeface="Arial"/>
              </a:defRPr>
            </a:lvl2pPr>
            <a:lvl3pPr marL="1371600" marR="0" lvl="2" indent="-311150" algn="l" rtl="0">
              <a:lnSpc>
                <a:spcPct val="100000"/>
              </a:lnSpc>
              <a:spcBef>
                <a:spcPts val="300"/>
              </a:spcBef>
              <a:spcAft>
                <a:spcPts val="0"/>
              </a:spcAft>
              <a:buClr>
                <a:schemeClr val="accent2"/>
              </a:buClr>
              <a:buSzPts val="1300"/>
              <a:buFont typeface="Arial"/>
              <a:buChar char="–"/>
              <a:defRPr sz="1300" b="0" i="0" u="none" strike="noStrike" cap="none">
                <a:solidFill>
                  <a:schemeClr val="dk1"/>
                </a:solidFill>
                <a:latin typeface="Arial"/>
                <a:ea typeface="Arial"/>
                <a:cs typeface="Arial"/>
                <a:sym typeface="Arial"/>
              </a:defRPr>
            </a:lvl3pPr>
            <a:lvl4pPr marL="1828800" marR="0" lvl="3" indent="-304800" algn="l" rtl="0">
              <a:lnSpc>
                <a:spcPct val="100000"/>
              </a:lnSpc>
              <a:spcBef>
                <a:spcPts val="200"/>
              </a:spcBef>
              <a:spcAft>
                <a:spcPts val="0"/>
              </a:spcAft>
              <a:buClr>
                <a:schemeClr val="accent2"/>
              </a:buClr>
              <a:buSzPts val="1200"/>
              <a:buFont typeface="Courier New"/>
              <a:buChar char="o"/>
              <a:defRPr sz="1200" b="0" i="0" u="none" strike="noStrike" cap="none">
                <a:solidFill>
                  <a:schemeClr val="dk1"/>
                </a:solidFill>
                <a:latin typeface="Arial"/>
                <a:ea typeface="Arial"/>
                <a:cs typeface="Arial"/>
                <a:sym typeface="Arial"/>
              </a:defRPr>
            </a:lvl4pPr>
            <a:lvl5pPr marL="2286000" marR="0" lvl="4" indent="-304800" algn="l" rtl="0">
              <a:spcBef>
                <a:spcPts val="200"/>
              </a:spcBef>
              <a:spcAft>
                <a:spcPts val="0"/>
              </a:spcAft>
              <a:buClr>
                <a:schemeClr val="accent2"/>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Text">
  <p:cSld name="Title and Text">
    <p:spTree>
      <p:nvGrpSpPr>
        <p:cNvPr id="1" name="Shape 122"/>
        <p:cNvGrpSpPr/>
        <p:nvPr/>
      </p:nvGrpSpPr>
      <p:grpSpPr>
        <a:xfrm>
          <a:off x="0" y="0"/>
          <a:ext cx="0" cy="0"/>
          <a:chOff x="0" y="0"/>
          <a:chExt cx="0" cy="0"/>
        </a:xfrm>
      </p:grpSpPr>
      <p:pic>
        <p:nvPicPr>
          <p:cNvPr id="123" name="Shape 123"/>
          <p:cNvPicPr preferRelativeResize="0"/>
          <p:nvPr/>
        </p:nvPicPr>
        <p:blipFill/>
        <p:spPr>
          <a:xfrm>
            <a:off x="1191" y="1191"/>
            <a:ext cx="1190" cy="1190"/>
          </a:xfrm>
          <a:prstGeom prst="rect">
            <a:avLst/>
          </a:prstGeom>
          <a:solidFill>
            <a:srgbClr val="FFFFFF"/>
          </a:solidFill>
          <a:ln>
            <a:noFill/>
          </a:ln>
        </p:spPr>
      </p:pic>
      <p:sp>
        <p:nvSpPr>
          <p:cNvPr id="124" name="Shape 124"/>
          <p:cNvSpPr txBox="1">
            <a:spLocks noGrp="1"/>
          </p:cNvSpPr>
          <p:nvPr>
            <p:ph type="title"/>
          </p:nvPr>
        </p:nvSpPr>
        <p:spPr>
          <a:xfrm>
            <a:off x="242937" y="243000"/>
            <a:ext cx="8656646" cy="567001"/>
          </a:xfrm>
          <a:prstGeom prst="rect">
            <a:avLst/>
          </a:prstGeom>
          <a:noFill/>
          <a:ln>
            <a:noFill/>
          </a:ln>
        </p:spPr>
        <p:txBody>
          <a:bodyPr spcFirstLastPara="1" wrap="square" lIns="68550" tIns="68550" rIns="68550" bIns="68550" anchor="ctr" anchorCtr="0"/>
          <a:lstStyle>
            <a:lvl1pPr marR="0" lvl="0" algn="l" rtl="0">
              <a:spcBef>
                <a:spcPts val="0"/>
              </a:spcBef>
              <a:spcAft>
                <a:spcPts val="0"/>
              </a:spcAft>
              <a:buClr>
                <a:schemeClr val="accent2"/>
              </a:buClr>
              <a:buSzPts val="2100"/>
              <a:buFont typeface="Arial"/>
              <a:buNone/>
              <a:defRPr sz="2100" b="1" i="0" u="none" strike="noStrike" cap="none">
                <a:solidFill>
                  <a:schemeClr val="accent2"/>
                </a:solidFill>
                <a:latin typeface="Arial"/>
                <a:ea typeface="Arial"/>
                <a:cs typeface="Arial"/>
                <a:sym typeface="Arial"/>
              </a:defRPr>
            </a:lvl1pPr>
            <a:lvl2pPr lvl="1">
              <a:spcBef>
                <a:spcPts val="0"/>
              </a:spcBef>
              <a:spcAft>
                <a:spcPts val="0"/>
              </a:spcAft>
              <a:buSzPts val="1000"/>
              <a:buNone/>
              <a:defRPr sz="1300"/>
            </a:lvl2pPr>
            <a:lvl3pPr lvl="2">
              <a:spcBef>
                <a:spcPts val="0"/>
              </a:spcBef>
              <a:spcAft>
                <a:spcPts val="0"/>
              </a:spcAft>
              <a:buSzPts val="1000"/>
              <a:buNone/>
              <a:defRPr sz="1300"/>
            </a:lvl3pPr>
            <a:lvl4pPr lvl="3">
              <a:spcBef>
                <a:spcPts val="0"/>
              </a:spcBef>
              <a:spcAft>
                <a:spcPts val="0"/>
              </a:spcAft>
              <a:buSzPts val="1000"/>
              <a:buNone/>
              <a:defRPr sz="1300"/>
            </a:lvl4pPr>
            <a:lvl5pPr lvl="4">
              <a:spcBef>
                <a:spcPts val="0"/>
              </a:spcBef>
              <a:spcAft>
                <a:spcPts val="0"/>
              </a:spcAft>
              <a:buSzPts val="1000"/>
              <a:buNone/>
              <a:defRPr sz="1300"/>
            </a:lvl5pPr>
            <a:lvl6pPr lvl="5">
              <a:spcBef>
                <a:spcPts val="0"/>
              </a:spcBef>
              <a:spcAft>
                <a:spcPts val="0"/>
              </a:spcAft>
              <a:buSzPts val="1000"/>
              <a:buNone/>
              <a:defRPr sz="1300"/>
            </a:lvl6pPr>
            <a:lvl7pPr lvl="6">
              <a:spcBef>
                <a:spcPts val="0"/>
              </a:spcBef>
              <a:spcAft>
                <a:spcPts val="0"/>
              </a:spcAft>
              <a:buSzPts val="1000"/>
              <a:buNone/>
              <a:defRPr sz="1300"/>
            </a:lvl7pPr>
            <a:lvl8pPr lvl="7">
              <a:spcBef>
                <a:spcPts val="0"/>
              </a:spcBef>
              <a:spcAft>
                <a:spcPts val="0"/>
              </a:spcAft>
              <a:buSzPts val="1000"/>
              <a:buNone/>
              <a:defRPr sz="1300"/>
            </a:lvl8pPr>
            <a:lvl9pPr lvl="8">
              <a:spcBef>
                <a:spcPts val="0"/>
              </a:spcBef>
              <a:spcAft>
                <a:spcPts val="0"/>
              </a:spcAft>
              <a:buSzPts val="1000"/>
              <a:buNone/>
              <a:defRPr sz="1300"/>
            </a:lvl9pPr>
          </a:lstStyle>
          <a:p>
            <a:endParaRPr/>
          </a:p>
        </p:txBody>
      </p:sp>
      <p:sp>
        <p:nvSpPr>
          <p:cNvPr id="125" name="Shape 125"/>
          <p:cNvSpPr txBox="1">
            <a:spLocks noGrp="1"/>
          </p:cNvSpPr>
          <p:nvPr>
            <p:ph type="body" idx="1"/>
          </p:nvPr>
        </p:nvSpPr>
        <p:spPr>
          <a:xfrm>
            <a:off x="242937" y="1268017"/>
            <a:ext cx="8656646" cy="3293276"/>
          </a:xfrm>
          <a:prstGeom prst="rect">
            <a:avLst/>
          </a:prstGeom>
          <a:noFill/>
          <a:ln>
            <a:noFill/>
          </a:ln>
        </p:spPr>
        <p:txBody>
          <a:bodyPr spcFirstLastPara="1" wrap="square" lIns="68550" tIns="68550" rIns="68550" bIns="68550" anchor="t" anchorCtr="0"/>
          <a:lstStyle>
            <a:lvl1pPr marL="457200" marR="0" lvl="0" indent="-228600" algn="l" rtl="0">
              <a:spcBef>
                <a:spcPts val="1800"/>
              </a:spcBef>
              <a:spcAft>
                <a:spcPts val="0"/>
              </a:spcAft>
              <a:buClr>
                <a:schemeClr val="accent1"/>
              </a:buClr>
              <a:buSzPts val="1200"/>
              <a:buFont typeface="Arial"/>
              <a:buNone/>
              <a:defRPr sz="1500" b="1" i="0" u="none" strike="noStrike" cap="none">
                <a:solidFill>
                  <a:schemeClr val="dk1"/>
                </a:solidFill>
                <a:latin typeface="Arial"/>
                <a:ea typeface="Arial"/>
                <a:cs typeface="Arial"/>
                <a:sym typeface="Arial"/>
              </a:defRPr>
            </a:lvl1pPr>
            <a:lvl2pPr marL="914400" marR="0" lvl="1" indent="-228600" algn="l" rtl="0">
              <a:spcBef>
                <a:spcPts val="400"/>
              </a:spcBef>
              <a:spcAft>
                <a:spcPts val="0"/>
              </a:spcAft>
              <a:buClr>
                <a:schemeClr val="accent1"/>
              </a:buClr>
              <a:buSzPts val="1200"/>
              <a:buFont typeface="Noto Sans Symbols"/>
              <a:buNone/>
              <a:defRPr sz="1500" b="0" i="0" u="none" strike="noStrike" cap="none">
                <a:solidFill>
                  <a:schemeClr val="dk1"/>
                </a:solidFill>
                <a:latin typeface="Arial"/>
                <a:ea typeface="Arial"/>
                <a:cs typeface="Arial"/>
                <a:sym typeface="Arial"/>
              </a:defRPr>
            </a:lvl2pPr>
            <a:lvl3pPr marL="1371600" marR="0" lvl="2" indent="-311150" algn="l" rtl="0">
              <a:spcBef>
                <a:spcPts val="300"/>
              </a:spcBef>
              <a:spcAft>
                <a:spcPts val="0"/>
              </a:spcAft>
              <a:buClr>
                <a:schemeClr val="accent1"/>
              </a:buClr>
              <a:buSzPts val="1300"/>
              <a:buFont typeface="Noto Sans Symbols"/>
              <a:buChar char="•"/>
              <a:defRPr sz="1300" b="0" i="0" u="none" strike="noStrike" cap="none">
                <a:solidFill>
                  <a:schemeClr val="dk1"/>
                </a:solidFill>
                <a:latin typeface="Arial"/>
                <a:ea typeface="Arial"/>
                <a:cs typeface="Arial"/>
                <a:sym typeface="Arial"/>
              </a:defRPr>
            </a:lvl3pPr>
            <a:lvl4pPr marL="1828800" marR="0" lvl="3" indent="-311150" algn="l" rtl="0">
              <a:spcBef>
                <a:spcPts val="300"/>
              </a:spcBef>
              <a:spcAft>
                <a:spcPts val="0"/>
              </a:spcAft>
              <a:buClr>
                <a:schemeClr val="dk1"/>
              </a:buClr>
              <a:buSzPts val="1300"/>
              <a:buFont typeface="Arial"/>
              <a:buChar char="–"/>
              <a:defRPr sz="1300" b="0" i="0" u="none" strike="noStrike" cap="none">
                <a:solidFill>
                  <a:schemeClr val="dk1"/>
                </a:solidFill>
                <a:latin typeface="Arial"/>
                <a:ea typeface="Arial"/>
                <a:cs typeface="Arial"/>
                <a:sym typeface="Arial"/>
              </a:defRPr>
            </a:lvl4pPr>
            <a:lvl5pPr marL="2286000" marR="0" lvl="4" indent="-304800" algn="l" rtl="0">
              <a:spcBef>
                <a:spcPts val="200"/>
              </a:spcBef>
              <a:spcAft>
                <a:spcPts val="0"/>
              </a:spcAft>
              <a:buClr>
                <a:schemeClr val="dk1"/>
              </a:buClr>
              <a:buSzPts val="1200"/>
              <a:buFont typeface="Courier New"/>
              <a:buChar char="o"/>
              <a:defRPr sz="1200" b="0" i="0" u="none" strike="noStrike" cap="none">
                <a:solidFill>
                  <a:schemeClr val="dk1"/>
                </a:solidFill>
                <a:latin typeface="Arial"/>
                <a:ea typeface="Arial"/>
                <a:cs typeface="Arial"/>
                <a:sym typeface="Arial"/>
              </a:defRPr>
            </a:lvl5pPr>
            <a:lvl6pPr marL="2743200" marR="0" lvl="5"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Text: 2 columns">
  <p:cSld name="Title and Text: 2 columns">
    <p:spTree>
      <p:nvGrpSpPr>
        <p:cNvPr id="1" name="Shape 126"/>
        <p:cNvGrpSpPr/>
        <p:nvPr/>
      </p:nvGrpSpPr>
      <p:grpSpPr>
        <a:xfrm>
          <a:off x="0" y="0"/>
          <a:ext cx="0" cy="0"/>
          <a:chOff x="0" y="0"/>
          <a:chExt cx="0" cy="0"/>
        </a:xfrm>
      </p:grpSpPr>
      <p:pic>
        <p:nvPicPr>
          <p:cNvPr id="127" name="Shape 127"/>
          <p:cNvPicPr preferRelativeResize="0"/>
          <p:nvPr/>
        </p:nvPicPr>
        <p:blipFill/>
        <p:spPr>
          <a:xfrm>
            <a:off x="1191" y="1191"/>
            <a:ext cx="1190" cy="1190"/>
          </a:xfrm>
          <a:prstGeom prst="rect">
            <a:avLst/>
          </a:prstGeom>
          <a:solidFill>
            <a:srgbClr val="FFFFFF"/>
          </a:solidFill>
          <a:ln>
            <a:noFill/>
          </a:ln>
        </p:spPr>
      </p:pic>
      <p:sp>
        <p:nvSpPr>
          <p:cNvPr id="128" name="Shape 128"/>
          <p:cNvSpPr txBox="1">
            <a:spLocks noGrp="1"/>
          </p:cNvSpPr>
          <p:nvPr>
            <p:ph type="title"/>
          </p:nvPr>
        </p:nvSpPr>
        <p:spPr>
          <a:xfrm>
            <a:off x="242937" y="243000"/>
            <a:ext cx="8656646" cy="567001"/>
          </a:xfrm>
          <a:prstGeom prst="rect">
            <a:avLst/>
          </a:prstGeom>
          <a:noFill/>
          <a:ln>
            <a:noFill/>
          </a:ln>
        </p:spPr>
        <p:txBody>
          <a:bodyPr spcFirstLastPara="1" wrap="square" lIns="68550" tIns="68550" rIns="68550" bIns="68550" anchor="ctr" anchorCtr="0"/>
          <a:lstStyle>
            <a:lvl1pPr marR="0" lvl="0" algn="l" rtl="0">
              <a:spcBef>
                <a:spcPts val="0"/>
              </a:spcBef>
              <a:spcAft>
                <a:spcPts val="0"/>
              </a:spcAft>
              <a:buClr>
                <a:schemeClr val="accent2"/>
              </a:buClr>
              <a:buSzPts val="2100"/>
              <a:buFont typeface="Arial"/>
              <a:buNone/>
              <a:defRPr sz="2100" b="1" i="0" u="none" strike="noStrike" cap="none">
                <a:solidFill>
                  <a:schemeClr val="accent2"/>
                </a:solidFill>
                <a:latin typeface="Arial"/>
                <a:ea typeface="Arial"/>
                <a:cs typeface="Arial"/>
                <a:sym typeface="Arial"/>
              </a:defRPr>
            </a:lvl1pPr>
            <a:lvl2pPr lvl="1">
              <a:spcBef>
                <a:spcPts val="0"/>
              </a:spcBef>
              <a:spcAft>
                <a:spcPts val="0"/>
              </a:spcAft>
              <a:buSzPts val="1000"/>
              <a:buNone/>
              <a:defRPr sz="1300"/>
            </a:lvl2pPr>
            <a:lvl3pPr lvl="2">
              <a:spcBef>
                <a:spcPts val="0"/>
              </a:spcBef>
              <a:spcAft>
                <a:spcPts val="0"/>
              </a:spcAft>
              <a:buSzPts val="1000"/>
              <a:buNone/>
              <a:defRPr sz="1300"/>
            </a:lvl3pPr>
            <a:lvl4pPr lvl="3">
              <a:spcBef>
                <a:spcPts val="0"/>
              </a:spcBef>
              <a:spcAft>
                <a:spcPts val="0"/>
              </a:spcAft>
              <a:buSzPts val="1000"/>
              <a:buNone/>
              <a:defRPr sz="1300"/>
            </a:lvl4pPr>
            <a:lvl5pPr lvl="4">
              <a:spcBef>
                <a:spcPts val="0"/>
              </a:spcBef>
              <a:spcAft>
                <a:spcPts val="0"/>
              </a:spcAft>
              <a:buSzPts val="1000"/>
              <a:buNone/>
              <a:defRPr sz="1300"/>
            </a:lvl5pPr>
            <a:lvl6pPr lvl="5">
              <a:spcBef>
                <a:spcPts val="0"/>
              </a:spcBef>
              <a:spcAft>
                <a:spcPts val="0"/>
              </a:spcAft>
              <a:buSzPts val="1000"/>
              <a:buNone/>
              <a:defRPr sz="1300"/>
            </a:lvl6pPr>
            <a:lvl7pPr lvl="6">
              <a:spcBef>
                <a:spcPts val="0"/>
              </a:spcBef>
              <a:spcAft>
                <a:spcPts val="0"/>
              </a:spcAft>
              <a:buSzPts val="1000"/>
              <a:buNone/>
              <a:defRPr sz="1300"/>
            </a:lvl7pPr>
            <a:lvl8pPr lvl="7">
              <a:spcBef>
                <a:spcPts val="0"/>
              </a:spcBef>
              <a:spcAft>
                <a:spcPts val="0"/>
              </a:spcAft>
              <a:buSzPts val="1000"/>
              <a:buNone/>
              <a:defRPr sz="1300"/>
            </a:lvl8pPr>
            <a:lvl9pPr lvl="8">
              <a:spcBef>
                <a:spcPts val="0"/>
              </a:spcBef>
              <a:spcAft>
                <a:spcPts val="0"/>
              </a:spcAft>
              <a:buSzPts val="1000"/>
              <a:buNone/>
              <a:defRPr sz="1300"/>
            </a:lvl9pPr>
          </a:lstStyle>
          <a:p>
            <a:endParaRPr/>
          </a:p>
        </p:txBody>
      </p:sp>
      <p:sp>
        <p:nvSpPr>
          <p:cNvPr id="129" name="Shape 129"/>
          <p:cNvSpPr txBox="1">
            <a:spLocks noGrp="1"/>
          </p:cNvSpPr>
          <p:nvPr>
            <p:ph type="body" idx="1"/>
          </p:nvPr>
        </p:nvSpPr>
        <p:spPr>
          <a:xfrm>
            <a:off x="242937" y="1269002"/>
            <a:ext cx="4245994" cy="3294006"/>
          </a:xfrm>
          <a:prstGeom prst="rect">
            <a:avLst/>
          </a:prstGeom>
          <a:noFill/>
          <a:ln>
            <a:noFill/>
          </a:ln>
        </p:spPr>
        <p:txBody>
          <a:bodyPr spcFirstLastPara="1" wrap="square" lIns="68550" tIns="68550" rIns="68550" bIns="68550" anchor="t" anchorCtr="0"/>
          <a:lstStyle>
            <a:lvl1pPr marL="457200" marR="0" lvl="0" indent="-228600" algn="l" rtl="0">
              <a:spcBef>
                <a:spcPts val="1800"/>
              </a:spcBef>
              <a:spcAft>
                <a:spcPts val="0"/>
              </a:spcAft>
              <a:buClr>
                <a:schemeClr val="accent1"/>
              </a:buClr>
              <a:buSzPts val="1200"/>
              <a:buFont typeface="Arial"/>
              <a:buNone/>
              <a:defRPr sz="1500" b="1" i="0" u="none" strike="noStrike" cap="none">
                <a:solidFill>
                  <a:schemeClr val="dk1"/>
                </a:solidFill>
                <a:latin typeface="Arial"/>
                <a:ea typeface="Arial"/>
                <a:cs typeface="Arial"/>
                <a:sym typeface="Arial"/>
              </a:defRPr>
            </a:lvl1pPr>
            <a:lvl2pPr marL="914400" marR="0" lvl="1" indent="-228600" algn="l" rtl="0">
              <a:spcBef>
                <a:spcPts val="400"/>
              </a:spcBef>
              <a:spcAft>
                <a:spcPts val="0"/>
              </a:spcAft>
              <a:buClr>
                <a:schemeClr val="accent1"/>
              </a:buClr>
              <a:buSzPts val="1200"/>
              <a:buFont typeface="Noto Sans Symbols"/>
              <a:buNone/>
              <a:defRPr sz="1500" b="0" i="0" u="none" strike="noStrike" cap="none">
                <a:solidFill>
                  <a:schemeClr val="dk1"/>
                </a:solidFill>
                <a:latin typeface="Arial"/>
                <a:ea typeface="Arial"/>
                <a:cs typeface="Arial"/>
                <a:sym typeface="Arial"/>
              </a:defRPr>
            </a:lvl2pPr>
            <a:lvl3pPr marL="1371600" marR="0" lvl="2" indent="-311150" algn="l" rtl="0">
              <a:spcBef>
                <a:spcPts val="300"/>
              </a:spcBef>
              <a:spcAft>
                <a:spcPts val="0"/>
              </a:spcAft>
              <a:buClr>
                <a:schemeClr val="accent1"/>
              </a:buClr>
              <a:buSzPts val="1300"/>
              <a:buFont typeface="Noto Sans Symbols"/>
              <a:buChar char="•"/>
              <a:defRPr sz="1300" b="0" i="0" u="none" strike="noStrike" cap="none">
                <a:solidFill>
                  <a:schemeClr val="dk1"/>
                </a:solidFill>
                <a:latin typeface="Arial"/>
                <a:ea typeface="Arial"/>
                <a:cs typeface="Arial"/>
                <a:sym typeface="Arial"/>
              </a:defRPr>
            </a:lvl3pPr>
            <a:lvl4pPr marL="1828800" marR="0" lvl="3" indent="-311150" algn="l" rtl="0">
              <a:spcBef>
                <a:spcPts val="300"/>
              </a:spcBef>
              <a:spcAft>
                <a:spcPts val="0"/>
              </a:spcAft>
              <a:buClr>
                <a:schemeClr val="dk1"/>
              </a:buClr>
              <a:buSzPts val="1300"/>
              <a:buFont typeface="Arial"/>
              <a:buChar char="–"/>
              <a:defRPr sz="1300" b="0" i="0" u="none" strike="noStrike" cap="none">
                <a:solidFill>
                  <a:schemeClr val="dk1"/>
                </a:solidFill>
                <a:latin typeface="Arial"/>
                <a:ea typeface="Arial"/>
                <a:cs typeface="Arial"/>
                <a:sym typeface="Arial"/>
              </a:defRPr>
            </a:lvl4pPr>
            <a:lvl5pPr marL="2286000" marR="0" lvl="4" indent="-304800" algn="l" rtl="0">
              <a:spcBef>
                <a:spcPts val="200"/>
              </a:spcBef>
              <a:spcAft>
                <a:spcPts val="0"/>
              </a:spcAft>
              <a:buClr>
                <a:schemeClr val="dk1"/>
              </a:buClr>
              <a:buSzPts val="1200"/>
              <a:buFont typeface="Courier New"/>
              <a:buChar char="o"/>
              <a:defRPr sz="1200" b="0" i="0" u="none" strike="noStrike" cap="none">
                <a:solidFill>
                  <a:schemeClr val="dk1"/>
                </a:solidFill>
                <a:latin typeface="Arial"/>
                <a:ea typeface="Arial"/>
                <a:cs typeface="Arial"/>
                <a:sym typeface="Arial"/>
              </a:defRPr>
            </a:lvl5pPr>
            <a:lvl6pPr marL="2743200" marR="0" lvl="5"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30" name="Shape 130"/>
          <p:cNvSpPr txBox="1">
            <a:spLocks noGrp="1"/>
          </p:cNvSpPr>
          <p:nvPr>
            <p:ph type="body" idx="2"/>
          </p:nvPr>
        </p:nvSpPr>
        <p:spPr>
          <a:xfrm>
            <a:off x="4654800" y="1269002"/>
            <a:ext cx="4245994" cy="3294006"/>
          </a:xfrm>
          <a:prstGeom prst="rect">
            <a:avLst/>
          </a:prstGeom>
          <a:noFill/>
          <a:ln>
            <a:noFill/>
          </a:ln>
        </p:spPr>
        <p:txBody>
          <a:bodyPr spcFirstLastPara="1" wrap="square" lIns="68550" tIns="68550" rIns="68550" bIns="68550" anchor="t" anchorCtr="0"/>
          <a:lstStyle>
            <a:lvl1pPr marL="457200" marR="0" lvl="0" indent="-228600" algn="l" rtl="0">
              <a:spcBef>
                <a:spcPts val="1800"/>
              </a:spcBef>
              <a:spcAft>
                <a:spcPts val="0"/>
              </a:spcAft>
              <a:buClr>
                <a:schemeClr val="accent1"/>
              </a:buClr>
              <a:buSzPts val="1200"/>
              <a:buFont typeface="Arial"/>
              <a:buNone/>
              <a:defRPr sz="1500" b="1" i="0" u="none" strike="noStrike" cap="none">
                <a:solidFill>
                  <a:schemeClr val="dk1"/>
                </a:solidFill>
                <a:latin typeface="Arial"/>
                <a:ea typeface="Arial"/>
                <a:cs typeface="Arial"/>
                <a:sym typeface="Arial"/>
              </a:defRPr>
            </a:lvl1pPr>
            <a:lvl2pPr marL="914400" marR="0" lvl="1" indent="-228600" algn="l" rtl="0">
              <a:spcBef>
                <a:spcPts val="400"/>
              </a:spcBef>
              <a:spcAft>
                <a:spcPts val="0"/>
              </a:spcAft>
              <a:buClr>
                <a:schemeClr val="accent1"/>
              </a:buClr>
              <a:buSzPts val="1200"/>
              <a:buFont typeface="Noto Sans Symbols"/>
              <a:buNone/>
              <a:defRPr sz="1500" b="0" i="0" u="none" strike="noStrike" cap="none">
                <a:solidFill>
                  <a:schemeClr val="dk1"/>
                </a:solidFill>
                <a:latin typeface="Arial"/>
                <a:ea typeface="Arial"/>
                <a:cs typeface="Arial"/>
                <a:sym typeface="Arial"/>
              </a:defRPr>
            </a:lvl2pPr>
            <a:lvl3pPr marL="1371600" marR="0" lvl="2" indent="-311150" algn="l" rtl="0">
              <a:spcBef>
                <a:spcPts val="300"/>
              </a:spcBef>
              <a:spcAft>
                <a:spcPts val="0"/>
              </a:spcAft>
              <a:buClr>
                <a:schemeClr val="accent1"/>
              </a:buClr>
              <a:buSzPts val="1300"/>
              <a:buFont typeface="Noto Sans Symbols"/>
              <a:buChar char="•"/>
              <a:defRPr sz="1300" b="0" i="0" u="none" strike="noStrike" cap="none">
                <a:solidFill>
                  <a:schemeClr val="dk1"/>
                </a:solidFill>
                <a:latin typeface="Arial"/>
                <a:ea typeface="Arial"/>
                <a:cs typeface="Arial"/>
                <a:sym typeface="Arial"/>
              </a:defRPr>
            </a:lvl3pPr>
            <a:lvl4pPr marL="1828800" marR="0" lvl="3" indent="-311150" algn="l" rtl="0">
              <a:spcBef>
                <a:spcPts val="300"/>
              </a:spcBef>
              <a:spcAft>
                <a:spcPts val="0"/>
              </a:spcAft>
              <a:buClr>
                <a:schemeClr val="dk1"/>
              </a:buClr>
              <a:buSzPts val="1300"/>
              <a:buFont typeface="Arial"/>
              <a:buChar char="–"/>
              <a:defRPr sz="1300" b="0" i="0" u="none" strike="noStrike" cap="none">
                <a:solidFill>
                  <a:schemeClr val="dk1"/>
                </a:solidFill>
                <a:latin typeface="Arial"/>
                <a:ea typeface="Arial"/>
                <a:cs typeface="Arial"/>
                <a:sym typeface="Arial"/>
              </a:defRPr>
            </a:lvl4pPr>
            <a:lvl5pPr marL="2286000" marR="0" lvl="4" indent="-304800" algn="l" rtl="0">
              <a:spcBef>
                <a:spcPts val="200"/>
              </a:spcBef>
              <a:spcAft>
                <a:spcPts val="0"/>
              </a:spcAft>
              <a:buClr>
                <a:schemeClr val="dk1"/>
              </a:buClr>
              <a:buSzPts val="1200"/>
              <a:buFont typeface="Courier New"/>
              <a:buChar char="o"/>
              <a:defRPr sz="1200" b="0" i="0" u="none" strike="noStrike" cap="none">
                <a:solidFill>
                  <a:schemeClr val="dk1"/>
                </a:solidFill>
                <a:latin typeface="Arial"/>
                <a:ea typeface="Arial"/>
                <a:cs typeface="Arial"/>
                <a:sym typeface="Arial"/>
              </a:defRPr>
            </a:lvl5pPr>
            <a:lvl6pPr marL="2743200" marR="0" lvl="5"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Text: 3 columns">
  <p:cSld name="Title and Text: 3 columns">
    <p:spTree>
      <p:nvGrpSpPr>
        <p:cNvPr id="1" name="Shape 131"/>
        <p:cNvGrpSpPr/>
        <p:nvPr/>
      </p:nvGrpSpPr>
      <p:grpSpPr>
        <a:xfrm>
          <a:off x="0" y="0"/>
          <a:ext cx="0" cy="0"/>
          <a:chOff x="0" y="0"/>
          <a:chExt cx="0" cy="0"/>
        </a:xfrm>
      </p:grpSpPr>
      <p:pic>
        <p:nvPicPr>
          <p:cNvPr id="132" name="Shape 132"/>
          <p:cNvPicPr preferRelativeResize="0"/>
          <p:nvPr/>
        </p:nvPicPr>
        <p:blipFill/>
        <p:spPr>
          <a:xfrm>
            <a:off x="1191" y="1191"/>
            <a:ext cx="1190" cy="1190"/>
          </a:xfrm>
          <a:prstGeom prst="rect">
            <a:avLst/>
          </a:prstGeom>
          <a:solidFill>
            <a:srgbClr val="FFFFFF"/>
          </a:solidFill>
          <a:ln>
            <a:noFill/>
          </a:ln>
        </p:spPr>
      </p:pic>
      <p:sp>
        <p:nvSpPr>
          <p:cNvPr id="133" name="Shape 133"/>
          <p:cNvSpPr txBox="1">
            <a:spLocks noGrp="1"/>
          </p:cNvSpPr>
          <p:nvPr>
            <p:ph type="title"/>
          </p:nvPr>
        </p:nvSpPr>
        <p:spPr>
          <a:xfrm>
            <a:off x="242937" y="243000"/>
            <a:ext cx="8656646" cy="567001"/>
          </a:xfrm>
          <a:prstGeom prst="rect">
            <a:avLst/>
          </a:prstGeom>
          <a:noFill/>
          <a:ln>
            <a:noFill/>
          </a:ln>
        </p:spPr>
        <p:txBody>
          <a:bodyPr spcFirstLastPara="1" wrap="square" lIns="68550" tIns="68550" rIns="68550" bIns="68550" anchor="ctr" anchorCtr="0"/>
          <a:lstStyle>
            <a:lvl1pPr marR="0" lvl="0" algn="l" rtl="0">
              <a:spcBef>
                <a:spcPts val="0"/>
              </a:spcBef>
              <a:spcAft>
                <a:spcPts val="0"/>
              </a:spcAft>
              <a:buClr>
                <a:schemeClr val="accent2"/>
              </a:buClr>
              <a:buSzPts val="2100"/>
              <a:buFont typeface="Arial"/>
              <a:buNone/>
              <a:defRPr sz="2100" b="1" i="0" u="none" strike="noStrike" cap="none">
                <a:solidFill>
                  <a:schemeClr val="accent2"/>
                </a:solidFill>
                <a:latin typeface="Arial"/>
                <a:ea typeface="Arial"/>
                <a:cs typeface="Arial"/>
                <a:sym typeface="Arial"/>
              </a:defRPr>
            </a:lvl1pPr>
            <a:lvl2pPr lvl="1">
              <a:spcBef>
                <a:spcPts val="0"/>
              </a:spcBef>
              <a:spcAft>
                <a:spcPts val="0"/>
              </a:spcAft>
              <a:buSzPts val="1000"/>
              <a:buNone/>
              <a:defRPr sz="1300"/>
            </a:lvl2pPr>
            <a:lvl3pPr lvl="2">
              <a:spcBef>
                <a:spcPts val="0"/>
              </a:spcBef>
              <a:spcAft>
                <a:spcPts val="0"/>
              </a:spcAft>
              <a:buSzPts val="1000"/>
              <a:buNone/>
              <a:defRPr sz="1300"/>
            </a:lvl3pPr>
            <a:lvl4pPr lvl="3">
              <a:spcBef>
                <a:spcPts val="0"/>
              </a:spcBef>
              <a:spcAft>
                <a:spcPts val="0"/>
              </a:spcAft>
              <a:buSzPts val="1000"/>
              <a:buNone/>
              <a:defRPr sz="1300"/>
            </a:lvl4pPr>
            <a:lvl5pPr lvl="4">
              <a:spcBef>
                <a:spcPts val="0"/>
              </a:spcBef>
              <a:spcAft>
                <a:spcPts val="0"/>
              </a:spcAft>
              <a:buSzPts val="1000"/>
              <a:buNone/>
              <a:defRPr sz="1300"/>
            </a:lvl5pPr>
            <a:lvl6pPr lvl="5">
              <a:spcBef>
                <a:spcPts val="0"/>
              </a:spcBef>
              <a:spcAft>
                <a:spcPts val="0"/>
              </a:spcAft>
              <a:buSzPts val="1000"/>
              <a:buNone/>
              <a:defRPr sz="1300"/>
            </a:lvl6pPr>
            <a:lvl7pPr lvl="6">
              <a:spcBef>
                <a:spcPts val="0"/>
              </a:spcBef>
              <a:spcAft>
                <a:spcPts val="0"/>
              </a:spcAft>
              <a:buSzPts val="1000"/>
              <a:buNone/>
              <a:defRPr sz="1300"/>
            </a:lvl7pPr>
            <a:lvl8pPr lvl="7">
              <a:spcBef>
                <a:spcPts val="0"/>
              </a:spcBef>
              <a:spcAft>
                <a:spcPts val="0"/>
              </a:spcAft>
              <a:buSzPts val="1000"/>
              <a:buNone/>
              <a:defRPr sz="1300"/>
            </a:lvl8pPr>
            <a:lvl9pPr lvl="8">
              <a:spcBef>
                <a:spcPts val="0"/>
              </a:spcBef>
              <a:spcAft>
                <a:spcPts val="0"/>
              </a:spcAft>
              <a:buSzPts val="1000"/>
              <a:buNone/>
              <a:defRPr sz="1300"/>
            </a:lvl9pPr>
          </a:lstStyle>
          <a:p>
            <a:endParaRPr/>
          </a:p>
        </p:txBody>
      </p:sp>
      <p:sp>
        <p:nvSpPr>
          <p:cNvPr id="134" name="Shape 134"/>
          <p:cNvSpPr txBox="1">
            <a:spLocks noGrp="1"/>
          </p:cNvSpPr>
          <p:nvPr>
            <p:ph type="body" idx="1"/>
          </p:nvPr>
        </p:nvSpPr>
        <p:spPr>
          <a:xfrm>
            <a:off x="242937" y="1269002"/>
            <a:ext cx="2804570" cy="3294006"/>
          </a:xfrm>
          <a:prstGeom prst="rect">
            <a:avLst/>
          </a:prstGeom>
          <a:noFill/>
          <a:ln>
            <a:noFill/>
          </a:ln>
        </p:spPr>
        <p:txBody>
          <a:bodyPr spcFirstLastPara="1" wrap="square" lIns="68550" tIns="68550" rIns="68550" bIns="68550" anchor="t" anchorCtr="0"/>
          <a:lstStyle>
            <a:lvl1pPr marL="457200" marR="0" lvl="0" indent="-228600" algn="l" rtl="0">
              <a:spcBef>
                <a:spcPts val="1800"/>
              </a:spcBef>
              <a:spcAft>
                <a:spcPts val="0"/>
              </a:spcAft>
              <a:buClr>
                <a:schemeClr val="accent1"/>
              </a:buClr>
              <a:buSzPts val="1200"/>
              <a:buFont typeface="Arial"/>
              <a:buNone/>
              <a:defRPr sz="1500" b="1" i="0" u="none" strike="noStrike" cap="none">
                <a:solidFill>
                  <a:schemeClr val="dk1"/>
                </a:solidFill>
                <a:latin typeface="Arial"/>
                <a:ea typeface="Arial"/>
                <a:cs typeface="Arial"/>
                <a:sym typeface="Arial"/>
              </a:defRPr>
            </a:lvl1pPr>
            <a:lvl2pPr marL="914400" marR="0" lvl="1" indent="-228600" algn="l" rtl="0">
              <a:spcBef>
                <a:spcPts val="400"/>
              </a:spcBef>
              <a:spcAft>
                <a:spcPts val="0"/>
              </a:spcAft>
              <a:buClr>
                <a:schemeClr val="accent1"/>
              </a:buClr>
              <a:buSzPts val="1200"/>
              <a:buFont typeface="Noto Sans Symbols"/>
              <a:buNone/>
              <a:defRPr sz="1500" b="0" i="0" u="none" strike="noStrike" cap="none">
                <a:solidFill>
                  <a:schemeClr val="dk1"/>
                </a:solidFill>
                <a:latin typeface="Arial"/>
                <a:ea typeface="Arial"/>
                <a:cs typeface="Arial"/>
                <a:sym typeface="Arial"/>
              </a:defRPr>
            </a:lvl2pPr>
            <a:lvl3pPr marL="1371600" marR="0" lvl="2" indent="-311150" algn="l" rtl="0">
              <a:spcBef>
                <a:spcPts val="300"/>
              </a:spcBef>
              <a:spcAft>
                <a:spcPts val="0"/>
              </a:spcAft>
              <a:buClr>
                <a:schemeClr val="accent1"/>
              </a:buClr>
              <a:buSzPts val="1300"/>
              <a:buFont typeface="Noto Sans Symbols"/>
              <a:buChar char="•"/>
              <a:defRPr sz="1300" b="0" i="0" u="none" strike="noStrike" cap="none">
                <a:solidFill>
                  <a:schemeClr val="dk1"/>
                </a:solidFill>
                <a:latin typeface="Arial"/>
                <a:ea typeface="Arial"/>
                <a:cs typeface="Arial"/>
                <a:sym typeface="Arial"/>
              </a:defRPr>
            </a:lvl3pPr>
            <a:lvl4pPr marL="1828800" marR="0" lvl="3" indent="-311150" algn="l" rtl="0">
              <a:spcBef>
                <a:spcPts val="300"/>
              </a:spcBef>
              <a:spcAft>
                <a:spcPts val="0"/>
              </a:spcAft>
              <a:buClr>
                <a:schemeClr val="dk1"/>
              </a:buClr>
              <a:buSzPts val="1300"/>
              <a:buFont typeface="Arial"/>
              <a:buChar char="–"/>
              <a:defRPr sz="1300" b="0" i="0" u="none" strike="noStrike" cap="none">
                <a:solidFill>
                  <a:schemeClr val="dk1"/>
                </a:solidFill>
                <a:latin typeface="Arial"/>
                <a:ea typeface="Arial"/>
                <a:cs typeface="Arial"/>
                <a:sym typeface="Arial"/>
              </a:defRPr>
            </a:lvl4pPr>
            <a:lvl5pPr marL="2286000" marR="0" lvl="4" indent="-304800" algn="l" rtl="0">
              <a:spcBef>
                <a:spcPts val="200"/>
              </a:spcBef>
              <a:spcAft>
                <a:spcPts val="0"/>
              </a:spcAft>
              <a:buClr>
                <a:schemeClr val="dk1"/>
              </a:buClr>
              <a:buSzPts val="1200"/>
              <a:buFont typeface="Courier New"/>
              <a:buChar char="o"/>
              <a:defRPr sz="1200" b="0" i="0" u="none" strike="noStrike" cap="none">
                <a:solidFill>
                  <a:schemeClr val="dk1"/>
                </a:solidFill>
                <a:latin typeface="Arial"/>
                <a:ea typeface="Arial"/>
                <a:cs typeface="Arial"/>
                <a:sym typeface="Arial"/>
              </a:defRPr>
            </a:lvl5pPr>
            <a:lvl6pPr marL="2743200" marR="0" lvl="5"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35" name="Shape 135"/>
          <p:cNvSpPr txBox="1">
            <a:spLocks noGrp="1"/>
          </p:cNvSpPr>
          <p:nvPr>
            <p:ph type="body" idx="2"/>
          </p:nvPr>
        </p:nvSpPr>
        <p:spPr>
          <a:xfrm>
            <a:off x="6098400" y="1269002"/>
            <a:ext cx="2804570" cy="3294006"/>
          </a:xfrm>
          <a:prstGeom prst="rect">
            <a:avLst/>
          </a:prstGeom>
          <a:noFill/>
          <a:ln>
            <a:noFill/>
          </a:ln>
        </p:spPr>
        <p:txBody>
          <a:bodyPr spcFirstLastPara="1" wrap="square" lIns="68550" tIns="68550" rIns="68550" bIns="68550" anchor="t" anchorCtr="0"/>
          <a:lstStyle>
            <a:lvl1pPr marL="457200" marR="0" lvl="0" indent="-228600" algn="l" rtl="0">
              <a:spcBef>
                <a:spcPts val="1800"/>
              </a:spcBef>
              <a:spcAft>
                <a:spcPts val="0"/>
              </a:spcAft>
              <a:buClr>
                <a:schemeClr val="accent1"/>
              </a:buClr>
              <a:buSzPts val="1200"/>
              <a:buFont typeface="Arial"/>
              <a:buNone/>
              <a:defRPr sz="1500" b="1" i="0" u="none" strike="noStrike" cap="none">
                <a:solidFill>
                  <a:schemeClr val="dk1"/>
                </a:solidFill>
                <a:latin typeface="Arial"/>
                <a:ea typeface="Arial"/>
                <a:cs typeface="Arial"/>
                <a:sym typeface="Arial"/>
              </a:defRPr>
            </a:lvl1pPr>
            <a:lvl2pPr marL="914400" marR="0" lvl="1" indent="-228600" algn="l" rtl="0">
              <a:spcBef>
                <a:spcPts val="400"/>
              </a:spcBef>
              <a:spcAft>
                <a:spcPts val="0"/>
              </a:spcAft>
              <a:buClr>
                <a:schemeClr val="accent1"/>
              </a:buClr>
              <a:buSzPts val="1200"/>
              <a:buFont typeface="Noto Sans Symbols"/>
              <a:buNone/>
              <a:defRPr sz="1500" b="0" i="0" u="none" strike="noStrike" cap="none">
                <a:solidFill>
                  <a:schemeClr val="dk1"/>
                </a:solidFill>
                <a:latin typeface="Arial"/>
                <a:ea typeface="Arial"/>
                <a:cs typeface="Arial"/>
                <a:sym typeface="Arial"/>
              </a:defRPr>
            </a:lvl2pPr>
            <a:lvl3pPr marL="1371600" marR="0" lvl="2" indent="-311150" algn="l" rtl="0">
              <a:spcBef>
                <a:spcPts val="300"/>
              </a:spcBef>
              <a:spcAft>
                <a:spcPts val="0"/>
              </a:spcAft>
              <a:buClr>
                <a:schemeClr val="accent1"/>
              </a:buClr>
              <a:buSzPts val="1300"/>
              <a:buFont typeface="Noto Sans Symbols"/>
              <a:buChar char="•"/>
              <a:defRPr sz="1300" b="0" i="0" u="none" strike="noStrike" cap="none">
                <a:solidFill>
                  <a:schemeClr val="dk1"/>
                </a:solidFill>
                <a:latin typeface="Arial"/>
                <a:ea typeface="Arial"/>
                <a:cs typeface="Arial"/>
                <a:sym typeface="Arial"/>
              </a:defRPr>
            </a:lvl3pPr>
            <a:lvl4pPr marL="1828800" marR="0" lvl="3" indent="-311150" algn="l" rtl="0">
              <a:spcBef>
                <a:spcPts val="300"/>
              </a:spcBef>
              <a:spcAft>
                <a:spcPts val="0"/>
              </a:spcAft>
              <a:buClr>
                <a:schemeClr val="dk1"/>
              </a:buClr>
              <a:buSzPts val="1300"/>
              <a:buFont typeface="Arial"/>
              <a:buChar char="–"/>
              <a:defRPr sz="1300" b="0" i="0" u="none" strike="noStrike" cap="none">
                <a:solidFill>
                  <a:schemeClr val="dk1"/>
                </a:solidFill>
                <a:latin typeface="Arial"/>
                <a:ea typeface="Arial"/>
                <a:cs typeface="Arial"/>
                <a:sym typeface="Arial"/>
              </a:defRPr>
            </a:lvl4pPr>
            <a:lvl5pPr marL="2286000" marR="0" lvl="4" indent="-304800" algn="l" rtl="0">
              <a:spcBef>
                <a:spcPts val="200"/>
              </a:spcBef>
              <a:spcAft>
                <a:spcPts val="0"/>
              </a:spcAft>
              <a:buClr>
                <a:schemeClr val="dk1"/>
              </a:buClr>
              <a:buSzPts val="1200"/>
              <a:buFont typeface="Courier New"/>
              <a:buChar char="o"/>
              <a:defRPr sz="1200" b="0" i="0" u="none" strike="noStrike" cap="none">
                <a:solidFill>
                  <a:schemeClr val="dk1"/>
                </a:solidFill>
                <a:latin typeface="Arial"/>
                <a:ea typeface="Arial"/>
                <a:cs typeface="Arial"/>
                <a:sym typeface="Arial"/>
              </a:defRPr>
            </a:lvl5pPr>
            <a:lvl6pPr marL="2743200" marR="0" lvl="5"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36" name="Shape 136"/>
          <p:cNvSpPr txBox="1">
            <a:spLocks noGrp="1"/>
          </p:cNvSpPr>
          <p:nvPr>
            <p:ph type="body" idx="3"/>
          </p:nvPr>
        </p:nvSpPr>
        <p:spPr>
          <a:xfrm>
            <a:off x="3170668" y="1269002"/>
            <a:ext cx="2804570" cy="3294006"/>
          </a:xfrm>
          <a:prstGeom prst="rect">
            <a:avLst/>
          </a:prstGeom>
          <a:noFill/>
          <a:ln>
            <a:noFill/>
          </a:ln>
        </p:spPr>
        <p:txBody>
          <a:bodyPr spcFirstLastPara="1" wrap="square" lIns="68550" tIns="68550" rIns="68550" bIns="68550" anchor="t" anchorCtr="0"/>
          <a:lstStyle>
            <a:lvl1pPr marL="457200" marR="0" lvl="0" indent="-228600" algn="l" rtl="0">
              <a:spcBef>
                <a:spcPts val="1800"/>
              </a:spcBef>
              <a:spcAft>
                <a:spcPts val="0"/>
              </a:spcAft>
              <a:buClr>
                <a:schemeClr val="accent1"/>
              </a:buClr>
              <a:buSzPts val="1200"/>
              <a:buFont typeface="Arial"/>
              <a:buNone/>
              <a:defRPr sz="1500" b="1" i="0" u="none" strike="noStrike" cap="none">
                <a:solidFill>
                  <a:schemeClr val="dk1"/>
                </a:solidFill>
                <a:latin typeface="Arial"/>
                <a:ea typeface="Arial"/>
                <a:cs typeface="Arial"/>
                <a:sym typeface="Arial"/>
              </a:defRPr>
            </a:lvl1pPr>
            <a:lvl2pPr marL="914400" marR="0" lvl="1" indent="-228600" algn="l" rtl="0">
              <a:spcBef>
                <a:spcPts val="400"/>
              </a:spcBef>
              <a:spcAft>
                <a:spcPts val="0"/>
              </a:spcAft>
              <a:buClr>
                <a:schemeClr val="accent1"/>
              </a:buClr>
              <a:buSzPts val="1200"/>
              <a:buFont typeface="Noto Sans Symbols"/>
              <a:buNone/>
              <a:defRPr sz="1500" b="0" i="0" u="none" strike="noStrike" cap="none">
                <a:solidFill>
                  <a:schemeClr val="dk1"/>
                </a:solidFill>
                <a:latin typeface="Arial"/>
                <a:ea typeface="Arial"/>
                <a:cs typeface="Arial"/>
                <a:sym typeface="Arial"/>
              </a:defRPr>
            </a:lvl2pPr>
            <a:lvl3pPr marL="1371600" marR="0" lvl="2" indent="-311150" algn="l" rtl="0">
              <a:spcBef>
                <a:spcPts val="300"/>
              </a:spcBef>
              <a:spcAft>
                <a:spcPts val="0"/>
              </a:spcAft>
              <a:buClr>
                <a:schemeClr val="accent1"/>
              </a:buClr>
              <a:buSzPts val="1300"/>
              <a:buFont typeface="Noto Sans Symbols"/>
              <a:buChar char="•"/>
              <a:defRPr sz="1300" b="0" i="0" u="none" strike="noStrike" cap="none">
                <a:solidFill>
                  <a:schemeClr val="dk1"/>
                </a:solidFill>
                <a:latin typeface="Arial"/>
                <a:ea typeface="Arial"/>
                <a:cs typeface="Arial"/>
                <a:sym typeface="Arial"/>
              </a:defRPr>
            </a:lvl3pPr>
            <a:lvl4pPr marL="1828800" marR="0" lvl="3" indent="-311150" algn="l" rtl="0">
              <a:spcBef>
                <a:spcPts val="300"/>
              </a:spcBef>
              <a:spcAft>
                <a:spcPts val="0"/>
              </a:spcAft>
              <a:buClr>
                <a:schemeClr val="dk1"/>
              </a:buClr>
              <a:buSzPts val="1300"/>
              <a:buFont typeface="Arial"/>
              <a:buChar char="–"/>
              <a:defRPr sz="1300" b="0" i="0" u="none" strike="noStrike" cap="none">
                <a:solidFill>
                  <a:schemeClr val="dk1"/>
                </a:solidFill>
                <a:latin typeface="Arial"/>
                <a:ea typeface="Arial"/>
                <a:cs typeface="Arial"/>
                <a:sym typeface="Arial"/>
              </a:defRPr>
            </a:lvl4pPr>
            <a:lvl5pPr marL="2286000" marR="0" lvl="4" indent="-304800" algn="l" rtl="0">
              <a:spcBef>
                <a:spcPts val="200"/>
              </a:spcBef>
              <a:spcAft>
                <a:spcPts val="0"/>
              </a:spcAft>
              <a:buClr>
                <a:schemeClr val="dk1"/>
              </a:buClr>
              <a:buSzPts val="1200"/>
              <a:buFont typeface="Courier New"/>
              <a:buChar char="o"/>
              <a:defRPr sz="1200" b="0" i="0" u="none" strike="noStrike" cap="none">
                <a:solidFill>
                  <a:schemeClr val="dk1"/>
                </a:solidFill>
                <a:latin typeface="Arial"/>
                <a:ea typeface="Arial"/>
                <a:cs typeface="Arial"/>
                <a:sym typeface="Arial"/>
              </a:defRPr>
            </a:lvl5pPr>
            <a:lvl6pPr marL="2743200" marR="0" lvl="5"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Text with picture right 1">
  <p:cSld name="Title and Text with picture right 1">
    <p:spTree>
      <p:nvGrpSpPr>
        <p:cNvPr id="1" name="Shape 137"/>
        <p:cNvGrpSpPr/>
        <p:nvPr/>
      </p:nvGrpSpPr>
      <p:grpSpPr>
        <a:xfrm>
          <a:off x="0" y="0"/>
          <a:ext cx="0" cy="0"/>
          <a:chOff x="0" y="0"/>
          <a:chExt cx="0" cy="0"/>
        </a:xfrm>
      </p:grpSpPr>
      <p:pic>
        <p:nvPicPr>
          <p:cNvPr id="138" name="Shape 138"/>
          <p:cNvPicPr preferRelativeResize="0"/>
          <p:nvPr/>
        </p:nvPicPr>
        <p:blipFill/>
        <p:spPr>
          <a:xfrm>
            <a:off x="1191" y="1191"/>
            <a:ext cx="1190" cy="1190"/>
          </a:xfrm>
          <a:prstGeom prst="rect">
            <a:avLst/>
          </a:prstGeom>
          <a:solidFill>
            <a:srgbClr val="FFFFFF"/>
          </a:solidFill>
          <a:ln>
            <a:noFill/>
          </a:ln>
        </p:spPr>
      </p:pic>
      <p:sp>
        <p:nvSpPr>
          <p:cNvPr id="139" name="Shape 139"/>
          <p:cNvSpPr txBox="1">
            <a:spLocks noGrp="1"/>
          </p:cNvSpPr>
          <p:nvPr>
            <p:ph type="title"/>
          </p:nvPr>
        </p:nvSpPr>
        <p:spPr>
          <a:xfrm>
            <a:off x="242937" y="243000"/>
            <a:ext cx="8656646" cy="567001"/>
          </a:xfrm>
          <a:prstGeom prst="rect">
            <a:avLst/>
          </a:prstGeom>
          <a:noFill/>
          <a:ln>
            <a:noFill/>
          </a:ln>
        </p:spPr>
        <p:txBody>
          <a:bodyPr spcFirstLastPara="1" wrap="square" lIns="68550" tIns="68550" rIns="68550" bIns="68550" anchor="ctr" anchorCtr="0"/>
          <a:lstStyle>
            <a:lvl1pPr marR="0" lvl="0" algn="l" rtl="0">
              <a:spcBef>
                <a:spcPts val="0"/>
              </a:spcBef>
              <a:spcAft>
                <a:spcPts val="0"/>
              </a:spcAft>
              <a:buClr>
                <a:schemeClr val="accent2"/>
              </a:buClr>
              <a:buSzPts val="2100"/>
              <a:buFont typeface="Arial"/>
              <a:buNone/>
              <a:defRPr sz="2100" b="1" i="0" u="none" strike="noStrike" cap="none">
                <a:solidFill>
                  <a:schemeClr val="accent2"/>
                </a:solidFill>
                <a:latin typeface="Arial"/>
                <a:ea typeface="Arial"/>
                <a:cs typeface="Arial"/>
                <a:sym typeface="Arial"/>
              </a:defRPr>
            </a:lvl1pPr>
            <a:lvl2pPr lvl="1">
              <a:spcBef>
                <a:spcPts val="0"/>
              </a:spcBef>
              <a:spcAft>
                <a:spcPts val="0"/>
              </a:spcAft>
              <a:buSzPts val="1000"/>
              <a:buNone/>
              <a:defRPr sz="1300"/>
            </a:lvl2pPr>
            <a:lvl3pPr lvl="2">
              <a:spcBef>
                <a:spcPts val="0"/>
              </a:spcBef>
              <a:spcAft>
                <a:spcPts val="0"/>
              </a:spcAft>
              <a:buSzPts val="1000"/>
              <a:buNone/>
              <a:defRPr sz="1300"/>
            </a:lvl3pPr>
            <a:lvl4pPr lvl="3">
              <a:spcBef>
                <a:spcPts val="0"/>
              </a:spcBef>
              <a:spcAft>
                <a:spcPts val="0"/>
              </a:spcAft>
              <a:buSzPts val="1000"/>
              <a:buNone/>
              <a:defRPr sz="1300"/>
            </a:lvl4pPr>
            <a:lvl5pPr lvl="4">
              <a:spcBef>
                <a:spcPts val="0"/>
              </a:spcBef>
              <a:spcAft>
                <a:spcPts val="0"/>
              </a:spcAft>
              <a:buSzPts val="1000"/>
              <a:buNone/>
              <a:defRPr sz="1300"/>
            </a:lvl5pPr>
            <a:lvl6pPr lvl="5">
              <a:spcBef>
                <a:spcPts val="0"/>
              </a:spcBef>
              <a:spcAft>
                <a:spcPts val="0"/>
              </a:spcAft>
              <a:buSzPts val="1000"/>
              <a:buNone/>
              <a:defRPr sz="1300"/>
            </a:lvl6pPr>
            <a:lvl7pPr lvl="6">
              <a:spcBef>
                <a:spcPts val="0"/>
              </a:spcBef>
              <a:spcAft>
                <a:spcPts val="0"/>
              </a:spcAft>
              <a:buSzPts val="1000"/>
              <a:buNone/>
              <a:defRPr sz="1300"/>
            </a:lvl7pPr>
            <a:lvl8pPr lvl="7">
              <a:spcBef>
                <a:spcPts val="0"/>
              </a:spcBef>
              <a:spcAft>
                <a:spcPts val="0"/>
              </a:spcAft>
              <a:buSzPts val="1000"/>
              <a:buNone/>
              <a:defRPr sz="1300"/>
            </a:lvl8pPr>
            <a:lvl9pPr lvl="8">
              <a:spcBef>
                <a:spcPts val="0"/>
              </a:spcBef>
              <a:spcAft>
                <a:spcPts val="0"/>
              </a:spcAft>
              <a:buSzPts val="1000"/>
              <a:buNone/>
              <a:defRPr sz="1300"/>
            </a:lvl9pPr>
          </a:lstStyle>
          <a:p>
            <a:endParaRPr/>
          </a:p>
        </p:txBody>
      </p:sp>
      <p:sp>
        <p:nvSpPr>
          <p:cNvPr id="140" name="Shape 140"/>
          <p:cNvSpPr>
            <a:spLocks noGrp="1"/>
          </p:cNvSpPr>
          <p:nvPr>
            <p:ph type="pic" idx="2"/>
          </p:nvPr>
        </p:nvSpPr>
        <p:spPr>
          <a:xfrm>
            <a:off x="5727796" y="1268018"/>
            <a:ext cx="3173380" cy="3293275"/>
          </a:xfrm>
          <a:prstGeom prst="rect">
            <a:avLst/>
          </a:prstGeom>
          <a:solidFill>
            <a:srgbClr val="F2F2F2"/>
          </a:solidFill>
          <a:ln>
            <a:noFill/>
          </a:ln>
        </p:spPr>
        <p:txBody>
          <a:bodyPr spcFirstLastPara="1" wrap="square" lIns="68550" tIns="68550" rIns="68550" bIns="68550" anchor="t" anchorCtr="0"/>
          <a:lstStyle>
            <a:lvl1pPr marR="0" lvl="0" algn="ctr" rtl="0">
              <a:spcBef>
                <a:spcPts val="1800"/>
              </a:spcBef>
              <a:spcAft>
                <a:spcPts val="0"/>
              </a:spcAft>
              <a:buClr>
                <a:schemeClr val="accent1"/>
              </a:buClr>
              <a:buSzPts val="1200"/>
              <a:buFont typeface="Arial"/>
              <a:buNone/>
              <a:defRPr sz="1500" b="0" i="0" u="none" strike="noStrike" cap="none">
                <a:solidFill>
                  <a:schemeClr val="dk1"/>
                </a:solidFill>
                <a:latin typeface="Arial"/>
                <a:ea typeface="Arial"/>
                <a:cs typeface="Arial"/>
                <a:sym typeface="Arial"/>
              </a:defRPr>
            </a:lvl1pPr>
            <a:lvl2pPr marR="0" lvl="1" algn="l" rtl="0">
              <a:spcBef>
                <a:spcPts val="400"/>
              </a:spcBef>
              <a:spcAft>
                <a:spcPts val="0"/>
              </a:spcAft>
              <a:buClr>
                <a:schemeClr val="accent1"/>
              </a:buClr>
              <a:buSzPts val="1200"/>
              <a:buFont typeface="Noto Sans Symbols"/>
              <a:buNone/>
              <a:defRPr sz="1500" b="0" i="0" u="none" strike="noStrike" cap="none">
                <a:solidFill>
                  <a:schemeClr val="dk1"/>
                </a:solidFill>
                <a:latin typeface="Arial"/>
                <a:ea typeface="Arial"/>
                <a:cs typeface="Arial"/>
                <a:sym typeface="Arial"/>
              </a:defRPr>
            </a:lvl2pPr>
            <a:lvl3pPr marR="0" lvl="2" algn="l" rtl="0">
              <a:spcBef>
                <a:spcPts val="300"/>
              </a:spcBef>
              <a:spcAft>
                <a:spcPts val="0"/>
              </a:spcAft>
              <a:buClr>
                <a:schemeClr val="accent1"/>
              </a:buClr>
              <a:buSzPts val="1300"/>
              <a:buFont typeface="Noto Sans Symbols"/>
              <a:buChar char="•"/>
              <a:defRPr sz="1300" b="0" i="0" u="none" strike="noStrike" cap="none">
                <a:solidFill>
                  <a:schemeClr val="dk1"/>
                </a:solidFill>
                <a:latin typeface="Arial"/>
                <a:ea typeface="Arial"/>
                <a:cs typeface="Arial"/>
                <a:sym typeface="Arial"/>
              </a:defRPr>
            </a:lvl3pPr>
            <a:lvl4pPr marR="0" lvl="3" algn="l" rtl="0">
              <a:spcBef>
                <a:spcPts val="300"/>
              </a:spcBef>
              <a:spcAft>
                <a:spcPts val="0"/>
              </a:spcAft>
              <a:buClr>
                <a:schemeClr val="dk1"/>
              </a:buClr>
              <a:buSzPts val="1300"/>
              <a:buFont typeface="Arial"/>
              <a:buChar char="–"/>
              <a:defRPr sz="1300" b="0" i="0" u="none" strike="noStrike" cap="none">
                <a:solidFill>
                  <a:schemeClr val="dk1"/>
                </a:solidFill>
                <a:latin typeface="Arial"/>
                <a:ea typeface="Arial"/>
                <a:cs typeface="Arial"/>
                <a:sym typeface="Arial"/>
              </a:defRPr>
            </a:lvl4pPr>
            <a:lvl5pPr marR="0" lvl="4" algn="l" rtl="0">
              <a:spcBef>
                <a:spcPts val="200"/>
              </a:spcBef>
              <a:spcAft>
                <a:spcPts val="0"/>
              </a:spcAft>
              <a:buClr>
                <a:schemeClr val="dk1"/>
              </a:buClr>
              <a:buSzPts val="1200"/>
              <a:buFont typeface="Courier New"/>
              <a:buChar char="o"/>
              <a:defRPr sz="1200" b="0" i="0" u="none" strike="noStrike" cap="none">
                <a:solidFill>
                  <a:schemeClr val="dk1"/>
                </a:solidFill>
                <a:latin typeface="Arial"/>
                <a:ea typeface="Arial"/>
                <a:cs typeface="Arial"/>
                <a:sym typeface="Arial"/>
              </a:defRPr>
            </a:lvl5pPr>
            <a:lvl6pPr marR="0" lvl="5"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R="0" lvl="6"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R="0" lvl="7"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R="0" lvl="8"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41" name="Shape 141"/>
          <p:cNvSpPr txBox="1">
            <a:spLocks noGrp="1"/>
          </p:cNvSpPr>
          <p:nvPr>
            <p:ph type="body" idx="1"/>
          </p:nvPr>
        </p:nvSpPr>
        <p:spPr>
          <a:xfrm>
            <a:off x="242937" y="1268018"/>
            <a:ext cx="5361067" cy="3293275"/>
          </a:xfrm>
          <a:prstGeom prst="rect">
            <a:avLst/>
          </a:prstGeom>
          <a:noFill/>
          <a:ln>
            <a:noFill/>
          </a:ln>
        </p:spPr>
        <p:txBody>
          <a:bodyPr spcFirstLastPara="1" wrap="square" lIns="68550" tIns="68550" rIns="68550" bIns="68550" anchor="t" anchorCtr="0"/>
          <a:lstStyle>
            <a:lvl1pPr marL="457200" marR="0" lvl="0" indent="-228600" algn="l" rtl="0">
              <a:spcBef>
                <a:spcPts val="1800"/>
              </a:spcBef>
              <a:spcAft>
                <a:spcPts val="0"/>
              </a:spcAft>
              <a:buClr>
                <a:schemeClr val="accent1"/>
              </a:buClr>
              <a:buSzPts val="1200"/>
              <a:buFont typeface="Arial"/>
              <a:buNone/>
              <a:defRPr sz="1500" b="1" i="0" u="none" strike="noStrike" cap="none">
                <a:solidFill>
                  <a:schemeClr val="dk1"/>
                </a:solidFill>
                <a:latin typeface="Arial"/>
                <a:ea typeface="Arial"/>
                <a:cs typeface="Arial"/>
                <a:sym typeface="Arial"/>
              </a:defRPr>
            </a:lvl1pPr>
            <a:lvl2pPr marL="914400" marR="0" lvl="1" indent="-228600" algn="l" rtl="0">
              <a:spcBef>
                <a:spcPts val="400"/>
              </a:spcBef>
              <a:spcAft>
                <a:spcPts val="0"/>
              </a:spcAft>
              <a:buClr>
                <a:schemeClr val="accent1"/>
              </a:buClr>
              <a:buSzPts val="1200"/>
              <a:buFont typeface="Noto Sans Symbols"/>
              <a:buNone/>
              <a:defRPr sz="1500" b="0" i="0" u="none" strike="noStrike" cap="none">
                <a:solidFill>
                  <a:schemeClr val="dk1"/>
                </a:solidFill>
                <a:latin typeface="Arial"/>
                <a:ea typeface="Arial"/>
                <a:cs typeface="Arial"/>
                <a:sym typeface="Arial"/>
              </a:defRPr>
            </a:lvl2pPr>
            <a:lvl3pPr marL="1371600" marR="0" lvl="2" indent="-311150" algn="l" rtl="0">
              <a:spcBef>
                <a:spcPts val="300"/>
              </a:spcBef>
              <a:spcAft>
                <a:spcPts val="0"/>
              </a:spcAft>
              <a:buClr>
                <a:schemeClr val="accent1"/>
              </a:buClr>
              <a:buSzPts val="1300"/>
              <a:buFont typeface="Noto Sans Symbols"/>
              <a:buChar char="•"/>
              <a:defRPr sz="1300" b="0" i="0" u="none" strike="noStrike" cap="none">
                <a:solidFill>
                  <a:schemeClr val="dk1"/>
                </a:solidFill>
                <a:latin typeface="Arial"/>
                <a:ea typeface="Arial"/>
                <a:cs typeface="Arial"/>
                <a:sym typeface="Arial"/>
              </a:defRPr>
            </a:lvl3pPr>
            <a:lvl4pPr marL="1828800" marR="0" lvl="3" indent="-311150" algn="l" rtl="0">
              <a:spcBef>
                <a:spcPts val="300"/>
              </a:spcBef>
              <a:spcAft>
                <a:spcPts val="0"/>
              </a:spcAft>
              <a:buClr>
                <a:schemeClr val="dk1"/>
              </a:buClr>
              <a:buSzPts val="1300"/>
              <a:buFont typeface="Arial"/>
              <a:buChar char="–"/>
              <a:defRPr sz="1300" b="0" i="0" u="none" strike="noStrike" cap="none">
                <a:solidFill>
                  <a:schemeClr val="dk1"/>
                </a:solidFill>
                <a:latin typeface="Arial"/>
                <a:ea typeface="Arial"/>
                <a:cs typeface="Arial"/>
                <a:sym typeface="Arial"/>
              </a:defRPr>
            </a:lvl4pPr>
            <a:lvl5pPr marL="2286000" marR="0" lvl="4" indent="-304800" algn="l" rtl="0">
              <a:spcBef>
                <a:spcPts val="200"/>
              </a:spcBef>
              <a:spcAft>
                <a:spcPts val="0"/>
              </a:spcAft>
              <a:buClr>
                <a:schemeClr val="dk1"/>
              </a:buClr>
              <a:buSzPts val="1200"/>
              <a:buFont typeface="Courier New"/>
              <a:buChar char="o"/>
              <a:defRPr sz="1200" b="0" i="0" u="none" strike="noStrike" cap="none">
                <a:solidFill>
                  <a:schemeClr val="dk1"/>
                </a:solidFill>
                <a:latin typeface="Arial"/>
                <a:ea typeface="Arial"/>
                <a:cs typeface="Arial"/>
                <a:sym typeface="Arial"/>
              </a:defRPr>
            </a:lvl5pPr>
            <a:lvl6pPr marL="2743200" marR="0" lvl="5"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Text with picture right 2">
  <p:cSld name="Title and Text with picture right 2">
    <p:spTree>
      <p:nvGrpSpPr>
        <p:cNvPr id="1" name="Shape 142"/>
        <p:cNvGrpSpPr/>
        <p:nvPr/>
      </p:nvGrpSpPr>
      <p:grpSpPr>
        <a:xfrm>
          <a:off x="0" y="0"/>
          <a:ext cx="0" cy="0"/>
          <a:chOff x="0" y="0"/>
          <a:chExt cx="0" cy="0"/>
        </a:xfrm>
      </p:grpSpPr>
      <p:pic>
        <p:nvPicPr>
          <p:cNvPr id="143" name="Shape 143"/>
          <p:cNvPicPr preferRelativeResize="0"/>
          <p:nvPr/>
        </p:nvPicPr>
        <p:blipFill/>
        <p:spPr>
          <a:xfrm>
            <a:off x="1191" y="1191"/>
            <a:ext cx="1190" cy="1190"/>
          </a:xfrm>
          <a:prstGeom prst="rect">
            <a:avLst/>
          </a:prstGeom>
          <a:solidFill>
            <a:srgbClr val="FFFFFF"/>
          </a:solidFill>
          <a:ln>
            <a:noFill/>
          </a:ln>
        </p:spPr>
      </p:pic>
      <p:sp>
        <p:nvSpPr>
          <p:cNvPr id="144" name="Shape 144"/>
          <p:cNvSpPr txBox="1">
            <a:spLocks noGrp="1"/>
          </p:cNvSpPr>
          <p:nvPr>
            <p:ph type="title"/>
          </p:nvPr>
        </p:nvSpPr>
        <p:spPr>
          <a:xfrm>
            <a:off x="242937" y="243000"/>
            <a:ext cx="8656646" cy="567001"/>
          </a:xfrm>
          <a:prstGeom prst="rect">
            <a:avLst/>
          </a:prstGeom>
          <a:noFill/>
          <a:ln>
            <a:noFill/>
          </a:ln>
        </p:spPr>
        <p:txBody>
          <a:bodyPr spcFirstLastPara="1" wrap="square" lIns="68550" tIns="68550" rIns="68550" bIns="68550" anchor="ctr" anchorCtr="0"/>
          <a:lstStyle>
            <a:lvl1pPr marR="0" lvl="0" algn="l" rtl="0">
              <a:spcBef>
                <a:spcPts val="0"/>
              </a:spcBef>
              <a:spcAft>
                <a:spcPts val="0"/>
              </a:spcAft>
              <a:buClr>
                <a:schemeClr val="accent2"/>
              </a:buClr>
              <a:buSzPts val="2100"/>
              <a:buFont typeface="Arial"/>
              <a:buNone/>
              <a:defRPr sz="2100" b="1" i="0" u="none" strike="noStrike" cap="none">
                <a:solidFill>
                  <a:schemeClr val="accent2"/>
                </a:solidFill>
                <a:latin typeface="Arial"/>
                <a:ea typeface="Arial"/>
                <a:cs typeface="Arial"/>
                <a:sym typeface="Arial"/>
              </a:defRPr>
            </a:lvl1pPr>
            <a:lvl2pPr lvl="1">
              <a:spcBef>
                <a:spcPts val="0"/>
              </a:spcBef>
              <a:spcAft>
                <a:spcPts val="0"/>
              </a:spcAft>
              <a:buSzPts val="1000"/>
              <a:buNone/>
              <a:defRPr sz="1300"/>
            </a:lvl2pPr>
            <a:lvl3pPr lvl="2">
              <a:spcBef>
                <a:spcPts val="0"/>
              </a:spcBef>
              <a:spcAft>
                <a:spcPts val="0"/>
              </a:spcAft>
              <a:buSzPts val="1000"/>
              <a:buNone/>
              <a:defRPr sz="1300"/>
            </a:lvl3pPr>
            <a:lvl4pPr lvl="3">
              <a:spcBef>
                <a:spcPts val="0"/>
              </a:spcBef>
              <a:spcAft>
                <a:spcPts val="0"/>
              </a:spcAft>
              <a:buSzPts val="1000"/>
              <a:buNone/>
              <a:defRPr sz="1300"/>
            </a:lvl4pPr>
            <a:lvl5pPr lvl="4">
              <a:spcBef>
                <a:spcPts val="0"/>
              </a:spcBef>
              <a:spcAft>
                <a:spcPts val="0"/>
              </a:spcAft>
              <a:buSzPts val="1000"/>
              <a:buNone/>
              <a:defRPr sz="1300"/>
            </a:lvl5pPr>
            <a:lvl6pPr lvl="5">
              <a:spcBef>
                <a:spcPts val="0"/>
              </a:spcBef>
              <a:spcAft>
                <a:spcPts val="0"/>
              </a:spcAft>
              <a:buSzPts val="1000"/>
              <a:buNone/>
              <a:defRPr sz="1300"/>
            </a:lvl6pPr>
            <a:lvl7pPr lvl="6">
              <a:spcBef>
                <a:spcPts val="0"/>
              </a:spcBef>
              <a:spcAft>
                <a:spcPts val="0"/>
              </a:spcAft>
              <a:buSzPts val="1000"/>
              <a:buNone/>
              <a:defRPr sz="1300"/>
            </a:lvl7pPr>
            <a:lvl8pPr lvl="7">
              <a:spcBef>
                <a:spcPts val="0"/>
              </a:spcBef>
              <a:spcAft>
                <a:spcPts val="0"/>
              </a:spcAft>
              <a:buSzPts val="1000"/>
              <a:buNone/>
              <a:defRPr sz="1300"/>
            </a:lvl8pPr>
            <a:lvl9pPr lvl="8">
              <a:spcBef>
                <a:spcPts val="0"/>
              </a:spcBef>
              <a:spcAft>
                <a:spcPts val="0"/>
              </a:spcAft>
              <a:buSzPts val="1000"/>
              <a:buNone/>
              <a:defRPr sz="1300"/>
            </a:lvl9pPr>
          </a:lstStyle>
          <a:p>
            <a:endParaRPr/>
          </a:p>
        </p:txBody>
      </p:sp>
      <p:sp>
        <p:nvSpPr>
          <p:cNvPr id="145" name="Shape 145"/>
          <p:cNvSpPr>
            <a:spLocks noGrp="1"/>
          </p:cNvSpPr>
          <p:nvPr>
            <p:ph type="pic" idx="2"/>
          </p:nvPr>
        </p:nvSpPr>
        <p:spPr>
          <a:xfrm>
            <a:off x="4654800" y="1269003"/>
            <a:ext cx="4245994" cy="3294006"/>
          </a:xfrm>
          <a:prstGeom prst="rect">
            <a:avLst/>
          </a:prstGeom>
          <a:solidFill>
            <a:srgbClr val="F2F2F2"/>
          </a:solidFill>
          <a:ln>
            <a:noFill/>
          </a:ln>
        </p:spPr>
        <p:txBody>
          <a:bodyPr spcFirstLastPara="1" wrap="square" lIns="68550" tIns="68550" rIns="68550" bIns="68550" anchor="t" anchorCtr="0"/>
          <a:lstStyle>
            <a:lvl1pPr marR="0" lvl="0" algn="ctr" rtl="0">
              <a:spcBef>
                <a:spcPts val="1400"/>
              </a:spcBef>
              <a:spcAft>
                <a:spcPts val="0"/>
              </a:spcAft>
              <a:buClr>
                <a:schemeClr val="accent1"/>
              </a:buClr>
              <a:buSzPts val="1300"/>
              <a:buFont typeface="Arial"/>
              <a:buNone/>
              <a:defRPr sz="1600" b="0" i="0" u="none" strike="noStrike" cap="none">
                <a:solidFill>
                  <a:schemeClr val="dk1"/>
                </a:solidFill>
                <a:latin typeface="Arial"/>
                <a:ea typeface="Arial"/>
                <a:cs typeface="Arial"/>
                <a:sym typeface="Arial"/>
              </a:defRPr>
            </a:lvl1pPr>
            <a:lvl2pPr marR="0" lvl="1" algn="l" rtl="0">
              <a:spcBef>
                <a:spcPts val="400"/>
              </a:spcBef>
              <a:spcAft>
                <a:spcPts val="0"/>
              </a:spcAft>
              <a:buClr>
                <a:schemeClr val="accent1"/>
              </a:buClr>
              <a:buSzPts val="1200"/>
              <a:buFont typeface="Noto Sans Symbols"/>
              <a:buNone/>
              <a:defRPr sz="1500" b="0" i="0" u="none" strike="noStrike" cap="none">
                <a:solidFill>
                  <a:schemeClr val="dk1"/>
                </a:solidFill>
                <a:latin typeface="Arial"/>
                <a:ea typeface="Arial"/>
                <a:cs typeface="Arial"/>
                <a:sym typeface="Arial"/>
              </a:defRPr>
            </a:lvl2pPr>
            <a:lvl3pPr marR="0" lvl="2" algn="l" rtl="0">
              <a:spcBef>
                <a:spcPts val="300"/>
              </a:spcBef>
              <a:spcAft>
                <a:spcPts val="0"/>
              </a:spcAft>
              <a:buClr>
                <a:schemeClr val="accent1"/>
              </a:buClr>
              <a:buSzPts val="1300"/>
              <a:buFont typeface="Noto Sans Symbols"/>
              <a:buChar char="•"/>
              <a:defRPr sz="1300" b="0" i="0" u="none" strike="noStrike" cap="none">
                <a:solidFill>
                  <a:schemeClr val="dk1"/>
                </a:solidFill>
                <a:latin typeface="Arial"/>
                <a:ea typeface="Arial"/>
                <a:cs typeface="Arial"/>
                <a:sym typeface="Arial"/>
              </a:defRPr>
            </a:lvl3pPr>
            <a:lvl4pPr marR="0" lvl="3" algn="l" rtl="0">
              <a:spcBef>
                <a:spcPts val="300"/>
              </a:spcBef>
              <a:spcAft>
                <a:spcPts val="0"/>
              </a:spcAft>
              <a:buClr>
                <a:schemeClr val="dk1"/>
              </a:buClr>
              <a:buSzPts val="1300"/>
              <a:buFont typeface="Arial"/>
              <a:buChar char="–"/>
              <a:defRPr sz="1300" b="0" i="0" u="none" strike="noStrike" cap="none">
                <a:solidFill>
                  <a:schemeClr val="dk1"/>
                </a:solidFill>
                <a:latin typeface="Arial"/>
                <a:ea typeface="Arial"/>
                <a:cs typeface="Arial"/>
                <a:sym typeface="Arial"/>
              </a:defRPr>
            </a:lvl4pPr>
            <a:lvl5pPr marR="0" lvl="4" algn="l" rtl="0">
              <a:spcBef>
                <a:spcPts val="200"/>
              </a:spcBef>
              <a:spcAft>
                <a:spcPts val="0"/>
              </a:spcAft>
              <a:buClr>
                <a:schemeClr val="dk1"/>
              </a:buClr>
              <a:buSzPts val="1200"/>
              <a:buFont typeface="Courier New"/>
              <a:buChar char="o"/>
              <a:defRPr sz="1200" b="0" i="0" u="none" strike="noStrike" cap="none">
                <a:solidFill>
                  <a:schemeClr val="dk1"/>
                </a:solidFill>
                <a:latin typeface="Arial"/>
                <a:ea typeface="Arial"/>
                <a:cs typeface="Arial"/>
                <a:sym typeface="Arial"/>
              </a:defRPr>
            </a:lvl5pPr>
            <a:lvl6pPr marR="0" lvl="5"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R="0" lvl="6"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R="0" lvl="7"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R="0" lvl="8"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46" name="Shape 146"/>
          <p:cNvSpPr txBox="1">
            <a:spLocks noGrp="1"/>
          </p:cNvSpPr>
          <p:nvPr>
            <p:ph type="body" idx="1"/>
          </p:nvPr>
        </p:nvSpPr>
        <p:spPr>
          <a:xfrm>
            <a:off x="242937" y="1269003"/>
            <a:ext cx="4245994" cy="3294006"/>
          </a:xfrm>
          <a:prstGeom prst="rect">
            <a:avLst/>
          </a:prstGeom>
          <a:noFill/>
          <a:ln>
            <a:noFill/>
          </a:ln>
        </p:spPr>
        <p:txBody>
          <a:bodyPr spcFirstLastPara="1" wrap="square" lIns="68550" tIns="68550" rIns="68550" bIns="68550" anchor="t" anchorCtr="0"/>
          <a:lstStyle>
            <a:lvl1pPr marL="457200" marR="0" lvl="0" indent="-228600" algn="l" rtl="0">
              <a:spcBef>
                <a:spcPts val="1800"/>
              </a:spcBef>
              <a:spcAft>
                <a:spcPts val="0"/>
              </a:spcAft>
              <a:buClr>
                <a:schemeClr val="accent1"/>
              </a:buClr>
              <a:buSzPts val="1200"/>
              <a:buFont typeface="Arial"/>
              <a:buNone/>
              <a:defRPr sz="1500" b="1" i="0" u="none" strike="noStrike" cap="none">
                <a:solidFill>
                  <a:schemeClr val="dk1"/>
                </a:solidFill>
                <a:latin typeface="Arial"/>
                <a:ea typeface="Arial"/>
                <a:cs typeface="Arial"/>
                <a:sym typeface="Arial"/>
              </a:defRPr>
            </a:lvl1pPr>
            <a:lvl2pPr marL="914400" marR="0" lvl="1" indent="-228600" algn="l" rtl="0">
              <a:spcBef>
                <a:spcPts val="400"/>
              </a:spcBef>
              <a:spcAft>
                <a:spcPts val="0"/>
              </a:spcAft>
              <a:buClr>
                <a:schemeClr val="accent1"/>
              </a:buClr>
              <a:buSzPts val="1200"/>
              <a:buFont typeface="Noto Sans Symbols"/>
              <a:buNone/>
              <a:defRPr sz="1500" b="0" i="0" u="none" strike="noStrike" cap="none">
                <a:solidFill>
                  <a:schemeClr val="dk1"/>
                </a:solidFill>
                <a:latin typeface="Arial"/>
                <a:ea typeface="Arial"/>
                <a:cs typeface="Arial"/>
                <a:sym typeface="Arial"/>
              </a:defRPr>
            </a:lvl2pPr>
            <a:lvl3pPr marL="1371600" marR="0" lvl="2" indent="-311150" algn="l" rtl="0">
              <a:spcBef>
                <a:spcPts val="300"/>
              </a:spcBef>
              <a:spcAft>
                <a:spcPts val="0"/>
              </a:spcAft>
              <a:buClr>
                <a:schemeClr val="accent1"/>
              </a:buClr>
              <a:buSzPts val="1300"/>
              <a:buFont typeface="Noto Sans Symbols"/>
              <a:buChar char="•"/>
              <a:defRPr sz="1300" b="0" i="0" u="none" strike="noStrike" cap="none">
                <a:solidFill>
                  <a:schemeClr val="dk1"/>
                </a:solidFill>
                <a:latin typeface="Arial"/>
                <a:ea typeface="Arial"/>
                <a:cs typeface="Arial"/>
                <a:sym typeface="Arial"/>
              </a:defRPr>
            </a:lvl3pPr>
            <a:lvl4pPr marL="1828800" marR="0" lvl="3" indent="-311150" algn="l" rtl="0">
              <a:spcBef>
                <a:spcPts val="300"/>
              </a:spcBef>
              <a:spcAft>
                <a:spcPts val="0"/>
              </a:spcAft>
              <a:buClr>
                <a:schemeClr val="dk1"/>
              </a:buClr>
              <a:buSzPts val="1300"/>
              <a:buFont typeface="Arial"/>
              <a:buChar char="–"/>
              <a:defRPr sz="1300" b="0" i="0" u="none" strike="noStrike" cap="none">
                <a:solidFill>
                  <a:schemeClr val="dk1"/>
                </a:solidFill>
                <a:latin typeface="Arial"/>
                <a:ea typeface="Arial"/>
                <a:cs typeface="Arial"/>
                <a:sym typeface="Arial"/>
              </a:defRPr>
            </a:lvl4pPr>
            <a:lvl5pPr marL="2286000" marR="0" lvl="4" indent="-304800" algn="l" rtl="0">
              <a:spcBef>
                <a:spcPts val="200"/>
              </a:spcBef>
              <a:spcAft>
                <a:spcPts val="0"/>
              </a:spcAft>
              <a:buClr>
                <a:schemeClr val="dk1"/>
              </a:buClr>
              <a:buSzPts val="1200"/>
              <a:buFont typeface="Courier New"/>
              <a:buChar char="o"/>
              <a:defRPr sz="1200" b="0" i="0" u="none" strike="noStrike" cap="none">
                <a:solidFill>
                  <a:schemeClr val="dk1"/>
                </a:solidFill>
                <a:latin typeface="Arial"/>
                <a:ea typeface="Arial"/>
                <a:cs typeface="Arial"/>
                <a:sym typeface="Arial"/>
              </a:defRPr>
            </a:lvl5pPr>
            <a:lvl6pPr marL="2743200" marR="0" lvl="5"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and Text with picture right 3">
  <p:cSld name="Title and Text with picture right 3">
    <p:spTree>
      <p:nvGrpSpPr>
        <p:cNvPr id="1" name="Shape 147"/>
        <p:cNvGrpSpPr/>
        <p:nvPr/>
      </p:nvGrpSpPr>
      <p:grpSpPr>
        <a:xfrm>
          <a:off x="0" y="0"/>
          <a:ext cx="0" cy="0"/>
          <a:chOff x="0" y="0"/>
          <a:chExt cx="0" cy="0"/>
        </a:xfrm>
      </p:grpSpPr>
      <p:pic>
        <p:nvPicPr>
          <p:cNvPr id="148" name="Shape 148"/>
          <p:cNvPicPr preferRelativeResize="0"/>
          <p:nvPr/>
        </p:nvPicPr>
        <p:blipFill/>
        <p:spPr>
          <a:xfrm>
            <a:off x="1191" y="1191"/>
            <a:ext cx="1190" cy="1190"/>
          </a:xfrm>
          <a:prstGeom prst="rect">
            <a:avLst/>
          </a:prstGeom>
          <a:solidFill>
            <a:srgbClr val="FFFFFF"/>
          </a:solidFill>
          <a:ln>
            <a:noFill/>
          </a:ln>
        </p:spPr>
      </p:pic>
      <p:sp>
        <p:nvSpPr>
          <p:cNvPr id="149" name="Shape 149"/>
          <p:cNvSpPr txBox="1">
            <a:spLocks noGrp="1"/>
          </p:cNvSpPr>
          <p:nvPr>
            <p:ph type="title"/>
          </p:nvPr>
        </p:nvSpPr>
        <p:spPr>
          <a:xfrm>
            <a:off x="242937" y="243000"/>
            <a:ext cx="8656646" cy="567001"/>
          </a:xfrm>
          <a:prstGeom prst="rect">
            <a:avLst/>
          </a:prstGeom>
          <a:noFill/>
          <a:ln>
            <a:noFill/>
          </a:ln>
        </p:spPr>
        <p:txBody>
          <a:bodyPr spcFirstLastPara="1" wrap="square" lIns="68550" tIns="68550" rIns="68550" bIns="68550" anchor="ctr" anchorCtr="0"/>
          <a:lstStyle>
            <a:lvl1pPr marR="0" lvl="0" algn="l" rtl="0">
              <a:spcBef>
                <a:spcPts val="0"/>
              </a:spcBef>
              <a:spcAft>
                <a:spcPts val="0"/>
              </a:spcAft>
              <a:buClr>
                <a:schemeClr val="accent2"/>
              </a:buClr>
              <a:buSzPts val="2100"/>
              <a:buFont typeface="Arial"/>
              <a:buNone/>
              <a:defRPr sz="2100" b="1" i="0" u="none" strike="noStrike" cap="none">
                <a:solidFill>
                  <a:schemeClr val="accent2"/>
                </a:solidFill>
                <a:latin typeface="Arial"/>
                <a:ea typeface="Arial"/>
                <a:cs typeface="Arial"/>
                <a:sym typeface="Arial"/>
              </a:defRPr>
            </a:lvl1pPr>
            <a:lvl2pPr lvl="1">
              <a:spcBef>
                <a:spcPts val="0"/>
              </a:spcBef>
              <a:spcAft>
                <a:spcPts val="0"/>
              </a:spcAft>
              <a:buSzPts val="1000"/>
              <a:buNone/>
              <a:defRPr sz="1300"/>
            </a:lvl2pPr>
            <a:lvl3pPr lvl="2">
              <a:spcBef>
                <a:spcPts val="0"/>
              </a:spcBef>
              <a:spcAft>
                <a:spcPts val="0"/>
              </a:spcAft>
              <a:buSzPts val="1000"/>
              <a:buNone/>
              <a:defRPr sz="1300"/>
            </a:lvl3pPr>
            <a:lvl4pPr lvl="3">
              <a:spcBef>
                <a:spcPts val="0"/>
              </a:spcBef>
              <a:spcAft>
                <a:spcPts val="0"/>
              </a:spcAft>
              <a:buSzPts val="1000"/>
              <a:buNone/>
              <a:defRPr sz="1300"/>
            </a:lvl4pPr>
            <a:lvl5pPr lvl="4">
              <a:spcBef>
                <a:spcPts val="0"/>
              </a:spcBef>
              <a:spcAft>
                <a:spcPts val="0"/>
              </a:spcAft>
              <a:buSzPts val="1000"/>
              <a:buNone/>
              <a:defRPr sz="1300"/>
            </a:lvl5pPr>
            <a:lvl6pPr lvl="5">
              <a:spcBef>
                <a:spcPts val="0"/>
              </a:spcBef>
              <a:spcAft>
                <a:spcPts val="0"/>
              </a:spcAft>
              <a:buSzPts val="1000"/>
              <a:buNone/>
              <a:defRPr sz="1300"/>
            </a:lvl6pPr>
            <a:lvl7pPr lvl="6">
              <a:spcBef>
                <a:spcPts val="0"/>
              </a:spcBef>
              <a:spcAft>
                <a:spcPts val="0"/>
              </a:spcAft>
              <a:buSzPts val="1000"/>
              <a:buNone/>
              <a:defRPr sz="1300"/>
            </a:lvl7pPr>
            <a:lvl8pPr lvl="7">
              <a:spcBef>
                <a:spcPts val="0"/>
              </a:spcBef>
              <a:spcAft>
                <a:spcPts val="0"/>
              </a:spcAft>
              <a:buSzPts val="1000"/>
              <a:buNone/>
              <a:defRPr sz="1300"/>
            </a:lvl8pPr>
            <a:lvl9pPr lvl="8">
              <a:spcBef>
                <a:spcPts val="0"/>
              </a:spcBef>
              <a:spcAft>
                <a:spcPts val="0"/>
              </a:spcAft>
              <a:buSzPts val="1000"/>
              <a:buNone/>
              <a:defRPr sz="1300"/>
            </a:lvl9pPr>
          </a:lstStyle>
          <a:p>
            <a:endParaRPr/>
          </a:p>
        </p:txBody>
      </p:sp>
      <p:sp>
        <p:nvSpPr>
          <p:cNvPr id="150" name="Shape 150"/>
          <p:cNvSpPr>
            <a:spLocks noGrp="1"/>
          </p:cNvSpPr>
          <p:nvPr>
            <p:ph type="pic" idx="2"/>
          </p:nvPr>
        </p:nvSpPr>
        <p:spPr>
          <a:xfrm>
            <a:off x="3529284" y="1269003"/>
            <a:ext cx="5371891" cy="3294006"/>
          </a:xfrm>
          <a:prstGeom prst="rect">
            <a:avLst/>
          </a:prstGeom>
          <a:solidFill>
            <a:srgbClr val="F2F2F2"/>
          </a:solidFill>
          <a:ln>
            <a:noFill/>
          </a:ln>
        </p:spPr>
        <p:txBody>
          <a:bodyPr spcFirstLastPara="1" wrap="square" lIns="68550" tIns="68550" rIns="68550" bIns="68550" anchor="t" anchorCtr="0"/>
          <a:lstStyle>
            <a:lvl1pPr marR="0" lvl="0" algn="ctr" rtl="0">
              <a:spcBef>
                <a:spcPts val="1400"/>
              </a:spcBef>
              <a:spcAft>
                <a:spcPts val="0"/>
              </a:spcAft>
              <a:buClr>
                <a:schemeClr val="accent1"/>
              </a:buClr>
              <a:buSzPts val="1300"/>
              <a:buFont typeface="Arial"/>
              <a:buNone/>
              <a:defRPr sz="1600" b="0" i="0" u="none" strike="noStrike" cap="none">
                <a:solidFill>
                  <a:schemeClr val="dk1"/>
                </a:solidFill>
                <a:latin typeface="Arial"/>
                <a:ea typeface="Arial"/>
                <a:cs typeface="Arial"/>
                <a:sym typeface="Arial"/>
              </a:defRPr>
            </a:lvl1pPr>
            <a:lvl2pPr marR="0" lvl="1" algn="l" rtl="0">
              <a:spcBef>
                <a:spcPts val="400"/>
              </a:spcBef>
              <a:spcAft>
                <a:spcPts val="0"/>
              </a:spcAft>
              <a:buClr>
                <a:schemeClr val="accent1"/>
              </a:buClr>
              <a:buSzPts val="1200"/>
              <a:buFont typeface="Noto Sans Symbols"/>
              <a:buNone/>
              <a:defRPr sz="1500" b="0" i="0" u="none" strike="noStrike" cap="none">
                <a:solidFill>
                  <a:schemeClr val="dk1"/>
                </a:solidFill>
                <a:latin typeface="Arial"/>
                <a:ea typeface="Arial"/>
                <a:cs typeface="Arial"/>
                <a:sym typeface="Arial"/>
              </a:defRPr>
            </a:lvl2pPr>
            <a:lvl3pPr marR="0" lvl="2" algn="l" rtl="0">
              <a:spcBef>
                <a:spcPts val="300"/>
              </a:spcBef>
              <a:spcAft>
                <a:spcPts val="0"/>
              </a:spcAft>
              <a:buClr>
                <a:schemeClr val="accent1"/>
              </a:buClr>
              <a:buSzPts val="1300"/>
              <a:buFont typeface="Noto Sans Symbols"/>
              <a:buChar char="•"/>
              <a:defRPr sz="1300" b="0" i="0" u="none" strike="noStrike" cap="none">
                <a:solidFill>
                  <a:schemeClr val="dk1"/>
                </a:solidFill>
                <a:latin typeface="Arial"/>
                <a:ea typeface="Arial"/>
                <a:cs typeface="Arial"/>
                <a:sym typeface="Arial"/>
              </a:defRPr>
            </a:lvl3pPr>
            <a:lvl4pPr marR="0" lvl="3" algn="l" rtl="0">
              <a:spcBef>
                <a:spcPts val="300"/>
              </a:spcBef>
              <a:spcAft>
                <a:spcPts val="0"/>
              </a:spcAft>
              <a:buClr>
                <a:schemeClr val="dk1"/>
              </a:buClr>
              <a:buSzPts val="1300"/>
              <a:buFont typeface="Arial"/>
              <a:buChar char="–"/>
              <a:defRPr sz="1300" b="0" i="0" u="none" strike="noStrike" cap="none">
                <a:solidFill>
                  <a:schemeClr val="dk1"/>
                </a:solidFill>
                <a:latin typeface="Arial"/>
                <a:ea typeface="Arial"/>
                <a:cs typeface="Arial"/>
                <a:sym typeface="Arial"/>
              </a:defRPr>
            </a:lvl4pPr>
            <a:lvl5pPr marR="0" lvl="4" algn="l" rtl="0">
              <a:spcBef>
                <a:spcPts val="200"/>
              </a:spcBef>
              <a:spcAft>
                <a:spcPts val="0"/>
              </a:spcAft>
              <a:buClr>
                <a:schemeClr val="dk1"/>
              </a:buClr>
              <a:buSzPts val="1200"/>
              <a:buFont typeface="Courier New"/>
              <a:buChar char="o"/>
              <a:defRPr sz="1200" b="0" i="0" u="none" strike="noStrike" cap="none">
                <a:solidFill>
                  <a:schemeClr val="dk1"/>
                </a:solidFill>
                <a:latin typeface="Arial"/>
                <a:ea typeface="Arial"/>
                <a:cs typeface="Arial"/>
                <a:sym typeface="Arial"/>
              </a:defRPr>
            </a:lvl5pPr>
            <a:lvl6pPr marR="0" lvl="5"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R="0" lvl="6"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R="0" lvl="7"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R="0" lvl="8"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51" name="Shape 151"/>
          <p:cNvSpPr txBox="1">
            <a:spLocks noGrp="1"/>
          </p:cNvSpPr>
          <p:nvPr>
            <p:ph type="body" idx="1"/>
          </p:nvPr>
        </p:nvSpPr>
        <p:spPr>
          <a:xfrm>
            <a:off x="242937" y="1269003"/>
            <a:ext cx="3167316" cy="3294006"/>
          </a:xfrm>
          <a:prstGeom prst="rect">
            <a:avLst/>
          </a:prstGeom>
          <a:noFill/>
          <a:ln>
            <a:noFill/>
          </a:ln>
        </p:spPr>
        <p:txBody>
          <a:bodyPr spcFirstLastPara="1" wrap="square" lIns="68550" tIns="68550" rIns="68550" bIns="68550" anchor="t" anchorCtr="0"/>
          <a:lstStyle>
            <a:lvl1pPr marL="457200" marR="0" lvl="0" indent="-228600" algn="l" rtl="0">
              <a:spcBef>
                <a:spcPts val="1800"/>
              </a:spcBef>
              <a:spcAft>
                <a:spcPts val="0"/>
              </a:spcAft>
              <a:buClr>
                <a:schemeClr val="accent1"/>
              </a:buClr>
              <a:buSzPts val="1200"/>
              <a:buFont typeface="Arial"/>
              <a:buNone/>
              <a:defRPr sz="1500" b="1" i="0" u="none" strike="noStrike" cap="none">
                <a:solidFill>
                  <a:schemeClr val="dk1"/>
                </a:solidFill>
                <a:latin typeface="Arial"/>
                <a:ea typeface="Arial"/>
                <a:cs typeface="Arial"/>
                <a:sym typeface="Arial"/>
              </a:defRPr>
            </a:lvl1pPr>
            <a:lvl2pPr marL="914400" marR="0" lvl="1" indent="-228600" algn="l" rtl="0">
              <a:spcBef>
                <a:spcPts val="400"/>
              </a:spcBef>
              <a:spcAft>
                <a:spcPts val="0"/>
              </a:spcAft>
              <a:buClr>
                <a:schemeClr val="accent1"/>
              </a:buClr>
              <a:buSzPts val="1200"/>
              <a:buFont typeface="Noto Sans Symbols"/>
              <a:buNone/>
              <a:defRPr sz="1500" b="0" i="0" u="none" strike="noStrike" cap="none">
                <a:solidFill>
                  <a:schemeClr val="dk1"/>
                </a:solidFill>
                <a:latin typeface="Arial"/>
                <a:ea typeface="Arial"/>
                <a:cs typeface="Arial"/>
                <a:sym typeface="Arial"/>
              </a:defRPr>
            </a:lvl2pPr>
            <a:lvl3pPr marL="1371600" marR="0" lvl="2" indent="-311150" algn="l" rtl="0">
              <a:spcBef>
                <a:spcPts val="300"/>
              </a:spcBef>
              <a:spcAft>
                <a:spcPts val="0"/>
              </a:spcAft>
              <a:buClr>
                <a:schemeClr val="accent1"/>
              </a:buClr>
              <a:buSzPts val="1300"/>
              <a:buFont typeface="Noto Sans Symbols"/>
              <a:buChar char="•"/>
              <a:defRPr sz="1300" b="0" i="0" u="none" strike="noStrike" cap="none">
                <a:solidFill>
                  <a:schemeClr val="dk1"/>
                </a:solidFill>
                <a:latin typeface="Arial"/>
                <a:ea typeface="Arial"/>
                <a:cs typeface="Arial"/>
                <a:sym typeface="Arial"/>
              </a:defRPr>
            </a:lvl3pPr>
            <a:lvl4pPr marL="1828800" marR="0" lvl="3" indent="-311150" algn="l" rtl="0">
              <a:spcBef>
                <a:spcPts val="300"/>
              </a:spcBef>
              <a:spcAft>
                <a:spcPts val="0"/>
              </a:spcAft>
              <a:buClr>
                <a:schemeClr val="dk1"/>
              </a:buClr>
              <a:buSzPts val="1300"/>
              <a:buFont typeface="Arial"/>
              <a:buChar char="–"/>
              <a:defRPr sz="1300" b="0" i="0" u="none" strike="noStrike" cap="none">
                <a:solidFill>
                  <a:schemeClr val="dk1"/>
                </a:solidFill>
                <a:latin typeface="Arial"/>
                <a:ea typeface="Arial"/>
                <a:cs typeface="Arial"/>
                <a:sym typeface="Arial"/>
              </a:defRPr>
            </a:lvl4pPr>
            <a:lvl5pPr marL="2286000" marR="0" lvl="4" indent="-304800" algn="l" rtl="0">
              <a:spcBef>
                <a:spcPts val="200"/>
              </a:spcBef>
              <a:spcAft>
                <a:spcPts val="0"/>
              </a:spcAft>
              <a:buClr>
                <a:schemeClr val="dk1"/>
              </a:buClr>
              <a:buSzPts val="1200"/>
              <a:buFont typeface="Courier New"/>
              <a:buChar char="o"/>
              <a:defRPr sz="1200" b="0" i="0" u="none" strike="noStrike" cap="none">
                <a:solidFill>
                  <a:schemeClr val="dk1"/>
                </a:solidFill>
                <a:latin typeface="Arial"/>
                <a:ea typeface="Arial"/>
                <a:cs typeface="Arial"/>
                <a:sym typeface="Arial"/>
              </a:defRPr>
            </a:lvl5pPr>
            <a:lvl6pPr marL="2743200" marR="0" lvl="5"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and Text with picture: 2 columns">
  <p:cSld name="Title and Text with picture: 2 columns">
    <p:spTree>
      <p:nvGrpSpPr>
        <p:cNvPr id="1" name="Shape 152"/>
        <p:cNvGrpSpPr/>
        <p:nvPr/>
      </p:nvGrpSpPr>
      <p:grpSpPr>
        <a:xfrm>
          <a:off x="0" y="0"/>
          <a:ext cx="0" cy="0"/>
          <a:chOff x="0" y="0"/>
          <a:chExt cx="0" cy="0"/>
        </a:xfrm>
      </p:grpSpPr>
      <p:pic>
        <p:nvPicPr>
          <p:cNvPr id="153" name="Shape 153"/>
          <p:cNvPicPr preferRelativeResize="0"/>
          <p:nvPr/>
        </p:nvPicPr>
        <p:blipFill/>
        <p:spPr>
          <a:xfrm>
            <a:off x="1191" y="1191"/>
            <a:ext cx="1190" cy="1190"/>
          </a:xfrm>
          <a:prstGeom prst="rect">
            <a:avLst/>
          </a:prstGeom>
          <a:solidFill>
            <a:srgbClr val="FFFFFF"/>
          </a:solidFill>
          <a:ln>
            <a:noFill/>
          </a:ln>
        </p:spPr>
      </p:pic>
      <p:sp>
        <p:nvSpPr>
          <p:cNvPr id="154" name="Shape 154"/>
          <p:cNvSpPr txBox="1">
            <a:spLocks noGrp="1"/>
          </p:cNvSpPr>
          <p:nvPr>
            <p:ph type="title"/>
          </p:nvPr>
        </p:nvSpPr>
        <p:spPr>
          <a:xfrm>
            <a:off x="242937" y="243000"/>
            <a:ext cx="8656646" cy="567001"/>
          </a:xfrm>
          <a:prstGeom prst="rect">
            <a:avLst/>
          </a:prstGeom>
          <a:noFill/>
          <a:ln>
            <a:noFill/>
          </a:ln>
        </p:spPr>
        <p:txBody>
          <a:bodyPr spcFirstLastPara="1" wrap="square" lIns="68550" tIns="68550" rIns="68550" bIns="68550" anchor="ctr" anchorCtr="0"/>
          <a:lstStyle>
            <a:lvl1pPr marR="0" lvl="0" algn="l" rtl="0">
              <a:spcBef>
                <a:spcPts val="0"/>
              </a:spcBef>
              <a:spcAft>
                <a:spcPts val="0"/>
              </a:spcAft>
              <a:buClr>
                <a:schemeClr val="accent2"/>
              </a:buClr>
              <a:buSzPts val="2100"/>
              <a:buFont typeface="Arial"/>
              <a:buNone/>
              <a:defRPr sz="2100" b="1" i="0" u="none" strike="noStrike" cap="none">
                <a:solidFill>
                  <a:schemeClr val="accent2"/>
                </a:solidFill>
                <a:latin typeface="Arial"/>
                <a:ea typeface="Arial"/>
                <a:cs typeface="Arial"/>
                <a:sym typeface="Arial"/>
              </a:defRPr>
            </a:lvl1pPr>
            <a:lvl2pPr lvl="1">
              <a:spcBef>
                <a:spcPts val="0"/>
              </a:spcBef>
              <a:spcAft>
                <a:spcPts val="0"/>
              </a:spcAft>
              <a:buSzPts val="1000"/>
              <a:buNone/>
              <a:defRPr sz="1300"/>
            </a:lvl2pPr>
            <a:lvl3pPr lvl="2">
              <a:spcBef>
                <a:spcPts val="0"/>
              </a:spcBef>
              <a:spcAft>
                <a:spcPts val="0"/>
              </a:spcAft>
              <a:buSzPts val="1000"/>
              <a:buNone/>
              <a:defRPr sz="1300"/>
            </a:lvl3pPr>
            <a:lvl4pPr lvl="3">
              <a:spcBef>
                <a:spcPts val="0"/>
              </a:spcBef>
              <a:spcAft>
                <a:spcPts val="0"/>
              </a:spcAft>
              <a:buSzPts val="1000"/>
              <a:buNone/>
              <a:defRPr sz="1300"/>
            </a:lvl4pPr>
            <a:lvl5pPr lvl="4">
              <a:spcBef>
                <a:spcPts val="0"/>
              </a:spcBef>
              <a:spcAft>
                <a:spcPts val="0"/>
              </a:spcAft>
              <a:buSzPts val="1000"/>
              <a:buNone/>
              <a:defRPr sz="1300"/>
            </a:lvl5pPr>
            <a:lvl6pPr lvl="5">
              <a:spcBef>
                <a:spcPts val="0"/>
              </a:spcBef>
              <a:spcAft>
                <a:spcPts val="0"/>
              </a:spcAft>
              <a:buSzPts val="1000"/>
              <a:buNone/>
              <a:defRPr sz="1300"/>
            </a:lvl6pPr>
            <a:lvl7pPr lvl="6">
              <a:spcBef>
                <a:spcPts val="0"/>
              </a:spcBef>
              <a:spcAft>
                <a:spcPts val="0"/>
              </a:spcAft>
              <a:buSzPts val="1000"/>
              <a:buNone/>
              <a:defRPr sz="1300"/>
            </a:lvl7pPr>
            <a:lvl8pPr lvl="7">
              <a:spcBef>
                <a:spcPts val="0"/>
              </a:spcBef>
              <a:spcAft>
                <a:spcPts val="0"/>
              </a:spcAft>
              <a:buSzPts val="1000"/>
              <a:buNone/>
              <a:defRPr sz="1300"/>
            </a:lvl8pPr>
            <a:lvl9pPr lvl="8">
              <a:spcBef>
                <a:spcPts val="0"/>
              </a:spcBef>
              <a:spcAft>
                <a:spcPts val="0"/>
              </a:spcAft>
              <a:buSzPts val="1000"/>
              <a:buNone/>
              <a:defRPr sz="1300"/>
            </a:lvl9pPr>
          </a:lstStyle>
          <a:p>
            <a:endParaRPr/>
          </a:p>
        </p:txBody>
      </p:sp>
      <p:sp>
        <p:nvSpPr>
          <p:cNvPr id="155" name="Shape 155"/>
          <p:cNvSpPr txBox="1">
            <a:spLocks noGrp="1"/>
          </p:cNvSpPr>
          <p:nvPr>
            <p:ph type="body" idx="1"/>
          </p:nvPr>
        </p:nvSpPr>
        <p:spPr>
          <a:xfrm>
            <a:off x="242937" y="1268019"/>
            <a:ext cx="4245994" cy="1290602"/>
          </a:xfrm>
          <a:prstGeom prst="rect">
            <a:avLst/>
          </a:prstGeom>
          <a:noFill/>
          <a:ln>
            <a:noFill/>
          </a:ln>
        </p:spPr>
        <p:txBody>
          <a:bodyPr spcFirstLastPara="1" wrap="square" lIns="68550" tIns="68550" rIns="68550" bIns="68550" anchor="t" anchorCtr="0"/>
          <a:lstStyle>
            <a:lvl1pPr marL="457200" marR="0" lvl="0" indent="-228600" algn="l" rtl="0">
              <a:spcBef>
                <a:spcPts val="1800"/>
              </a:spcBef>
              <a:spcAft>
                <a:spcPts val="0"/>
              </a:spcAft>
              <a:buClr>
                <a:schemeClr val="accent1"/>
              </a:buClr>
              <a:buSzPts val="1200"/>
              <a:buFont typeface="Arial"/>
              <a:buNone/>
              <a:defRPr sz="1500" b="1" i="0" u="none" strike="noStrike" cap="none">
                <a:solidFill>
                  <a:schemeClr val="dk1"/>
                </a:solidFill>
                <a:latin typeface="Arial"/>
                <a:ea typeface="Arial"/>
                <a:cs typeface="Arial"/>
                <a:sym typeface="Arial"/>
              </a:defRPr>
            </a:lvl1pPr>
            <a:lvl2pPr marL="914400" marR="0" lvl="1" indent="-228600" algn="l" rtl="0">
              <a:spcBef>
                <a:spcPts val="400"/>
              </a:spcBef>
              <a:spcAft>
                <a:spcPts val="0"/>
              </a:spcAft>
              <a:buClr>
                <a:schemeClr val="accent1"/>
              </a:buClr>
              <a:buSzPts val="1200"/>
              <a:buFont typeface="Noto Sans Symbols"/>
              <a:buNone/>
              <a:defRPr sz="1500" b="0" i="0" u="none" strike="noStrike" cap="none">
                <a:solidFill>
                  <a:schemeClr val="dk1"/>
                </a:solidFill>
                <a:latin typeface="Arial"/>
                <a:ea typeface="Arial"/>
                <a:cs typeface="Arial"/>
                <a:sym typeface="Arial"/>
              </a:defRPr>
            </a:lvl2pPr>
            <a:lvl3pPr marL="1371600" marR="0" lvl="2" indent="-311150" algn="l" rtl="0">
              <a:spcBef>
                <a:spcPts val="300"/>
              </a:spcBef>
              <a:spcAft>
                <a:spcPts val="0"/>
              </a:spcAft>
              <a:buClr>
                <a:schemeClr val="accent1"/>
              </a:buClr>
              <a:buSzPts val="1300"/>
              <a:buFont typeface="Noto Sans Symbols"/>
              <a:buChar char="•"/>
              <a:defRPr sz="1300" b="0" i="0" u="none" strike="noStrike" cap="none">
                <a:solidFill>
                  <a:schemeClr val="dk1"/>
                </a:solidFill>
                <a:latin typeface="Arial"/>
                <a:ea typeface="Arial"/>
                <a:cs typeface="Arial"/>
                <a:sym typeface="Arial"/>
              </a:defRPr>
            </a:lvl3pPr>
            <a:lvl4pPr marL="1828800" marR="0" lvl="3" indent="-311150" algn="l" rtl="0">
              <a:spcBef>
                <a:spcPts val="300"/>
              </a:spcBef>
              <a:spcAft>
                <a:spcPts val="0"/>
              </a:spcAft>
              <a:buClr>
                <a:schemeClr val="dk1"/>
              </a:buClr>
              <a:buSzPts val="1300"/>
              <a:buFont typeface="Arial"/>
              <a:buChar char="–"/>
              <a:defRPr sz="1300" b="0" i="0" u="none" strike="noStrike" cap="none">
                <a:solidFill>
                  <a:schemeClr val="dk1"/>
                </a:solidFill>
                <a:latin typeface="Arial"/>
                <a:ea typeface="Arial"/>
                <a:cs typeface="Arial"/>
                <a:sym typeface="Arial"/>
              </a:defRPr>
            </a:lvl4pPr>
            <a:lvl5pPr marL="2286000" marR="0" lvl="4" indent="-304800" algn="l" rtl="0">
              <a:spcBef>
                <a:spcPts val="200"/>
              </a:spcBef>
              <a:spcAft>
                <a:spcPts val="0"/>
              </a:spcAft>
              <a:buClr>
                <a:schemeClr val="dk1"/>
              </a:buClr>
              <a:buSzPts val="1200"/>
              <a:buFont typeface="Courier New"/>
              <a:buChar char="o"/>
              <a:defRPr sz="1200" b="0" i="0" u="none" strike="noStrike" cap="none">
                <a:solidFill>
                  <a:schemeClr val="dk1"/>
                </a:solidFill>
                <a:latin typeface="Arial"/>
                <a:ea typeface="Arial"/>
                <a:cs typeface="Arial"/>
                <a:sym typeface="Arial"/>
              </a:defRPr>
            </a:lvl5pPr>
            <a:lvl6pPr marL="2743200" marR="0" lvl="5"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56" name="Shape 156"/>
          <p:cNvSpPr txBox="1">
            <a:spLocks noGrp="1"/>
          </p:cNvSpPr>
          <p:nvPr>
            <p:ph type="body" idx="2"/>
          </p:nvPr>
        </p:nvSpPr>
        <p:spPr>
          <a:xfrm>
            <a:off x="4654800" y="1268019"/>
            <a:ext cx="4245994" cy="1290602"/>
          </a:xfrm>
          <a:prstGeom prst="rect">
            <a:avLst/>
          </a:prstGeom>
          <a:noFill/>
          <a:ln>
            <a:noFill/>
          </a:ln>
        </p:spPr>
        <p:txBody>
          <a:bodyPr spcFirstLastPara="1" wrap="square" lIns="68550" tIns="68550" rIns="68550" bIns="68550" anchor="t" anchorCtr="0"/>
          <a:lstStyle>
            <a:lvl1pPr marL="457200" marR="0" lvl="0" indent="-228600" algn="l" rtl="0">
              <a:spcBef>
                <a:spcPts val="1800"/>
              </a:spcBef>
              <a:spcAft>
                <a:spcPts val="0"/>
              </a:spcAft>
              <a:buClr>
                <a:schemeClr val="accent1"/>
              </a:buClr>
              <a:buSzPts val="1200"/>
              <a:buFont typeface="Arial"/>
              <a:buNone/>
              <a:defRPr sz="1500" b="1" i="0" u="none" strike="noStrike" cap="none">
                <a:solidFill>
                  <a:schemeClr val="dk1"/>
                </a:solidFill>
                <a:latin typeface="Arial"/>
                <a:ea typeface="Arial"/>
                <a:cs typeface="Arial"/>
                <a:sym typeface="Arial"/>
              </a:defRPr>
            </a:lvl1pPr>
            <a:lvl2pPr marL="914400" marR="0" lvl="1" indent="-228600" algn="l" rtl="0">
              <a:spcBef>
                <a:spcPts val="400"/>
              </a:spcBef>
              <a:spcAft>
                <a:spcPts val="0"/>
              </a:spcAft>
              <a:buClr>
                <a:schemeClr val="accent1"/>
              </a:buClr>
              <a:buSzPts val="1200"/>
              <a:buFont typeface="Noto Sans Symbols"/>
              <a:buNone/>
              <a:defRPr sz="1500" b="0" i="0" u="none" strike="noStrike" cap="none">
                <a:solidFill>
                  <a:schemeClr val="dk1"/>
                </a:solidFill>
                <a:latin typeface="Arial"/>
                <a:ea typeface="Arial"/>
                <a:cs typeface="Arial"/>
                <a:sym typeface="Arial"/>
              </a:defRPr>
            </a:lvl2pPr>
            <a:lvl3pPr marL="1371600" marR="0" lvl="2" indent="-311150" algn="l" rtl="0">
              <a:spcBef>
                <a:spcPts val="300"/>
              </a:spcBef>
              <a:spcAft>
                <a:spcPts val="0"/>
              </a:spcAft>
              <a:buClr>
                <a:schemeClr val="accent1"/>
              </a:buClr>
              <a:buSzPts val="1300"/>
              <a:buFont typeface="Noto Sans Symbols"/>
              <a:buChar char="•"/>
              <a:defRPr sz="1300" b="0" i="0" u="none" strike="noStrike" cap="none">
                <a:solidFill>
                  <a:schemeClr val="dk1"/>
                </a:solidFill>
                <a:latin typeface="Arial"/>
                <a:ea typeface="Arial"/>
                <a:cs typeface="Arial"/>
                <a:sym typeface="Arial"/>
              </a:defRPr>
            </a:lvl3pPr>
            <a:lvl4pPr marL="1828800" marR="0" lvl="3" indent="-311150" algn="l" rtl="0">
              <a:spcBef>
                <a:spcPts val="300"/>
              </a:spcBef>
              <a:spcAft>
                <a:spcPts val="0"/>
              </a:spcAft>
              <a:buClr>
                <a:schemeClr val="dk1"/>
              </a:buClr>
              <a:buSzPts val="1300"/>
              <a:buFont typeface="Arial"/>
              <a:buChar char="–"/>
              <a:defRPr sz="1300" b="0" i="0" u="none" strike="noStrike" cap="none">
                <a:solidFill>
                  <a:schemeClr val="dk1"/>
                </a:solidFill>
                <a:latin typeface="Arial"/>
                <a:ea typeface="Arial"/>
                <a:cs typeface="Arial"/>
                <a:sym typeface="Arial"/>
              </a:defRPr>
            </a:lvl4pPr>
            <a:lvl5pPr marL="2286000" marR="0" lvl="4" indent="-304800" algn="l" rtl="0">
              <a:spcBef>
                <a:spcPts val="200"/>
              </a:spcBef>
              <a:spcAft>
                <a:spcPts val="0"/>
              </a:spcAft>
              <a:buClr>
                <a:schemeClr val="dk1"/>
              </a:buClr>
              <a:buSzPts val="1200"/>
              <a:buFont typeface="Courier New"/>
              <a:buChar char="o"/>
              <a:defRPr sz="1200" b="0" i="0" u="none" strike="noStrike" cap="none">
                <a:solidFill>
                  <a:schemeClr val="dk1"/>
                </a:solidFill>
                <a:latin typeface="Arial"/>
                <a:ea typeface="Arial"/>
                <a:cs typeface="Arial"/>
                <a:sym typeface="Arial"/>
              </a:defRPr>
            </a:lvl5pPr>
            <a:lvl6pPr marL="2743200" marR="0" lvl="5"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57" name="Shape 157"/>
          <p:cNvSpPr>
            <a:spLocks noGrp="1"/>
          </p:cNvSpPr>
          <p:nvPr>
            <p:ph type="pic" idx="3"/>
          </p:nvPr>
        </p:nvSpPr>
        <p:spPr>
          <a:xfrm>
            <a:off x="242937" y="2680123"/>
            <a:ext cx="4245994" cy="1881171"/>
          </a:xfrm>
          <a:prstGeom prst="rect">
            <a:avLst/>
          </a:prstGeom>
          <a:solidFill>
            <a:srgbClr val="F2F2F2"/>
          </a:solidFill>
          <a:ln>
            <a:noFill/>
          </a:ln>
        </p:spPr>
        <p:txBody>
          <a:bodyPr spcFirstLastPara="1" wrap="square" lIns="68550" tIns="68550" rIns="68550" bIns="68550" anchor="t" anchorCtr="0"/>
          <a:lstStyle>
            <a:lvl1pPr marR="0" lvl="0" algn="ctr" rtl="0">
              <a:spcBef>
                <a:spcPts val="1800"/>
              </a:spcBef>
              <a:spcAft>
                <a:spcPts val="0"/>
              </a:spcAft>
              <a:buClr>
                <a:schemeClr val="accent1"/>
              </a:buClr>
              <a:buSzPts val="1200"/>
              <a:buFont typeface="Arial"/>
              <a:buNone/>
              <a:defRPr sz="1500" b="0" i="0" u="none" strike="noStrike" cap="none">
                <a:solidFill>
                  <a:schemeClr val="dk1"/>
                </a:solidFill>
                <a:latin typeface="Arial"/>
                <a:ea typeface="Arial"/>
                <a:cs typeface="Arial"/>
                <a:sym typeface="Arial"/>
              </a:defRPr>
            </a:lvl1pPr>
            <a:lvl2pPr marR="0" lvl="1" algn="l" rtl="0">
              <a:spcBef>
                <a:spcPts val="400"/>
              </a:spcBef>
              <a:spcAft>
                <a:spcPts val="0"/>
              </a:spcAft>
              <a:buClr>
                <a:schemeClr val="accent1"/>
              </a:buClr>
              <a:buSzPts val="1200"/>
              <a:buFont typeface="Noto Sans Symbols"/>
              <a:buNone/>
              <a:defRPr sz="1500" b="0" i="0" u="none" strike="noStrike" cap="none">
                <a:solidFill>
                  <a:schemeClr val="dk1"/>
                </a:solidFill>
                <a:latin typeface="Arial"/>
                <a:ea typeface="Arial"/>
                <a:cs typeface="Arial"/>
                <a:sym typeface="Arial"/>
              </a:defRPr>
            </a:lvl2pPr>
            <a:lvl3pPr marR="0" lvl="2" algn="l" rtl="0">
              <a:spcBef>
                <a:spcPts val="300"/>
              </a:spcBef>
              <a:spcAft>
                <a:spcPts val="0"/>
              </a:spcAft>
              <a:buClr>
                <a:schemeClr val="accent1"/>
              </a:buClr>
              <a:buSzPts val="1300"/>
              <a:buFont typeface="Noto Sans Symbols"/>
              <a:buChar char="•"/>
              <a:defRPr sz="1300" b="0" i="0" u="none" strike="noStrike" cap="none">
                <a:solidFill>
                  <a:schemeClr val="dk1"/>
                </a:solidFill>
                <a:latin typeface="Arial"/>
                <a:ea typeface="Arial"/>
                <a:cs typeface="Arial"/>
                <a:sym typeface="Arial"/>
              </a:defRPr>
            </a:lvl3pPr>
            <a:lvl4pPr marR="0" lvl="3" algn="l" rtl="0">
              <a:spcBef>
                <a:spcPts val="300"/>
              </a:spcBef>
              <a:spcAft>
                <a:spcPts val="0"/>
              </a:spcAft>
              <a:buClr>
                <a:schemeClr val="dk1"/>
              </a:buClr>
              <a:buSzPts val="1300"/>
              <a:buFont typeface="Arial"/>
              <a:buChar char="–"/>
              <a:defRPr sz="1300" b="0" i="0" u="none" strike="noStrike" cap="none">
                <a:solidFill>
                  <a:schemeClr val="dk1"/>
                </a:solidFill>
                <a:latin typeface="Arial"/>
                <a:ea typeface="Arial"/>
                <a:cs typeface="Arial"/>
                <a:sym typeface="Arial"/>
              </a:defRPr>
            </a:lvl4pPr>
            <a:lvl5pPr marR="0" lvl="4" algn="l" rtl="0">
              <a:spcBef>
                <a:spcPts val="200"/>
              </a:spcBef>
              <a:spcAft>
                <a:spcPts val="0"/>
              </a:spcAft>
              <a:buClr>
                <a:schemeClr val="dk1"/>
              </a:buClr>
              <a:buSzPts val="1200"/>
              <a:buFont typeface="Courier New"/>
              <a:buChar char="o"/>
              <a:defRPr sz="1200" b="0" i="0" u="none" strike="noStrike" cap="none">
                <a:solidFill>
                  <a:schemeClr val="dk1"/>
                </a:solidFill>
                <a:latin typeface="Arial"/>
                <a:ea typeface="Arial"/>
                <a:cs typeface="Arial"/>
                <a:sym typeface="Arial"/>
              </a:defRPr>
            </a:lvl5pPr>
            <a:lvl6pPr marR="0" lvl="5"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R="0" lvl="6"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R="0" lvl="7"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R="0" lvl="8"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58" name="Shape 158"/>
          <p:cNvSpPr>
            <a:spLocks noGrp="1"/>
          </p:cNvSpPr>
          <p:nvPr>
            <p:ph type="pic" idx="4"/>
          </p:nvPr>
        </p:nvSpPr>
        <p:spPr>
          <a:xfrm>
            <a:off x="4654800" y="2680123"/>
            <a:ext cx="4245994" cy="1881171"/>
          </a:xfrm>
          <a:prstGeom prst="rect">
            <a:avLst/>
          </a:prstGeom>
          <a:solidFill>
            <a:srgbClr val="F2F2F2"/>
          </a:solidFill>
          <a:ln>
            <a:noFill/>
          </a:ln>
        </p:spPr>
        <p:txBody>
          <a:bodyPr spcFirstLastPara="1" wrap="square" lIns="68550" tIns="68550" rIns="68550" bIns="68550" anchor="t" anchorCtr="0"/>
          <a:lstStyle>
            <a:lvl1pPr marR="0" lvl="0" algn="ctr" rtl="0">
              <a:spcBef>
                <a:spcPts val="1800"/>
              </a:spcBef>
              <a:spcAft>
                <a:spcPts val="0"/>
              </a:spcAft>
              <a:buClr>
                <a:schemeClr val="accent1"/>
              </a:buClr>
              <a:buSzPts val="1200"/>
              <a:buFont typeface="Arial"/>
              <a:buNone/>
              <a:defRPr sz="1500" b="0" i="0" u="none" strike="noStrike" cap="none">
                <a:solidFill>
                  <a:schemeClr val="dk1"/>
                </a:solidFill>
                <a:latin typeface="Arial"/>
                <a:ea typeface="Arial"/>
                <a:cs typeface="Arial"/>
                <a:sym typeface="Arial"/>
              </a:defRPr>
            </a:lvl1pPr>
            <a:lvl2pPr marR="0" lvl="1" algn="l" rtl="0">
              <a:spcBef>
                <a:spcPts val="400"/>
              </a:spcBef>
              <a:spcAft>
                <a:spcPts val="0"/>
              </a:spcAft>
              <a:buClr>
                <a:schemeClr val="accent1"/>
              </a:buClr>
              <a:buSzPts val="1200"/>
              <a:buFont typeface="Noto Sans Symbols"/>
              <a:buNone/>
              <a:defRPr sz="1500" b="0" i="0" u="none" strike="noStrike" cap="none">
                <a:solidFill>
                  <a:schemeClr val="dk1"/>
                </a:solidFill>
                <a:latin typeface="Arial"/>
                <a:ea typeface="Arial"/>
                <a:cs typeface="Arial"/>
                <a:sym typeface="Arial"/>
              </a:defRPr>
            </a:lvl2pPr>
            <a:lvl3pPr marR="0" lvl="2" algn="l" rtl="0">
              <a:spcBef>
                <a:spcPts val="300"/>
              </a:spcBef>
              <a:spcAft>
                <a:spcPts val="0"/>
              </a:spcAft>
              <a:buClr>
                <a:schemeClr val="accent1"/>
              </a:buClr>
              <a:buSzPts val="1300"/>
              <a:buFont typeface="Noto Sans Symbols"/>
              <a:buChar char="•"/>
              <a:defRPr sz="1300" b="0" i="0" u="none" strike="noStrike" cap="none">
                <a:solidFill>
                  <a:schemeClr val="dk1"/>
                </a:solidFill>
                <a:latin typeface="Arial"/>
                <a:ea typeface="Arial"/>
                <a:cs typeface="Arial"/>
                <a:sym typeface="Arial"/>
              </a:defRPr>
            </a:lvl3pPr>
            <a:lvl4pPr marR="0" lvl="3" algn="l" rtl="0">
              <a:spcBef>
                <a:spcPts val="300"/>
              </a:spcBef>
              <a:spcAft>
                <a:spcPts val="0"/>
              </a:spcAft>
              <a:buClr>
                <a:schemeClr val="dk1"/>
              </a:buClr>
              <a:buSzPts val="1300"/>
              <a:buFont typeface="Arial"/>
              <a:buChar char="–"/>
              <a:defRPr sz="1300" b="0" i="0" u="none" strike="noStrike" cap="none">
                <a:solidFill>
                  <a:schemeClr val="dk1"/>
                </a:solidFill>
                <a:latin typeface="Arial"/>
                <a:ea typeface="Arial"/>
                <a:cs typeface="Arial"/>
                <a:sym typeface="Arial"/>
              </a:defRPr>
            </a:lvl4pPr>
            <a:lvl5pPr marR="0" lvl="4" algn="l" rtl="0">
              <a:spcBef>
                <a:spcPts val="200"/>
              </a:spcBef>
              <a:spcAft>
                <a:spcPts val="0"/>
              </a:spcAft>
              <a:buClr>
                <a:schemeClr val="dk1"/>
              </a:buClr>
              <a:buSzPts val="1200"/>
              <a:buFont typeface="Courier New"/>
              <a:buChar char="o"/>
              <a:defRPr sz="1200" b="0" i="0" u="none" strike="noStrike" cap="none">
                <a:solidFill>
                  <a:schemeClr val="dk1"/>
                </a:solidFill>
                <a:latin typeface="Arial"/>
                <a:ea typeface="Arial"/>
                <a:cs typeface="Arial"/>
                <a:sym typeface="Arial"/>
              </a:defRPr>
            </a:lvl5pPr>
            <a:lvl6pPr marR="0" lvl="5"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R="0" lvl="6"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R="0" lvl="7"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R="0" lvl="8"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ext">
  <p:cSld name="Text">
    <p:bg>
      <p:bgPr>
        <a:solidFill>
          <a:schemeClr val="lt1"/>
        </a:solidFill>
        <a:effectLst/>
      </p:bgPr>
    </p:bg>
    <p:spTree>
      <p:nvGrpSpPr>
        <p:cNvPr id="1" name="Shape 159"/>
        <p:cNvGrpSpPr/>
        <p:nvPr/>
      </p:nvGrpSpPr>
      <p:grpSpPr>
        <a:xfrm>
          <a:off x="0" y="0"/>
          <a:ext cx="0" cy="0"/>
          <a:chOff x="0" y="0"/>
          <a:chExt cx="0" cy="0"/>
        </a:xfrm>
      </p:grpSpPr>
      <p:pic>
        <p:nvPicPr>
          <p:cNvPr id="160" name="Shape 160"/>
          <p:cNvPicPr preferRelativeResize="0"/>
          <p:nvPr/>
        </p:nvPicPr>
        <p:blipFill/>
        <p:spPr>
          <a:xfrm>
            <a:off x="1191" y="1191"/>
            <a:ext cx="1190" cy="1190"/>
          </a:xfrm>
          <a:prstGeom prst="rect">
            <a:avLst/>
          </a:prstGeom>
          <a:solidFill>
            <a:srgbClr val="FFFFFF"/>
          </a:solidFill>
          <a:ln>
            <a:noFill/>
          </a:ln>
        </p:spPr>
      </p:pic>
      <p:sp>
        <p:nvSpPr>
          <p:cNvPr id="161" name="Shape 161"/>
          <p:cNvSpPr txBox="1">
            <a:spLocks noGrp="1"/>
          </p:cNvSpPr>
          <p:nvPr>
            <p:ph type="ctrTitle"/>
          </p:nvPr>
        </p:nvSpPr>
        <p:spPr>
          <a:xfrm>
            <a:off x="242937" y="1349690"/>
            <a:ext cx="8656646" cy="692338"/>
          </a:xfrm>
          <a:prstGeom prst="rect">
            <a:avLst/>
          </a:prstGeom>
          <a:noFill/>
          <a:ln>
            <a:noFill/>
          </a:ln>
        </p:spPr>
        <p:txBody>
          <a:bodyPr spcFirstLastPara="1" wrap="square" lIns="68550" tIns="68550" rIns="68550" bIns="68550" anchor="b" anchorCtr="0"/>
          <a:lstStyle>
            <a:lvl1pPr marR="0" lvl="0" algn="l" rtl="0">
              <a:spcBef>
                <a:spcPts val="0"/>
              </a:spcBef>
              <a:spcAft>
                <a:spcPts val="0"/>
              </a:spcAft>
              <a:buClr>
                <a:schemeClr val="dk1"/>
              </a:buClr>
              <a:buSzPts val="4500"/>
              <a:buFont typeface="Arial"/>
              <a:buNone/>
              <a:defRPr sz="4500" b="1" i="0" u="none" strike="noStrike" cap="none">
                <a:solidFill>
                  <a:schemeClr val="dk1"/>
                </a:solidFill>
                <a:latin typeface="Arial"/>
                <a:ea typeface="Arial"/>
                <a:cs typeface="Arial"/>
                <a:sym typeface="Arial"/>
              </a:defRPr>
            </a:lvl1pPr>
            <a:lvl2pPr lvl="1">
              <a:spcBef>
                <a:spcPts val="0"/>
              </a:spcBef>
              <a:spcAft>
                <a:spcPts val="0"/>
              </a:spcAft>
              <a:buSzPts val="1000"/>
              <a:buNone/>
              <a:defRPr sz="1300"/>
            </a:lvl2pPr>
            <a:lvl3pPr lvl="2">
              <a:spcBef>
                <a:spcPts val="0"/>
              </a:spcBef>
              <a:spcAft>
                <a:spcPts val="0"/>
              </a:spcAft>
              <a:buSzPts val="1000"/>
              <a:buNone/>
              <a:defRPr sz="1300"/>
            </a:lvl3pPr>
            <a:lvl4pPr lvl="3">
              <a:spcBef>
                <a:spcPts val="0"/>
              </a:spcBef>
              <a:spcAft>
                <a:spcPts val="0"/>
              </a:spcAft>
              <a:buSzPts val="1000"/>
              <a:buNone/>
              <a:defRPr sz="1300"/>
            </a:lvl4pPr>
            <a:lvl5pPr lvl="4">
              <a:spcBef>
                <a:spcPts val="0"/>
              </a:spcBef>
              <a:spcAft>
                <a:spcPts val="0"/>
              </a:spcAft>
              <a:buSzPts val="1000"/>
              <a:buNone/>
              <a:defRPr sz="1300"/>
            </a:lvl5pPr>
            <a:lvl6pPr lvl="5">
              <a:spcBef>
                <a:spcPts val="0"/>
              </a:spcBef>
              <a:spcAft>
                <a:spcPts val="0"/>
              </a:spcAft>
              <a:buSzPts val="1000"/>
              <a:buNone/>
              <a:defRPr sz="1300"/>
            </a:lvl6pPr>
            <a:lvl7pPr lvl="6">
              <a:spcBef>
                <a:spcPts val="0"/>
              </a:spcBef>
              <a:spcAft>
                <a:spcPts val="0"/>
              </a:spcAft>
              <a:buSzPts val="1000"/>
              <a:buNone/>
              <a:defRPr sz="1300"/>
            </a:lvl7pPr>
            <a:lvl8pPr lvl="7">
              <a:spcBef>
                <a:spcPts val="0"/>
              </a:spcBef>
              <a:spcAft>
                <a:spcPts val="0"/>
              </a:spcAft>
              <a:buSzPts val="1000"/>
              <a:buNone/>
              <a:defRPr sz="1300"/>
            </a:lvl8pPr>
            <a:lvl9pPr lvl="8">
              <a:spcBef>
                <a:spcPts val="0"/>
              </a:spcBef>
              <a:spcAft>
                <a:spcPts val="0"/>
              </a:spcAft>
              <a:buSzPts val="1000"/>
              <a:buNone/>
              <a:defRPr sz="1300"/>
            </a:lvl9pPr>
          </a:lstStyle>
          <a:p>
            <a:endParaRPr/>
          </a:p>
        </p:txBody>
      </p:sp>
      <p:sp>
        <p:nvSpPr>
          <p:cNvPr id="162" name="Shape 162"/>
          <p:cNvSpPr/>
          <p:nvPr/>
        </p:nvSpPr>
        <p:spPr>
          <a:xfrm>
            <a:off x="130181" y="815828"/>
            <a:ext cx="8852328" cy="243012"/>
          </a:xfrm>
          <a:prstGeom prst="rect">
            <a:avLst/>
          </a:prstGeom>
          <a:solidFill>
            <a:schemeClr val="lt1"/>
          </a:solidFill>
          <a:ln>
            <a:noFill/>
          </a:ln>
        </p:spPr>
        <p:txBody>
          <a:bodyPr spcFirstLastPara="1" wrap="square" lIns="67475" tIns="53975" rIns="67475" bIns="53975" anchor="ctr" anchorCtr="0">
            <a:noAutofit/>
          </a:bodyPr>
          <a:lstStyle/>
          <a:p>
            <a:pPr marL="0" marR="0" lvl="0" indent="0" algn="ctr" rtl="0">
              <a:spcBef>
                <a:spcPts val="0"/>
              </a:spcBef>
              <a:spcAft>
                <a:spcPts val="0"/>
              </a:spcAft>
              <a:buNone/>
            </a:pPr>
            <a:endParaRPr sz="1500">
              <a:solidFill>
                <a:srgbClr val="000000"/>
              </a:solidFill>
              <a:latin typeface="Arial"/>
              <a:ea typeface="Arial"/>
              <a:cs typeface="Arial"/>
              <a:sym typeface="Arial"/>
            </a:endParaRPr>
          </a:p>
        </p:txBody>
      </p:sp>
      <p:sp>
        <p:nvSpPr>
          <p:cNvPr id="163" name="Shape 163"/>
          <p:cNvSpPr/>
          <p:nvPr/>
        </p:nvSpPr>
        <p:spPr>
          <a:xfrm>
            <a:off x="130181" y="815828"/>
            <a:ext cx="8852328" cy="243012"/>
          </a:xfrm>
          <a:prstGeom prst="rect">
            <a:avLst/>
          </a:prstGeom>
          <a:solidFill>
            <a:schemeClr val="lt1"/>
          </a:solidFill>
          <a:ln>
            <a:noFill/>
          </a:ln>
        </p:spPr>
        <p:txBody>
          <a:bodyPr spcFirstLastPara="1" wrap="square" lIns="67475" tIns="53975" rIns="67475" bIns="53975" anchor="ctr" anchorCtr="0">
            <a:noAutofit/>
          </a:bodyPr>
          <a:lstStyle/>
          <a:p>
            <a:pPr marL="0" marR="0" lvl="0" indent="0" algn="ctr" rtl="0">
              <a:spcBef>
                <a:spcPts val="0"/>
              </a:spcBef>
              <a:spcAft>
                <a:spcPts val="0"/>
              </a:spcAft>
              <a:buNone/>
            </a:pPr>
            <a:endParaRPr sz="1500">
              <a:solidFill>
                <a:srgbClr val="000000"/>
              </a:solidFill>
              <a:latin typeface="Arial"/>
              <a:ea typeface="Arial"/>
              <a:cs typeface="Arial"/>
              <a:sym typeface="Aria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Discussion Panel">
  <p:cSld name="Discussion Panel">
    <p:spTree>
      <p:nvGrpSpPr>
        <p:cNvPr id="1" name="Shape 164"/>
        <p:cNvGrpSpPr/>
        <p:nvPr/>
      </p:nvGrpSpPr>
      <p:grpSpPr>
        <a:xfrm>
          <a:off x="0" y="0"/>
          <a:ext cx="0" cy="0"/>
          <a:chOff x="0" y="0"/>
          <a:chExt cx="0" cy="0"/>
        </a:xfrm>
      </p:grpSpPr>
      <p:pic>
        <p:nvPicPr>
          <p:cNvPr id="165" name="Shape 165"/>
          <p:cNvPicPr preferRelativeResize="0"/>
          <p:nvPr/>
        </p:nvPicPr>
        <p:blipFill/>
        <p:spPr>
          <a:xfrm>
            <a:off x="1191" y="1191"/>
            <a:ext cx="1190" cy="1190"/>
          </a:xfrm>
          <a:prstGeom prst="rect">
            <a:avLst/>
          </a:prstGeom>
          <a:solidFill>
            <a:srgbClr val="FFFFFF"/>
          </a:solidFill>
          <a:ln>
            <a:noFill/>
          </a:ln>
        </p:spPr>
      </p:pic>
      <p:sp>
        <p:nvSpPr>
          <p:cNvPr id="166" name="Shape 166"/>
          <p:cNvSpPr txBox="1">
            <a:spLocks noGrp="1"/>
          </p:cNvSpPr>
          <p:nvPr>
            <p:ph type="title"/>
          </p:nvPr>
        </p:nvSpPr>
        <p:spPr>
          <a:xfrm>
            <a:off x="242937" y="243000"/>
            <a:ext cx="8656646" cy="567001"/>
          </a:xfrm>
          <a:prstGeom prst="rect">
            <a:avLst/>
          </a:prstGeom>
          <a:noFill/>
          <a:ln>
            <a:noFill/>
          </a:ln>
        </p:spPr>
        <p:txBody>
          <a:bodyPr spcFirstLastPara="1" wrap="square" lIns="68550" tIns="68550" rIns="68550" bIns="68550" anchor="ctr" anchorCtr="0"/>
          <a:lstStyle>
            <a:lvl1pPr marR="0" lvl="0" algn="l" rtl="0">
              <a:spcBef>
                <a:spcPts val="0"/>
              </a:spcBef>
              <a:spcAft>
                <a:spcPts val="0"/>
              </a:spcAft>
              <a:buClr>
                <a:schemeClr val="accent2"/>
              </a:buClr>
              <a:buSzPts val="2100"/>
              <a:buFont typeface="Arial"/>
              <a:buNone/>
              <a:defRPr sz="2100" b="1" i="0" u="none" strike="noStrike" cap="none">
                <a:solidFill>
                  <a:schemeClr val="accent2"/>
                </a:solidFill>
                <a:latin typeface="Arial"/>
                <a:ea typeface="Arial"/>
                <a:cs typeface="Arial"/>
                <a:sym typeface="Arial"/>
              </a:defRPr>
            </a:lvl1pPr>
            <a:lvl2pPr lvl="1">
              <a:spcBef>
                <a:spcPts val="0"/>
              </a:spcBef>
              <a:spcAft>
                <a:spcPts val="0"/>
              </a:spcAft>
              <a:buSzPts val="1000"/>
              <a:buNone/>
              <a:defRPr sz="1300"/>
            </a:lvl2pPr>
            <a:lvl3pPr lvl="2">
              <a:spcBef>
                <a:spcPts val="0"/>
              </a:spcBef>
              <a:spcAft>
                <a:spcPts val="0"/>
              </a:spcAft>
              <a:buSzPts val="1000"/>
              <a:buNone/>
              <a:defRPr sz="1300"/>
            </a:lvl3pPr>
            <a:lvl4pPr lvl="3">
              <a:spcBef>
                <a:spcPts val="0"/>
              </a:spcBef>
              <a:spcAft>
                <a:spcPts val="0"/>
              </a:spcAft>
              <a:buSzPts val="1000"/>
              <a:buNone/>
              <a:defRPr sz="1300"/>
            </a:lvl4pPr>
            <a:lvl5pPr lvl="4">
              <a:spcBef>
                <a:spcPts val="0"/>
              </a:spcBef>
              <a:spcAft>
                <a:spcPts val="0"/>
              </a:spcAft>
              <a:buSzPts val="1000"/>
              <a:buNone/>
              <a:defRPr sz="1300"/>
            </a:lvl5pPr>
            <a:lvl6pPr lvl="5">
              <a:spcBef>
                <a:spcPts val="0"/>
              </a:spcBef>
              <a:spcAft>
                <a:spcPts val="0"/>
              </a:spcAft>
              <a:buSzPts val="1000"/>
              <a:buNone/>
              <a:defRPr sz="1300"/>
            </a:lvl6pPr>
            <a:lvl7pPr lvl="6">
              <a:spcBef>
                <a:spcPts val="0"/>
              </a:spcBef>
              <a:spcAft>
                <a:spcPts val="0"/>
              </a:spcAft>
              <a:buSzPts val="1000"/>
              <a:buNone/>
              <a:defRPr sz="1300"/>
            </a:lvl7pPr>
            <a:lvl8pPr lvl="7">
              <a:spcBef>
                <a:spcPts val="0"/>
              </a:spcBef>
              <a:spcAft>
                <a:spcPts val="0"/>
              </a:spcAft>
              <a:buSzPts val="1000"/>
              <a:buNone/>
              <a:defRPr sz="1300"/>
            </a:lvl8pPr>
            <a:lvl9pPr lvl="8">
              <a:spcBef>
                <a:spcPts val="0"/>
              </a:spcBef>
              <a:spcAft>
                <a:spcPts val="0"/>
              </a:spcAft>
              <a:buSzPts val="1000"/>
              <a:buNone/>
              <a:defRPr sz="1300"/>
            </a:lvl9pPr>
          </a:lstStyle>
          <a:p>
            <a:endParaRPr/>
          </a:p>
        </p:txBody>
      </p:sp>
      <p:sp>
        <p:nvSpPr>
          <p:cNvPr id="167" name="Shape 167"/>
          <p:cNvSpPr txBox="1">
            <a:spLocks noGrp="1"/>
          </p:cNvSpPr>
          <p:nvPr>
            <p:ph type="body" idx="1"/>
          </p:nvPr>
        </p:nvSpPr>
        <p:spPr>
          <a:xfrm>
            <a:off x="242937" y="1269003"/>
            <a:ext cx="8656646" cy="2538574"/>
          </a:xfrm>
          <a:prstGeom prst="rect">
            <a:avLst/>
          </a:prstGeom>
          <a:noFill/>
          <a:ln>
            <a:noFill/>
          </a:ln>
        </p:spPr>
        <p:txBody>
          <a:bodyPr spcFirstLastPara="1" wrap="square" lIns="68550" tIns="68550" rIns="68550" bIns="68550" anchor="t" anchorCtr="0"/>
          <a:lstStyle>
            <a:lvl1pPr marL="457200" marR="0" lvl="0" indent="-228600" algn="l" rtl="0">
              <a:spcBef>
                <a:spcPts val="1800"/>
              </a:spcBef>
              <a:spcAft>
                <a:spcPts val="0"/>
              </a:spcAft>
              <a:buClr>
                <a:schemeClr val="accent1"/>
              </a:buClr>
              <a:buSzPts val="1200"/>
              <a:buFont typeface="Arial"/>
              <a:buNone/>
              <a:defRPr sz="1500" b="1" i="0" u="none" strike="noStrike" cap="none">
                <a:solidFill>
                  <a:schemeClr val="dk1"/>
                </a:solidFill>
                <a:latin typeface="Arial"/>
                <a:ea typeface="Arial"/>
                <a:cs typeface="Arial"/>
                <a:sym typeface="Arial"/>
              </a:defRPr>
            </a:lvl1pPr>
            <a:lvl2pPr marL="914400" marR="0" lvl="1" indent="-228600" algn="l" rtl="0">
              <a:spcBef>
                <a:spcPts val="400"/>
              </a:spcBef>
              <a:spcAft>
                <a:spcPts val="0"/>
              </a:spcAft>
              <a:buClr>
                <a:schemeClr val="accent1"/>
              </a:buClr>
              <a:buSzPts val="1200"/>
              <a:buFont typeface="Noto Sans Symbols"/>
              <a:buNone/>
              <a:defRPr sz="1500" b="0" i="0" u="none" strike="noStrike" cap="none">
                <a:solidFill>
                  <a:schemeClr val="dk1"/>
                </a:solidFill>
                <a:latin typeface="Arial"/>
                <a:ea typeface="Arial"/>
                <a:cs typeface="Arial"/>
                <a:sym typeface="Arial"/>
              </a:defRPr>
            </a:lvl2pPr>
            <a:lvl3pPr marL="1371600" marR="0" lvl="2" indent="-311150" algn="l" rtl="0">
              <a:spcBef>
                <a:spcPts val="300"/>
              </a:spcBef>
              <a:spcAft>
                <a:spcPts val="0"/>
              </a:spcAft>
              <a:buClr>
                <a:schemeClr val="accent1"/>
              </a:buClr>
              <a:buSzPts val="1300"/>
              <a:buFont typeface="Noto Sans Symbols"/>
              <a:buChar char="•"/>
              <a:defRPr sz="1300" b="0" i="0" u="none" strike="noStrike" cap="none">
                <a:solidFill>
                  <a:schemeClr val="dk1"/>
                </a:solidFill>
                <a:latin typeface="Arial"/>
                <a:ea typeface="Arial"/>
                <a:cs typeface="Arial"/>
                <a:sym typeface="Arial"/>
              </a:defRPr>
            </a:lvl3pPr>
            <a:lvl4pPr marL="1828800" marR="0" lvl="3" indent="-311150" algn="l" rtl="0">
              <a:spcBef>
                <a:spcPts val="300"/>
              </a:spcBef>
              <a:spcAft>
                <a:spcPts val="0"/>
              </a:spcAft>
              <a:buClr>
                <a:schemeClr val="dk1"/>
              </a:buClr>
              <a:buSzPts val="1300"/>
              <a:buFont typeface="Arial"/>
              <a:buChar char="–"/>
              <a:defRPr sz="1300" b="0" i="0" u="none" strike="noStrike" cap="none">
                <a:solidFill>
                  <a:schemeClr val="dk1"/>
                </a:solidFill>
                <a:latin typeface="Arial"/>
                <a:ea typeface="Arial"/>
                <a:cs typeface="Arial"/>
                <a:sym typeface="Arial"/>
              </a:defRPr>
            </a:lvl4pPr>
            <a:lvl5pPr marL="2286000" marR="0" lvl="4" indent="-304800" algn="l" rtl="0">
              <a:spcBef>
                <a:spcPts val="200"/>
              </a:spcBef>
              <a:spcAft>
                <a:spcPts val="0"/>
              </a:spcAft>
              <a:buClr>
                <a:schemeClr val="dk1"/>
              </a:buClr>
              <a:buSzPts val="1200"/>
              <a:buFont typeface="Courier New"/>
              <a:buChar char="o"/>
              <a:defRPr sz="1200" b="0" i="0" u="none" strike="noStrike" cap="none">
                <a:solidFill>
                  <a:schemeClr val="dk1"/>
                </a:solidFill>
                <a:latin typeface="Arial"/>
                <a:ea typeface="Arial"/>
                <a:cs typeface="Arial"/>
                <a:sym typeface="Arial"/>
              </a:defRPr>
            </a:lvl5pPr>
            <a:lvl6pPr marL="2743200" marR="0" lvl="5"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168"/>
        <p:cNvGrpSpPr/>
        <p:nvPr/>
      </p:nvGrpSpPr>
      <p:grpSpPr>
        <a:xfrm>
          <a:off x="0" y="0"/>
          <a:ext cx="0" cy="0"/>
          <a:chOff x="0" y="0"/>
          <a:chExt cx="0" cy="0"/>
        </a:xfrm>
      </p:grpSpPr>
      <p:pic>
        <p:nvPicPr>
          <p:cNvPr id="169" name="Shape 169"/>
          <p:cNvPicPr preferRelativeResize="0"/>
          <p:nvPr/>
        </p:nvPicPr>
        <p:blipFill/>
        <p:spPr>
          <a:xfrm>
            <a:off x="1191" y="1191"/>
            <a:ext cx="1190" cy="1190"/>
          </a:xfrm>
          <a:prstGeom prst="rect">
            <a:avLst/>
          </a:prstGeom>
          <a:solidFill>
            <a:srgbClr val="FFFFFF"/>
          </a:solidFill>
          <a:ln>
            <a:noFill/>
          </a:ln>
        </p:spPr>
      </p:pic>
      <p:sp>
        <p:nvSpPr>
          <p:cNvPr id="170" name="Shape 170"/>
          <p:cNvSpPr/>
          <p:nvPr/>
        </p:nvSpPr>
        <p:spPr>
          <a:xfrm>
            <a:off x="242937" y="0"/>
            <a:ext cx="8656646" cy="121501"/>
          </a:xfrm>
          <a:prstGeom prst="rect">
            <a:avLst/>
          </a:prstGeom>
          <a:solidFill>
            <a:schemeClr val="accent1"/>
          </a:solidFill>
          <a:ln>
            <a:noFill/>
          </a:ln>
        </p:spPr>
        <p:txBody>
          <a:bodyPr spcFirstLastPara="1" wrap="square" lIns="80350" tIns="64275" rIns="80350" bIns="64275" anchor="ctr" anchorCtr="0">
            <a:noAutofit/>
          </a:bodyPr>
          <a:lstStyle/>
          <a:p>
            <a:pPr marL="0" marR="0" lvl="0" indent="0" algn="ctr" rtl="0">
              <a:spcBef>
                <a:spcPts val="0"/>
              </a:spcBef>
              <a:spcAft>
                <a:spcPts val="0"/>
              </a:spcAft>
              <a:buNone/>
            </a:pPr>
            <a:endParaRPr sz="1400">
              <a:solidFill>
                <a:srgbClr val="000000"/>
              </a:solidFill>
              <a:latin typeface="Arial"/>
              <a:ea typeface="Arial"/>
              <a:cs typeface="Arial"/>
              <a:sym typeface="Arial"/>
            </a:endParaRPr>
          </a:p>
        </p:txBody>
      </p:sp>
      <p:sp>
        <p:nvSpPr>
          <p:cNvPr id="171" name="Shape 171"/>
          <p:cNvSpPr/>
          <p:nvPr/>
        </p:nvSpPr>
        <p:spPr>
          <a:xfrm>
            <a:off x="130181" y="815828"/>
            <a:ext cx="8852328" cy="243012"/>
          </a:xfrm>
          <a:prstGeom prst="rect">
            <a:avLst/>
          </a:prstGeom>
          <a:solidFill>
            <a:schemeClr val="lt1"/>
          </a:solidFill>
          <a:ln>
            <a:noFill/>
          </a:ln>
        </p:spPr>
        <p:txBody>
          <a:bodyPr spcFirstLastPara="1" wrap="square" lIns="67475" tIns="53975" rIns="67475" bIns="53975" anchor="ctr" anchorCtr="0">
            <a:noAutofit/>
          </a:bodyPr>
          <a:lstStyle/>
          <a:p>
            <a:pPr marL="0" marR="0" lvl="0" indent="0" algn="ctr" rtl="0">
              <a:spcBef>
                <a:spcPts val="0"/>
              </a:spcBef>
              <a:spcAft>
                <a:spcPts val="0"/>
              </a:spcAft>
              <a:buNone/>
            </a:pPr>
            <a:endParaRPr sz="1500">
              <a:solidFill>
                <a:srgbClr val="000000"/>
              </a:solidFill>
              <a:latin typeface="Arial"/>
              <a:ea typeface="Arial"/>
              <a:cs typeface="Arial"/>
              <a:sym typeface="Arial"/>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1_Discussion Panel">
  <p:cSld name="1_Discussion Panel">
    <p:spTree>
      <p:nvGrpSpPr>
        <p:cNvPr id="1" name="Shape 172"/>
        <p:cNvGrpSpPr/>
        <p:nvPr/>
      </p:nvGrpSpPr>
      <p:grpSpPr>
        <a:xfrm>
          <a:off x="0" y="0"/>
          <a:ext cx="0" cy="0"/>
          <a:chOff x="0" y="0"/>
          <a:chExt cx="0" cy="0"/>
        </a:xfrm>
      </p:grpSpPr>
      <p:sp>
        <p:nvSpPr>
          <p:cNvPr id="173" name="Shape 173"/>
          <p:cNvSpPr txBox="1">
            <a:spLocks noGrp="1"/>
          </p:cNvSpPr>
          <p:nvPr>
            <p:ph type="title"/>
          </p:nvPr>
        </p:nvSpPr>
        <p:spPr>
          <a:xfrm>
            <a:off x="242937" y="243000"/>
            <a:ext cx="8656646" cy="567001"/>
          </a:xfrm>
          <a:prstGeom prst="rect">
            <a:avLst/>
          </a:prstGeom>
          <a:noFill/>
          <a:ln>
            <a:noFill/>
          </a:ln>
        </p:spPr>
        <p:txBody>
          <a:bodyPr spcFirstLastPara="1" wrap="square" lIns="68550" tIns="68550" rIns="68550" bIns="68550" anchor="ctr" anchorCtr="0"/>
          <a:lstStyle>
            <a:lvl1pPr marR="0" lvl="0" algn="l" rtl="0">
              <a:spcBef>
                <a:spcPts val="0"/>
              </a:spcBef>
              <a:spcAft>
                <a:spcPts val="0"/>
              </a:spcAft>
              <a:buClr>
                <a:schemeClr val="accent2"/>
              </a:buClr>
              <a:buSzPts val="2100"/>
              <a:buFont typeface="Arial"/>
              <a:buNone/>
              <a:defRPr sz="2100" b="1" i="0" u="none" strike="noStrike" cap="none">
                <a:solidFill>
                  <a:schemeClr val="accent2"/>
                </a:solidFill>
                <a:latin typeface="Arial"/>
                <a:ea typeface="Arial"/>
                <a:cs typeface="Arial"/>
                <a:sym typeface="Arial"/>
              </a:defRPr>
            </a:lvl1pPr>
            <a:lvl2pPr lvl="1">
              <a:spcBef>
                <a:spcPts val="0"/>
              </a:spcBef>
              <a:spcAft>
                <a:spcPts val="0"/>
              </a:spcAft>
              <a:buSzPts val="1000"/>
              <a:buNone/>
              <a:defRPr sz="1300"/>
            </a:lvl2pPr>
            <a:lvl3pPr lvl="2">
              <a:spcBef>
                <a:spcPts val="0"/>
              </a:spcBef>
              <a:spcAft>
                <a:spcPts val="0"/>
              </a:spcAft>
              <a:buSzPts val="1000"/>
              <a:buNone/>
              <a:defRPr sz="1300"/>
            </a:lvl3pPr>
            <a:lvl4pPr lvl="3">
              <a:spcBef>
                <a:spcPts val="0"/>
              </a:spcBef>
              <a:spcAft>
                <a:spcPts val="0"/>
              </a:spcAft>
              <a:buSzPts val="1000"/>
              <a:buNone/>
              <a:defRPr sz="1300"/>
            </a:lvl4pPr>
            <a:lvl5pPr lvl="4">
              <a:spcBef>
                <a:spcPts val="0"/>
              </a:spcBef>
              <a:spcAft>
                <a:spcPts val="0"/>
              </a:spcAft>
              <a:buSzPts val="1000"/>
              <a:buNone/>
              <a:defRPr sz="1300"/>
            </a:lvl5pPr>
            <a:lvl6pPr lvl="5">
              <a:spcBef>
                <a:spcPts val="0"/>
              </a:spcBef>
              <a:spcAft>
                <a:spcPts val="0"/>
              </a:spcAft>
              <a:buSzPts val="1000"/>
              <a:buNone/>
              <a:defRPr sz="1300"/>
            </a:lvl6pPr>
            <a:lvl7pPr lvl="6">
              <a:spcBef>
                <a:spcPts val="0"/>
              </a:spcBef>
              <a:spcAft>
                <a:spcPts val="0"/>
              </a:spcAft>
              <a:buSzPts val="1000"/>
              <a:buNone/>
              <a:defRPr sz="1300"/>
            </a:lvl7pPr>
            <a:lvl8pPr lvl="7">
              <a:spcBef>
                <a:spcPts val="0"/>
              </a:spcBef>
              <a:spcAft>
                <a:spcPts val="0"/>
              </a:spcAft>
              <a:buSzPts val="1000"/>
              <a:buNone/>
              <a:defRPr sz="1300"/>
            </a:lvl8pPr>
            <a:lvl9pPr lvl="8">
              <a:spcBef>
                <a:spcPts val="0"/>
              </a:spcBef>
              <a:spcAft>
                <a:spcPts val="0"/>
              </a:spcAft>
              <a:buSzPts val="1000"/>
              <a:buNone/>
              <a:defRPr sz="1300"/>
            </a:lvl9pPr>
          </a:lstStyle>
          <a:p>
            <a:endParaRPr/>
          </a:p>
        </p:txBody>
      </p:sp>
      <p:sp>
        <p:nvSpPr>
          <p:cNvPr id="174" name="Shape 174"/>
          <p:cNvSpPr txBox="1">
            <a:spLocks noGrp="1"/>
          </p:cNvSpPr>
          <p:nvPr>
            <p:ph type="body" idx="1"/>
          </p:nvPr>
        </p:nvSpPr>
        <p:spPr>
          <a:xfrm>
            <a:off x="242937" y="1269003"/>
            <a:ext cx="8656646" cy="2538574"/>
          </a:xfrm>
          <a:prstGeom prst="rect">
            <a:avLst/>
          </a:prstGeom>
          <a:noFill/>
          <a:ln>
            <a:noFill/>
          </a:ln>
        </p:spPr>
        <p:txBody>
          <a:bodyPr spcFirstLastPara="1" wrap="square" lIns="68550" tIns="68550" rIns="68550" bIns="68550" anchor="t" anchorCtr="0"/>
          <a:lstStyle>
            <a:lvl1pPr marL="457200" marR="0" lvl="0" indent="-228600" algn="l" rtl="0">
              <a:spcBef>
                <a:spcPts val="1800"/>
              </a:spcBef>
              <a:spcAft>
                <a:spcPts val="0"/>
              </a:spcAft>
              <a:buClr>
                <a:schemeClr val="accent1"/>
              </a:buClr>
              <a:buSzPts val="1200"/>
              <a:buFont typeface="Arial"/>
              <a:buNone/>
              <a:defRPr sz="1500" b="1" i="0" u="none" strike="noStrike" cap="none">
                <a:solidFill>
                  <a:schemeClr val="dk1"/>
                </a:solidFill>
                <a:latin typeface="Arial"/>
                <a:ea typeface="Arial"/>
                <a:cs typeface="Arial"/>
                <a:sym typeface="Arial"/>
              </a:defRPr>
            </a:lvl1pPr>
            <a:lvl2pPr marL="914400" marR="0" lvl="1" indent="-228600" algn="l" rtl="0">
              <a:spcBef>
                <a:spcPts val="400"/>
              </a:spcBef>
              <a:spcAft>
                <a:spcPts val="0"/>
              </a:spcAft>
              <a:buClr>
                <a:schemeClr val="accent1"/>
              </a:buClr>
              <a:buSzPts val="1200"/>
              <a:buFont typeface="Noto Sans Symbols"/>
              <a:buNone/>
              <a:defRPr sz="1500" b="0" i="0" u="none" strike="noStrike" cap="none">
                <a:solidFill>
                  <a:schemeClr val="dk1"/>
                </a:solidFill>
                <a:latin typeface="Arial"/>
                <a:ea typeface="Arial"/>
                <a:cs typeface="Arial"/>
                <a:sym typeface="Arial"/>
              </a:defRPr>
            </a:lvl2pPr>
            <a:lvl3pPr marL="1371600" marR="0" lvl="2" indent="-311150" algn="l" rtl="0">
              <a:spcBef>
                <a:spcPts val="300"/>
              </a:spcBef>
              <a:spcAft>
                <a:spcPts val="0"/>
              </a:spcAft>
              <a:buClr>
                <a:schemeClr val="accent1"/>
              </a:buClr>
              <a:buSzPts val="1300"/>
              <a:buFont typeface="Noto Sans Symbols"/>
              <a:buChar char="•"/>
              <a:defRPr sz="1300" b="0" i="0" u="none" strike="noStrike" cap="none">
                <a:solidFill>
                  <a:schemeClr val="dk1"/>
                </a:solidFill>
                <a:latin typeface="Arial"/>
                <a:ea typeface="Arial"/>
                <a:cs typeface="Arial"/>
                <a:sym typeface="Arial"/>
              </a:defRPr>
            </a:lvl3pPr>
            <a:lvl4pPr marL="1828800" marR="0" lvl="3" indent="-311150" algn="l" rtl="0">
              <a:spcBef>
                <a:spcPts val="300"/>
              </a:spcBef>
              <a:spcAft>
                <a:spcPts val="0"/>
              </a:spcAft>
              <a:buClr>
                <a:schemeClr val="dk1"/>
              </a:buClr>
              <a:buSzPts val="1300"/>
              <a:buFont typeface="Arial"/>
              <a:buChar char="–"/>
              <a:defRPr sz="1300" b="0" i="0" u="none" strike="noStrike" cap="none">
                <a:solidFill>
                  <a:schemeClr val="dk1"/>
                </a:solidFill>
                <a:latin typeface="Arial"/>
                <a:ea typeface="Arial"/>
                <a:cs typeface="Arial"/>
                <a:sym typeface="Arial"/>
              </a:defRPr>
            </a:lvl4pPr>
            <a:lvl5pPr marL="2286000" marR="0" lvl="4" indent="-304800" algn="l" rtl="0">
              <a:spcBef>
                <a:spcPts val="200"/>
              </a:spcBef>
              <a:spcAft>
                <a:spcPts val="0"/>
              </a:spcAft>
              <a:buClr>
                <a:schemeClr val="dk1"/>
              </a:buClr>
              <a:buSzPts val="1200"/>
              <a:buFont typeface="Courier New"/>
              <a:buChar char="o"/>
              <a:defRPr sz="1200" b="0" i="0" u="none" strike="noStrike" cap="none">
                <a:solidFill>
                  <a:schemeClr val="dk1"/>
                </a:solidFill>
                <a:latin typeface="Arial"/>
                <a:ea typeface="Arial"/>
                <a:cs typeface="Arial"/>
                <a:sym typeface="Arial"/>
              </a:defRPr>
            </a:lvl5pPr>
            <a:lvl6pPr marL="2743200" marR="0" lvl="5"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matchingName="Contact / Thank You">
  <p:cSld name="Contact / Thank You">
    <p:bg>
      <p:bgPr>
        <a:solidFill>
          <a:schemeClr val="lt1"/>
        </a:solidFill>
        <a:effectLst/>
      </p:bgPr>
    </p:bg>
    <p:spTree>
      <p:nvGrpSpPr>
        <p:cNvPr id="1" name="Shape 175"/>
        <p:cNvGrpSpPr/>
        <p:nvPr/>
      </p:nvGrpSpPr>
      <p:grpSpPr>
        <a:xfrm>
          <a:off x="0" y="0"/>
          <a:ext cx="0" cy="0"/>
          <a:chOff x="0" y="0"/>
          <a:chExt cx="0" cy="0"/>
        </a:xfrm>
      </p:grpSpPr>
      <p:pic>
        <p:nvPicPr>
          <p:cNvPr id="176" name="Shape 176"/>
          <p:cNvPicPr preferRelativeResize="0"/>
          <p:nvPr/>
        </p:nvPicPr>
        <p:blipFill/>
        <p:spPr>
          <a:xfrm>
            <a:off x="1191" y="1191"/>
            <a:ext cx="1190" cy="1190"/>
          </a:xfrm>
          <a:prstGeom prst="rect">
            <a:avLst/>
          </a:prstGeom>
          <a:solidFill>
            <a:srgbClr val="FFFFFF"/>
          </a:solidFill>
          <a:ln>
            <a:noFill/>
          </a:ln>
        </p:spPr>
      </p:pic>
      <p:sp>
        <p:nvSpPr>
          <p:cNvPr id="177" name="Shape 177"/>
          <p:cNvSpPr txBox="1">
            <a:spLocks noGrp="1"/>
          </p:cNvSpPr>
          <p:nvPr>
            <p:ph type="ctrTitle"/>
          </p:nvPr>
        </p:nvSpPr>
        <p:spPr>
          <a:xfrm>
            <a:off x="242937" y="1833303"/>
            <a:ext cx="5398594" cy="692338"/>
          </a:xfrm>
          <a:prstGeom prst="rect">
            <a:avLst/>
          </a:prstGeom>
          <a:noFill/>
          <a:ln>
            <a:noFill/>
          </a:ln>
        </p:spPr>
        <p:txBody>
          <a:bodyPr spcFirstLastPara="1" wrap="square" lIns="68550" tIns="68550" rIns="68550" bIns="68550" anchor="t" anchorCtr="0"/>
          <a:lstStyle>
            <a:lvl1pPr marR="0" lvl="0" algn="l" rtl="0">
              <a:spcBef>
                <a:spcPts val="0"/>
              </a:spcBef>
              <a:spcAft>
                <a:spcPts val="0"/>
              </a:spcAft>
              <a:buClr>
                <a:schemeClr val="dk1"/>
              </a:buClr>
              <a:buSzPts val="4500"/>
              <a:buFont typeface="Arial"/>
              <a:buNone/>
              <a:defRPr sz="4500" b="1" i="0" u="none" strike="noStrike" cap="none">
                <a:solidFill>
                  <a:schemeClr val="dk1"/>
                </a:solidFill>
                <a:latin typeface="Arial"/>
                <a:ea typeface="Arial"/>
                <a:cs typeface="Arial"/>
                <a:sym typeface="Arial"/>
              </a:defRPr>
            </a:lvl1pPr>
            <a:lvl2pPr lvl="1">
              <a:spcBef>
                <a:spcPts val="0"/>
              </a:spcBef>
              <a:spcAft>
                <a:spcPts val="0"/>
              </a:spcAft>
              <a:buSzPts val="1000"/>
              <a:buNone/>
              <a:defRPr sz="1300"/>
            </a:lvl2pPr>
            <a:lvl3pPr lvl="2">
              <a:spcBef>
                <a:spcPts val="0"/>
              </a:spcBef>
              <a:spcAft>
                <a:spcPts val="0"/>
              </a:spcAft>
              <a:buSzPts val="1000"/>
              <a:buNone/>
              <a:defRPr sz="1300"/>
            </a:lvl3pPr>
            <a:lvl4pPr lvl="3">
              <a:spcBef>
                <a:spcPts val="0"/>
              </a:spcBef>
              <a:spcAft>
                <a:spcPts val="0"/>
              </a:spcAft>
              <a:buSzPts val="1000"/>
              <a:buNone/>
              <a:defRPr sz="1300"/>
            </a:lvl4pPr>
            <a:lvl5pPr lvl="4">
              <a:spcBef>
                <a:spcPts val="0"/>
              </a:spcBef>
              <a:spcAft>
                <a:spcPts val="0"/>
              </a:spcAft>
              <a:buSzPts val="1000"/>
              <a:buNone/>
              <a:defRPr sz="1300"/>
            </a:lvl5pPr>
            <a:lvl6pPr lvl="5">
              <a:spcBef>
                <a:spcPts val="0"/>
              </a:spcBef>
              <a:spcAft>
                <a:spcPts val="0"/>
              </a:spcAft>
              <a:buSzPts val="1000"/>
              <a:buNone/>
              <a:defRPr sz="1300"/>
            </a:lvl6pPr>
            <a:lvl7pPr lvl="6">
              <a:spcBef>
                <a:spcPts val="0"/>
              </a:spcBef>
              <a:spcAft>
                <a:spcPts val="0"/>
              </a:spcAft>
              <a:buSzPts val="1000"/>
              <a:buNone/>
              <a:defRPr sz="1300"/>
            </a:lvl7pPr>
            <a:lvl8pPr lvl="7">
              <a:spcBef>
                <a:spcPts val="0"/>
              </a:spcBef>
              <a:spcAft>
                <a:spcPts val="0"/>
              </a:spcAft>
              <a:buSzPts val="1000"/>
              <a:buNone/>
              <a:defRPr sz="1300"/>
            </a:lvl8pPr>
            <a:lvl9pPr lvl="8">
              <a:spcBef>
                <a:spcPts val="0"/>
              </a:spcBef>
              <a:spcAft>
                <a:spcPts val="0"/>
              </a:spcAft>
              <a:buSzPts val="1000"/>
              <a:buNone/>
              <a:defRPr sz="1300"/>
            </a:lvl9pPr>
          </a:lstStyle>
          <a:p>
            <a:endParaRPr/>
          </a:p>
        </p:txBody>
      </p:sp>
      <p:sp>
        <p:nvSpPr>
          <p:cNvPr id="178" name="Shape 178"/>
          <p:cNvSpPr/>
          <p:nvPr/>
        </p:nvSpPr>
        <p:spPr>
          <a:xfrm>
            <a:off x="242937" y="0"/>
            <a:ext cx="8656646" cy="121501"/>
          </a:xfrm>
          <a:prstGeom prst="rect">
            <a:avLst/>
          </a:prstGeom>
          <a:solidFill>
            <a:schemeClr val="accent1"/>
          </a:solidFill>
          <a:ln>
            <a:noFill/>
          </a:ln>
        </p:spPr>
        <p:txBody>
          <a:bodyPr spcFirstLastPara="1" wrap="square" lIns="80350" tIns="64275" rIns="80350" bIns="64275" anchor="ctr" anchorCtr="0">
            <a:noAutofit/>
          </a:bodyPr>
          <a:lstStyle/>
          <a:p>
            <a:pPr marL="0" marR="0" lvl="0" indent="0" algn="ctr" rtl="0">
              <a:spcBef>
                <a:spcPts val="0"/>
              </a:spcBef>
              <a:spcAft>
                <a:spcPts val="0"/>
              </a:spcAft>
              <a:buNone/>
            </a:pPr>
            <a:endParaRPr sz="1400">
              <a:solidFill>
                <a:srgbClr val="000000"/>
              </a:solidFill>
              <a:latin typeface="Arial"/>
              <a:ea typeface="Arial"/>
              <a:cs typeface="Arial"/>
              <a:sym typeface="Arial"/>
            </a:endParaRPr>
          </a:p>
        </p:txBody>
      </p:sp>
      <p:pic>
        <p:nvPicPr>
          <p:cNvPr id="179" name="Shape 179"/>
          <p:cNvPicPr preferRelativeResize="0"/>
          <p:nvPr/>
        </p:nvPicPr>
        <p:blipFill rotWithShape="1">
          <a:blip r:embed="rId2">
            <a:alphaModFix/>
          </a:blip>
          <a:srcRect/>
          <a:stretch/>
        </p:blipFill>
        <p:spPr>
          <a:xfrm>
            <a:off x="244014" y="358973"/>
            <a:ext cx="1374780" cy="680223"/>
          </a:xfrm>
          <a:prstGeom prst="rect">
            <a:avLst/>
          </a:prstGeom>
          <a:noFill/>
          <a:ln>
            <a:noFill/>
          </a:ln>
        </p:spPr>
      </p:pic>
      <p:sp>
        <p:nvSpPr>
          <p:cNvPr id="180" name="Shape 180"/>
          <p:cNvSpPr txBox="1">
            <a:spLocks noGrp="1"/>
          </p:cNvSpPr>
          <p:nvPr>
            <p:ph type="body" idx="1"/>
          </p:nvPr>
        </p:nvSpPr>
        <p:spPr>
          <a:xfrm>
            <a:off x="242937" y="3176617"/>
            <a:ext cx="8656646" cy="1384676"/>
          </a:xfrm>
          <a:prstGeom prst="rect">
            <a:avLst/>
          </a:prstGeom>
          <a:noFill/>
          <a:ln>
            <a:noFill/>
          </a:ln>
        </p:spPr>
        <p:txBody>
          <a:bodyPr spcFirstLastPara="1" wrap="square" lIns="68550" tIns="68550" rIns="68550" bIns="68550" anchor="b" anchorCtr="0"/>
          <a:lstStyle>
            <a:lvl1pPr marL="457200" marR="0" lvl="0" indent="-228600" algn="l" rtl="0">
              <a:spcBef>
                <a:spcPts val="0"/>
              </a:spcBef>
              <a:spcAft>
                <a:spcPts val="0"/>
              </a:spcAft>
              <a:buClr>
                <a:schemeClr val="accent1"/>
              </a:buClr>
              <a:buSzPts val="1200"/>
              <a:buFont typeface="Arial"/>
              <a:buNone/>
              <a:defRPr sz="1500" b="0" i="0" u="none" strike="noStrike" cap="none">
                <a:solidFill>
                  <a:schemeClr val="dk1"/>
                </a:solidFill>
                <a:latin typeface="Arial"/>
                <a:ea typeface="Arial"/>
                <a:cs typeface="Arial"/>
                <a:sym typeface="Arial"/>
              </a:defRPr>
            </a:lvl1pPr>
            <a:lvl2pPr marL="914400" marR="0" lvl="1" indent="-228600" algn="l" rtl="0">
              <a:spcBef>
                <a:spcPts val="400"/>
              </a:spcBef>
              <a:spcAft>
                <a:spcPts val="0"/>
              </a:spcAft>
              <a:buClr>
                <a:schemeClr val="accent1"/>
              </a:buClr>
              <a:buSzPts val="1200"/>
              <a:buFont typeface="Noto Sans Symbols"/>
              <a:buNone/>
              <a:defRPr sz="1500" b="0" i="0" u="none" strike="noStrike" cap="none">
                <a:solidFill>
                  <a:schemeClr val="dk1"/>
                </a:solidFill>
                <a:latin typeface="Arial"/>
                <a:ea typeface="Arial"/>
                <a:cs typeface="Arial"/>
                <a:sym typeface="Arial"/>
              </a:defRPr>
            </a:lvl2pPr>
            <a:lvl3pPr marL="1371600" marR="0" lvl="2" indent="-311150" algn="l" rtl="0">
              <a:spcBef>
                <a:spcPts val="300"/>
              </a:spcBef>
              <a:spcAft>
                <a:spcPts val="0"/>
              </a:spcAft>
              <a:buClr>
                <a:schemeClr val="accent1"/>
              </a:buClr>
              <a:buSzPts val="1300"/>
              <a:buFont typeface="Noto Sans Symbols"/>
              <a:buChar char="•"/>
              <a:defRPr sz="1300" b="0" i="0" u="none" strike="noStrike" cap="none">
                <a:solidFill>
                  <a:schemeClr val="dk1"/>
                </a:solidFill>
                <a:latin typeface="Arial"/>
                <a:ea typeface="Arial"/>
                <a:cs typeface="Arial"/>
                <a:sym typeface="Arial"/>
              </a:defRPr>
            </a:lvl3pPr>
            <a:lvl4pPr marL="1828800" marR="0" lvl="3" indent="-311150" algn="l" rtl="0">
              <a:spcBef>
                <a:spcPts val="300"/>
              </a:spcBef>
              <a:spcAft>
                <a:spcPts val="0"/>
              </a:spcAft>
              <a:buClr>
                <a:schemeClr val="dk1"/>
              </a:buClr>
              <a:buSzPts val="1300"/>
              <a:buFont typeface="Arial"/>
              <a:buChar char="–"/>
              <a:defRPr sz="1300" b="0" i="0" u="none" strike="noStrike" cap="none">
                <a:solidFill>
                  <a:schemeClr val="dk1"/>
                </a:solidFill>
                <a:latin typeface="Arial"/>
                <a:ea typeface="Arial"/>
                <a:cs typeface="Arial"/>
                <a:sym typeface="Arial"/>
              </a:defRPr>
            </a:lvl4pPr>
            <a:lvl5pPr marL="2286000" marR="0" lvl="4" indent="-304800" algn="l" rtl="0">
              <a:spcBef>
                <a:spcPts val="200"/>
              </a:spcBef>
              <a:spcAft>
                <a:spcPts val="0"/>
              </a:spcAft>
              <a:buClr>
                <a:schemeClr val="dk1"/>
              </a:buClr>
              <a:buSzPts val="1200"/>
              <a:buFont typeface="Courier New"/>
              <a:buChar char="o"/>
              <a:defRPr sz="1200" b="0" i="0" u="none" strike="noStrike" cap="none">
                <a:solidFill>
                  <a:schemeClr val="dk1"/>
                </a:solidFill>
                <a:latin typeface="Arial"/>
                <a:ea typeface="Arial"/>
                <a:cs typeface="Arial"/>
                <a:sym typeface="Arial"/>
              </a:defRPr>
            </a:lvl5pPr>
            <a:lvl6pPr marL="2743200" marR="0" lvl="5"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Copyright german">
  <p:cSld name="Copyright german">
    <p:bg>
      <p:bgPr>
        <a:solidFill>
          <a:schemeClr val="lt1"/>
        </a:solidFill>
        <a:effectLst/>
      </p:bgPr>
    </p:bg>
    <p:spTree>
      <p:nvGrpSpPr>
        <p:cNvPr id="1" name="Shape 181"/>
        <p:cNvGrpSpPr/>
        <p:nvPr/>
      </p:nvGrpSpPr>
      <p:grpSpPr>
        <a:xfrm>
          <a:off x="0" y="0"/>
          <a:ext cx="0" cy="0"/>
          <a:chOff x="0" y="0"/>
          <a:chExt cx="0" cy="0"/>
        </a:xfrm>
      </p:grpSpPr>
      <p:pic>
        <p:nvPicPr>
          <p:cNvPr id="182" name="Shape 182"/>
          <p:cNvPicPr preferRelativeResize="0"/>
          <p:nvPr/>
        </p:nvPicPr>
        <p:blipFill/>
        <p:spPr>
          <a:xfrm>
            <a:off x="1191" y="1191"/>
            <a:ext cx="1190" cy="1190"/>
          </a:xfrm>
          <a:prstGeom prst="rect">
            <a:avLst/>
          </a:prstGeom>
          <a:solidFill>
            <a:srgbClr val="FFFFFF"/>
          </a:solidFill>
          <a:ln>
            <a:noFill/>
          </a:ln>
        </p:spPr>
      </p:pic>
      <p:sp>
        <p:nvSpPr>
          <p:cNvPr id="183" name="Shape 183"/>
          <p:cNvSpPr txBox="1"/>
          <p:nvPr/>
        </p:nvSpPr>
        <p:spPr>
          <a:xfrm>
            <a:off x="242937" y="243000"/>
            <a:ext cx="8658238" cy="567001"/>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de" sz="2200" b="1" dirty="0">
                <a:solidFill>
                  <a:srgbClr val="666666"/>
                </a:solidFill>
                <a:latin typeface="Arial"/>
                <a:ea typeface="Arial"/>
                <a:cs typeface="Arial"/>
                <a:sym typeface="Arial"/>
              </a:rPr>
              <a:t>© 2018 SAP SE oder ein SAP-Konzernunternehmen. </a:t>
            </a:r>
            <a:br>
              <a:rPr lang="de" sz="2200" b="1" dirty="0">
                <a:solidFill>
                  <a:srgbClr val="666666"/>
                </a:solidFill>
                <a:latin typeface="Arial"/>
                <a:ea typeface="Arial"/>
                <a:cs typeface="Arial"/>
                <a:sym typeface="Arial"/>
              </a:rPr>
            </a:br>
            <a:r>
              <a:rPr lang="de" sz="2200" b="1" dirty="0">
                <a:solidFill>
                  <a:srgbClr val="666666"/>
                </a:solidFill>
                <a:latin typeface="Arial"/>
                <a:ea typeface="Arial"/>
                <a:cs typeface="Arial"/>
                <a:sym typeface="Arial"/>
              </a:rPr>
              <a:t>Alle Rechte vorbehalten.</a:t>
            </a:r>
            <a:endParaRPr sz="1000" dirty="0"/>
          </a:p>
        </p:txBody>
      </p:sp>
      <p:sp>
        <p:nvSpPr>
          <p:cNvPr id="184" name="Shape 184"/>
          <p:cNvSpPr txBox="1"/>
          <p:nvPr/>
        </p:nvSpPr>
        <p:spPr>
          <a:xfrm>
            <a:off x="242936" y="1268709"/>
            <a:ext cx="8658239" cy="3207834"/>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de" sz="900">
                <a:solidFill>
                  <a:srgbClr val="000000"/>
                </a:solidFill>
                <a:latin typeface="Arial"/>
                <a:ea typeface="Arial"/>
                <a:cs typeface="Arial"/>
                <a:sym typeface="Arial"/>
              </a:rPr>
              <a:t>Weitergabe und Vervielfältigung dieser Publikation oder von Teilen daraus sind, zu welchem Zweck und in welcher Form auch immer, ohne die ausdrückliche schriftliche Genehmigung durch SAP SE oder ein SAP-Konzernunternehmen nicht gestattet.</a:t>
            </a:r>
            <a:endParaRPr sz="1000"/>
          </a:p>
          <a:p>
            <a:pPr marL="0" marR="0" lvl="0" indent="0" algn="l" rtl="0">
              <a:spcBef>
                <a:spcPts val="900"/>
              </a:spcBef>
              <a:spcAft>
                <a:spcPts val="0"/>
              </a:spcAft>
              <a:buNone/>
            </a:pPr>
            <a:r>
              <a:rPr lang="de" sz="900">
                <a:solidFill>
                  <a:srgbClr val="000000"/>
                </a:solidFill>
                <a:latin typeface="Arial"/>
                <a:ea typeface="Arial"/>
                <a:cs typeface="Arial"/>
                <a:sym typeface="Arial"/>
              </a:rPr>
              <a:t>SAP und andere in diesem Dokument erwähnte Produkte und Dienstleistungen von SAP sowie die dazugehörigen Logos sind Marken oder eingetragene Marken der </a:t>
            </a:r>
            <a:br>
              <a:rPr lang="de" sz="900">
                <a:solidFill>
                  <a:srgbClr val="000000"/>
                </a:solidFill>
                <a:latin typeface="Arial"/>
                <a:ea typeface="Arial"/>
                <a:cs typeface="Arial"/>
                <a:sym typeface="Arial"/>
              </a:rPr>
            </a:br>
            <a:r>
              <a:rPr lang="de" sz="900">
                <a:solidFill>
                  <a:srgbClr val="000000"/>
                </a:solidFill>
                <a:latin typeface="Arial"/>
                <a:ea typeface="Arial"/>
                <a:cs typeface="Arial"/>
                <a:sym typeface="Arial"/>
              </a:rPr>
              <a:t>SAP SE (oder von einem SAP-Konzernunternehmen) in Deutschland und verschiedenen anderen Ländern weltweit. </a:t>
            </a:r>
            <a:br>
              <a:rPr lang="de" sz="900">
                <a:solidFill>
                  <a:srgbClr val="000000"/>
                </a:solidFill>
                <a:latin typeface="Arial"/>
                <a:ea typeface="Arial"/>
                <a:cs typeface="Arial"/>
                <a:sym typeface="Arial"/>
              </a:rPr>
            </a:br>
            <a:r>
              <a:rPr lang="de" sz="900">
                <a:solidFill>
                  <a:srgbClr val="000000"/>
                </a:solidFill>
                <a:latin typeface="Arial"/>
                <a:ea typeface="Arial"/>
                <a:cs typeface="Arial"/>
                <a:sym typeface="Arial"/>
              </a:rPr>
              <a:t>Weitere Hinweise und Informationen zum Markenrecht finden Sie unter </a:t>
            </a:r>
            <a:r>
              <a:rPr lang="de" sz="900" u="sng">
                <a:solidFill>
                  <a:schemeClr val="hlink"/>
                </a:solidFill>
                <a:latin typeface="Arial"/>
                <a:ea typeface="Arial"/>
                <a:cs typeface="Arial"/>
                <a:sym typeface="Arial"/>
                <a:hlinkClick r:id="rId2"/>
              </a:rPr>
              <a:t>http://global.sap.com/corporate-de/legal/copyright/index.epx</a:t>
            </a:r>
            <a:r>
              <a:rPr lang="de" sz="900">
                <a:solidFill>
                  <a:srgbClr val="000000"/>
                </a:solidFill>
                <a:latin typeface="Arial"/>
                <a:ea typeface="Arial"/>
                <a:cs typeface="Arial"/>
                <a:sym typeface="Arial"/>
              </a:rPr>
              <a:t>.</a:t>
            </a:r>
            <a:endParaRPr sz="1000"/>
          </a:p>
          <a:p>
            <a:pPr marL="0" marR="0" lvl="0" indent="0" algn="l" rtl="0">
              <a:spcBef>
                <a:spcPts val="900"/>
              </a:spcBef>
              <a:spcAft>
                <a:spcPts val="0"/>
              </a:spcAft>
              <a:buNone/>
            </a:pPr>
            <a:r>
              <a:rPr lang="de" sz="900">
                <a:solidFill>
                  <a:srgbClr val="000000"/>
                </a:solidFill>
                <a:latin typeface="Arial"/>
                <a:ea typeface="Arial"/>
                <a:cs typeface="Arial"/>
                <a:sym typeface="Arial"/>
              </a:rPr>
              <a:t>Die von SAP SE oder deren Vertriebsfirmen angebotenen Softwareprodukte können Softwarekomponenten auch anderer Softwarehersteller enthalten.</a:t>
            </a:r>
            <a:endParaRPr sz="1000"/>
          </a:p>
          <a:p>
            <a:pPr marL="0" marR="0" lvl="0" indent="0" algn="l" rtl="0">
              <a:spcBef>
                <a:spcPts val="900"/>
              </a:spcBef>
              <a:spcAft>
                <a:spcPts val="0"/>
              </a:spcAft>
              <a:buNone/>
            </a:pPr>
            <a:r>
              <a:rPr lang="de" sz="900">
                <a:solidFill>
                  <a:srgbClr val="000000"/>
                </a:solidFill>
                <a:latin typeface="Arial"/>
                <a:ea typeface="Arial"/>
                <a:cs typeface="Arial"/>
                <a:sym typeface="Arial"/>
              </a:rPr>
              <a:t>Produkte können länderspezifische Unterschiede aufweisen.</a:t>
            </a:r>
            <a:endParaRPr sz="1000"/>
          </a:p>
          <a:p>
            <a:pPr marL="0" marR="0" lvl="0" indent="0" algn="l" rtl="0">
              <a:spcBef>
                <a:spcPts val="900"/>
              </a:spcBef>
              <a:spcAft>
                <a:spcPts val="0"/>
              </a:spcAft>
              <a:buNone/>
            </a:pPr>
            <a:r>
              <a:rPr lang="de" sz="900">
                <a:solidFill>
                  <a:srgbClr val="000000"/>
                </a:solidFill>
                <a:latin typeface="Arial"/>
                <a:ea typeface="Arial"/>
                <a:cs typeface="Arial"/>
                <a:sym typeface="Arial"/>
              </a:rPr>
              <a:t>Die vorliegenden Unterlagen werden von der SAP SE oder einem SAP-Konzernunternehmen bereitgestellt und dienen ausschließlich zu Informationszwecken. </a:t>
            </a:r>
            <a:br>
              <a:rPr lang="de" sz="900">
                <a:solidFill>
                  <a:srgbClr val="000000"/>
                </a:solidFill>
                <a:latin typeface="Arial"/>
                <a:ea typeface="Arial"/>
                <a:cs typeface="Arial"/>
                <a:sym typeface="Arial"/>
              </a:rPr>
            </a:br>
            <a:r>
              <a:rPr lang="de" sz="900">
                <a:solidFill>
                  <a:srgbClr val="000000"/>
                </a:solidFill>
                <a:latin typeface="Arial"/>
                <a:ea typeface="Arial"/>
                <a:cs typeface="Arial"/>
                <a:sym typeface="Arial"/>
              </a:rPr>
              <a:t>Die SAP SE oder ihre Konzernunternehmen übernehmen keinerlei Haftung oder Gewährleistung für Fehler oder Unvollständigkeiten in  dieser Publikation. </a:t>
            </a:r>
            <a:br>
              <a:rPr lang="de" sz="900">
                <a:solidFill>
                  <a:srgbClr val="000000"/>
                </a:solidFill>
                <a:latin typeface="Arial"/>
                <a:ea typeface="Arial"/>
                <a:cs typeface="Arial"/>
                <a:sym typeface="Arial"/>
              </a:rPr>
            </a:br>
            <a:r>
              <a:rPr lang="de" sz="900">
                <a:solidFill>
                  <a:srgbClr val="000000"/>
                </a:solidFill>
                <a:latin typeface="Arial"/>
                <a:ea typeface="Arial"/>
                <a:cs typeface="Arial"/>
                <a:sym typeface="Arial"/>
              </a:rPr>
              <a:t>Die SAP SE oder ein SAP-Konzernunternehmen steht lediglich für Produkte und Dienstleistungen nach der Maßgabe ein, die in der Vereinbarung über die jeweiligen Produkte und Dienstleistungen ausdrücklich geregelt ist. Keine der hierin enthaltenen Informationen ist als zusätzliche Garantie zu interpretieren. 	 </a:t>
            </a:r>
            <a:endParaRPr sz="1000"/>
          </a:p>
          <a:p>
            <a:pPr marL="0" marR="0" lvl="0" indent="0" algn="l" rtl="0">
              <a:spcBef>
                <a:spcPts val="900"/>
              </a:spcBef>
              <a:spcAft>
                <a:spcPts val="0"/>
              </a:spcAft>
              <a:buNone/>
            </a:pPr>
            <a:r>
              <a:rPr lang="de" sz="900">
                <a:solidFill>
                  <a:srgbClr val="000000"/>
                </a:solidFill>
                <a:latin typeface="Arial"/>
                <a:ea typeface="Arial"/>
                <a:cs typeface="Arial"/>
                <a:sym typeface="Arial"/>
              </a:rPr>
              <a:t>Insbesondere sind die SAP SE oder ihre Konzernunternehmen in keiner Weise verpflichtet, in dieser Publikation oder einer zugehörigen Präsentation dargestellte Geschäftsabläufe zu verfolgen oder hierin wiedergegebene Funktionen zu entwickeln oder zu veröffentlichen. Diese Publikation oder eine zugehörige Präsentation, </a:t>
            </a:r>
            <a:br>
              <a:rPr lang="de" sz="900">
                <a:solidFill>
                  <a:srgbClr val="000000"/>
                </a:solidFill>
                <a:latin typeface="Arial"/>
                <a:ea typeface="Arial"/>
                <a:cs typeface="Arial"/>
                <a:sym typeface="Arial"/>
              </a:rPr>
            </a:br>
            <a:r>
              <a:rPr lang="de" sz="900">
                <a:solidFill>
                  <a:srgbClr val="000000"/>
                </a:solidFill>
                <a:latin typeface="Arial"/>
                <a:ea typeface="Arial"/>
                <a:cs typeface="Arial"/>
                <a:sym typeface="Arial"/>
              </a:rPr>
              <a:t>die Strategie und etwaige künftige Entwicklungen, Produkte und/oder Plattformen der SAP SE oder ihrer Konzernunternehmen können von der SAP SE oder ihren Konzernunternehmen jederzeit und ohne Angabe von Gründen unangekündigt geändert werden. </a:t>
            </a:r>
            <a:br>
              <a:rPr lang="de" sz="900">
                <a:solidFill>
                  <a:srgbClr val="000000"/>
                </a:solidFill>
                <a:latin typeface="Arial"/>
                <a:ea typeface="Arial"/>
                <a:cs typeface="Arial"/>
                <a:sym typeface="Arial"/>
              </a:rPr>
            </a:br>
            <a:r>
              <a:rPr lang="de" sz="900">
                <a:solidFill>
                  <a:srgbClr val="000000"/>
                </a:solidFill>
                <a:latin typeface="Arial"/>
                <a:ea typeface="Arial"/>
                <a:cs typeface="Arial"/>
                <a:sym typeface="Arial"/>
              </a:rPr>
              <a:t>Die in dieser Publikation enthaltenen Informationen stellen keine Zusage, kein Versprechen und keine rechtliche Verpflichtung zur Lieferung von Material, Code oder Funktionen dar. Sämtliche vorausschauenden Aussagen unterliegen unterschiedlichen Risiken und Unsicherheiten, durch die die tatsächlichen Ergebnisse von den Erwartungen abweichen können. Die vorausschauenden Aussagen geben die Sicht zu dem Zeitpunkt wieder, zu dem sie getätigt wurden. Dem Leser wird empfohlen, diesen Aussagen kein übertriebenes Vertrauen zu schenken und sich bei Kaufentscheidungen nicht auf sie zu stützen.</a:t>
            </a:r>
            <a:endParaRPr sz="100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3" Type="http://schemas.openxmlformats.org/officeDocument/2006/relationships/slideLayout" Target="../slideLayouts/slideLayout14.xml"/><Relationship Id="rId21" Type="http://schemas.openxmlformats.org/officeDocument/2006/relationships/slideLayout" Target="../slideLayouts/slideLayout32.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theme" Target="../theme/theme2.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slideLayout" Target="../slideLayouts/slideLayout31.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24" Type="http://schemas.openxmlformats.org/officeDocument/2006/relationships/slideLayout" Target="../slideLayouts/slideLayout35.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Shape 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Shape 7"/>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8" name="Shape 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spcBef>
                <a:spcPts val="0"/>
              </a:spcBef>
              <a:spcAft>
                <a:spcPts val="0"/>
              </a:spcAft>
              <a:buNone/>
            </a:pPr>
            <a:fld id="{00000000-1234-1234-1234-123412341234}" type="slidenum">
              <a:rPr lang="de"/>
              <a:t>‹Nr.›</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pic>
        <p:nvPicPr>
          <p:cNvPr id="51" name="Shape 51"/>
          <p:cNvPicPr preferRelativeResize="0"/>
          <p:nvPr/>
        </p:nvPicPr>
        <p:blipFill/>
        <p:spPr>
          <a:xfrm>
            <a:off x="1191" y="1191"/>
            <a:ext cx="1190" cy="1190"/>
          </a:xfrm>
          <a:prstGeom prst="rect">
            <a:avLst/>
          </a:prstGeom>
          <a:solidFill>
            <a:srgbClr val="FFFFFF"/>
          </a:solidFill>
          <a:ln>
            <a:noFill/>
          </a:ln>
        </p:spPr>
      </p:pic>
      <p:sp>
        <p:nvSpPr>
          <p:cNvPr id="52" name="Shape 52"/>
          <p:cNvSpPr txBox="1">
            <a:spLocks noGrp="1"/>
          </p:cNvSpPr>
          <p:nvPr>
            <p:ph type="title"/>
          </p:nvPr>
        </p:nvSpPr>
        <p:spPr>
          <a:xfrm>
            <a:off x="242937" y="243000"/>
            <a:ext cx="8656646" cy="567001"/>
          </a:xfrm>
          <a:prstGeom prst="rect">
            <a:avLst/>
          </a:prstGeom>
          <a:noFill/>
          <a:ln>
            <a:noFill/>
          </a:ln>
        </p:spPr>
        <p:txBody>
          <a:bodyPr spcFirstLastPara="1" wrap="square" lIns="68550" tIns="68550" rIns="68550" bIns="68550" anchor="ctr" anchorCtr="0"/>
          <a:lstStyle>
            <a:lvl1pPr marR="0" lvl="0" algn="l" rtl="0">
              <a:spcBef>
                <a:spcPts val="0"/>
              </a:spcBef>
              <a:spcAft>
                <a:spcPts val="0"/>
              </a:spcAft>
              <a:buClr>
                <a:schemeClr val="accent2"/>
              </a:buClr>
              <a:buSzPts val="2100"/>
              <a:buFont typeface="Arial"/>
              <a:buNone/>
              <a:defRPr sz="2100" b="1" i="0" u="none" strike="noStrike" cap="none">
                <a:solidFill>
                  <a:schemeClr val="accent2"/>
                </a:solidFill>
                <a:latin typeface="Arial"/>
                <a:ea typeface="Arial"/>
                <a:cs typeface="Arial"/>
                <a:sym typeface="Arial"/>
              </a:defRPr>
            </a:lvl1pPr>
            <a:lvl2pPr lvl="1">
              <a:spcBef>
                <a:spcPts val="0"/>
              </a:spcBef>
              <a:spcAft>
                <a:spcPts val="0"/>
              </a:spcAft>
              <a:buSzPts val="1000"/>
              <a:buNone/>
              <a:defRPr sz="1300"/>
            </a:lvl2pPr>
            <a:lvl3pPr lvl="2">
              <a:spcBef>
                <a:spcPts val="0"/>
              </a:spcBef>
              <a:spcAft>
                <a:spcPts val="0"/>
              </a:spcAft>
              <a:buSzPts val="1000"/>
              <a:buNone/>
              <a:defRPr sz="1300"/>
            </a:lvl3pPr>
            <a:lvl4pPr lvl="3">
              <a:spcBef>
                <a:spcPts val="0"/>
              </a:spcBef>
              <a:spcAft>
                <a:spcPts val="0"/>
              </a:spcAft>
              <a:buSzPts val="1000"/>
              <a:buNone/>
              <a:defRPr sz="1300"/>
            </a:lvl4pPr>
            <a:lvl5pPr lvl="4">
              <a:spcBef>
                <a:spcPts val="0"/>
              </a:spcBef>
              <a:spcAft>
                <a:spcPts val="0"/>
              </a:spcAft>
              <a:buSzPts val="1000"/>
              <a:buNone/>
              <a:defRPr sz="1300"/>
            </a:lvl5pPr>
            <a:lvl6pPr lvl="5">
              <a:spcBef>
                <a:spcPts val="0"/>
              </a:spcBef>
              <a:spcAft>
                <a:spcPts val="0"/>
              </a:spcAft>
              <a:buSzPts val="1000"/>
              <a:buNone/>
              <a:defRPr sz="1300"/>
            </a:lvl6pPr>
            <a:lvl7pPr lvl="6">
              <a:spcBef>
                <a:spcPts val="0"/>
              </a:spcBef>
              <a:spcAft>
                <a:spcPts val="0"/>
              </a:spcAft>
              <a:buSzPts val="1000"/>
              <a:buNone/>
              <a:defRPr sz="1300"/>
            </a:lvl7pPr>
            <a:lvl8pPr lvl="7">
              <a:spcBef>
                <a:spcPts val="0"/>
              </a:spcBef>
              <a:spcAft>
                <a:spcPts val="0"/>
              </a:spcAft>
              <a:buSzPts val="1000"/>
              <a:buNone/>
              <a:defRPr sz="1300"/>
            </a:lvl8pPr>
            <a:lvl9pPr lvl="8">
              <a:spcBef>
                <a:spcPts val="0"/>
              </a:spcBef>
              <a:spcAft>
                <a:spcPts val="0"/>
              </a:spcAft>
              <a:buSzPts val="1000"/>
              <a:buNone/>
              <a:defRPr sz="1300"/>
            </a:lvl9pPr>
          </a:lstStyle>
          <a:p>
            <a:endParaRPr/>
          </a:p>
        </p:txBody>
      </p:sp>
      <p:sp>
        <p:nvSpPr>
          <p:cNvPr id="53" name="Shape 53"/>
          <p:cNvSpPr txBox="1">
            <a:spLocks noGrp="1"/>
          </p:cNvSpPr>
          <p:nvPr>
            <p:ph type="body" idx="1"/>
          </p:nvPr>
        </p:nvSpPr>
        <p:spPr>
          <a:xfrm>
            <a:off x="242937" y="1268018"/>
            <a:ext cx="8656646" cy="3293275"/>
          </a:xfrm>
          <a:prstGeom prst="rect">
            <a:avLst/>
          </a:prstGeom>
          <a:noFill/>
          <a:ln>
            <a:noFill/>
          </a:ln>
        </p:spPr>
        <p:txBody>
          <a:bodyPr spcFirstLastPara="1" wrap="square" lIns="68550" tIns="68550" rIns="68550" bIns="68550" anchor="t" anchorCtr="0"/>
          <a:lstStyle>
            <a:lvl1pPr marL="457200" marR="0" lvl="0" indent="-228600" algn="l" rtl="0">
              <a:spcBef>
                <a:spcPts val="1800"/>
              </a:spcBef>
              <a:spcAft>
                <a:spcPts val="0"/>
              </a:spcAft>
              <a:buClr>
                <a:schemeClr val="accent1"/>
              </a:buClr>
              <a:buSzPts val="1200"/>
              <a:buFont typeface="Arial"/>
              <a:buNone/>
              <a:defRPr sz="1500" b="1" i="0" u="none" strike="noStrike" cap="none">
                <a:solidFill>
                  <a:schemeClr val="dk1"/>
                </a:solidFill>
                <a:latin typeface="Arial"/>
                <a:ea typeface="Arial"/>
                <a:cs typeface="Arial"/>
                <a:sym typeface="Arial"/>
              </a:defRPr>
            </a:lvl1pPr>
            <a:lvl2pPr marL="914400" marR="0" lvl="1" indent="-228600" algn="l" rtl="0">
              <a:spcBef>
                <a:spcPts val="400"/>
              </a:spcBef>
              <a:spcAft>
                <a:spcPts val="0"/>
              </a:spcAft>
              <a:buClr>
                <a:schemeClr val="accent1"/>
              </a:buClr>
              <a:buSzPts val="1200"/>
              <a:buFont typeface="Noto Sans Symbols"/>
              <a:buNone/>
              <a:defRPr sz="1500" b="0" i="0" u="none" strike="noStrike" cap="none">
                <a:solidFill>
                  <a:schemeClr val="dk1"/>
                </a:solidFill>
                <a:latin typeface="Arial"/>
                <a:ea typeface="Arial"/>
                <a:cs typeface="Arial"/>
                <a:sym typeface="Arial"/>
              </a:defRPr>
            </a:lvl2pPr>
            <a:lvl3pPr marL="1371600" marR="0" lvl="2" indent="-311150" algn="l" rtl="0">
              <a:spcBef>
                <a:spcPts val="300"/>
              </a:spcBef>
              <a:spcAft>
                <a:spcPts val="0"/>
              </a:spcAft>
              <a:buClr>
                <a:schemeClr val="accent1"/>
              </a:buClr>
              <a:buSzPts val="1300"/>
              <a:buFont typeface="Noto Sans Symbols"/>
              <a:buChar char="•"/>
              <a:defRPr sz="1300" b="0" i="0" u="none" strike="noStrike" cap="none">
                <a:solidFill>
                  <a:schemeClr val="dk1"/>
                </a:solidFill>
                <a:latin typeface="Arial"/>
                <a:ea typeface="Arial"/>
                <a:cs typeface="Arial"/>
                <a:sym typeface="Arial"/>
              </a:defRPr>
            </a:lvl3pPr>
            <a:lvl4pPr marL="1828800" marR="0" lvl="3" indent="-311150" algn="l" rtl="0">
              <a:spcBef>
                <a:spcPts val="300"/>
              </a:spcBef>
              <a:spcAft>
                <a:spcPts val="0"/>
              </a:spcAft>
              <a:buClr>
                <a:schemeClr val="dk1"/>
              </a:buClr>
              <a:buSzPts val="1300"/>
              <a:buFont typeface="Arial"/>
              <a:buChar char="–"/>
              <a:defRPr sz="1300" b="0" i="0" u="none" strike="noStrike" cap="none">
                <a:solidFill>
                  <a:schemeClr val="dk1"/>
                </a:solidFill>
                <a:latin typeface="Arial"/>
                <a:ea typeface="Arial"/>
                <a:cs typeface="Arial"/>
                <a:sym typeface="Arial"/>
              </a:defRPr>
            </a:lvl4pPr>
            <a:lvl5pPr marL="2286000" marR="0" lvl="4" indent="-304800" algn="l" rtl="0">
              <a:spcBef>
                <a:spcPts val="200"/>
              </a:spcBef>
              <a:spcAft>
                <a:spcPts val="0"/>
              </a:spcAft>
              <a:buClr>
                <a:schemeClr val="dk1"/>
              </a:buClr>
              <a:buSzPts val="1200"/>
              <a:buFont typeface="Courier New"/>
              <a:buChar char="o"/>
              <a:defRPr sz="1200" b="0" i="0" u="none" strike="noStrike" cap="none">
                <a:solidFill>
                  <a:schemeClr val="dk1"/>
                </a:solidFill>
                <a:latin typeface="Arial"/>
                <a:ea typeface="Arial"/>
                <a:cs typeface="Arial"/>
                <a:sym typeface="Arial"/>
              </a:defRPr>
            </a:lvl5pPr>
            <a:lvl6pPr marL="2743200" marR="0" lvl="5"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54" name="Shape 54"/>
          <p:cNvSpPr/>
          <p:nvPr/>
        </p:nvSpPr>
        <p:spPr>
          <a:xfrm>
            <a:off x="242937" y="0"/>
            <a:ext cx="8656646" cy="121501"/>
          </a:xfrm>
          <a:prstGeom prst="rect">
            <a:avLst/>
          </a:prstGeom>
          <a:solidFill>
            <a:schemeClr val="accent1"/>
          </a:solidFill>
          <a:ln>
            <a:noFill/>
          </a:ln>
        </p:spPr>
        <p:txBody>
          <a:bodyPr spcFirstLastPara="1" wrap="square" lIns="80350" tIns="64275" rIns="80350" bIns="64275" anchor="ctr" anchorCtr="0">
            <a:noAutofit/>
          </a:bodyPr>
          <a:lstStyle/>
          <a:p>
            <a:pPr marL="0" marR="0" lvl="0" indent="0" algn="ctr" rtl="0">
              <a:spcBef>
                <a:spcPts val="0"/>
              </a:spcBef>
              <a:spcAft>
                <a:spcPts val="0"/>
              </a:spcAft>
              <a:buNone/>
            </a:pPr>
            <a:endParaRPr sz="1400" b="0" i="0" u="none" strike="noStrike" cap="none">
              <a:solidFill>
                <a:srgbClr val="000000"/>
              </a:solidFill>
              <a:latin typeface="Arial"/>
              <a:ea typeface="Arial"/>
              <a:cs typeface="Arial"/>
              <a:sym typeface="Arial"/>
            </a:endParaRPr>
          </a:p>
        </p:txBody>
      </p:sp>
      <p:cxnSp>
        <p:nvCxnSpPr>
          <p:cNvPr id="55" name="Shape 55"/>
          <p:cNvCxnSpPr/>
          <p:nvPr/>
        </p:nvCxnSpPr>
        <p:spPr>
          <a:xfrm>
            <a:off x="242937" y="923402"/>
            <a:ext cx="8656646" cy="0"/>
          </a:xfrm>
          <a:prstGeom prst="straightConnector1">
            <a:avLst/>
          </a:prstGeom>
          <a:noFill/>
          <a:ln w="9525" cap="flat" cmpd="sng">
            <a:solidFill>
              <a:schemeClr val="accent2"/>
            </a:solidFill>
            <a:prstDash val="solid"/>
            <a:round/>
            <a:headEnd type="none" w="sm" len="sm"/>
            <a:tailEnd type="none" w="sm" len="sm"/>
          </a:ln>
        </p:spPr>
      </p:cxnSp>
      <p:sp>
        <p:nvSpPr>
          <p:cNvPr id="56" name="Shape 56"/>
          <p:cNvSpPr/>
          <p:nvPr/>
        </p:nvSpPr>
        <p:spPr>
          <a:xfrm>
            <a:off x="242937" y="4901813"/>
            <a:ext cx="8656646" cy="243000"/>
          </a:xfrm>
          <a:prstGeom prst="rect">
            <a:avLst/>
          </a:prstGeom>
          <a:solidFill>
            <a:schemeClr val="dk1"/>
          </a:solidFill>
          <a:ln>
            <a:noFill/>
          </a:ln>
        </p:spPr>
        <p:txBody>
          <a:bodyPr spcFirstLastPara="1" wrap="square" lIns="80350" tIns="64275" rIns="80350" bIns="64275" anchor="ctr" anchorCtr="0">
            <a:noAutofit/>
          </a:bodyPr>
          <a:lstStyle/>
          <a:p>
            <a:pPr marL="0" marR="0" lvl="0" indent="0" algn="ctr" rtl="0">
              <a:spcBef>
                <a:spcPts val="0"/>
              </a:spcBef>
              <a:spcAft>
                <a:spcPts val="0"/>
              </a:spcAft>
              <a:buNone/>
            </a:pPr>
            <a:endParaRPr sz="700" b="0" i="0" u="none" strike="noStrike" cap="none">
              <a:solidFill>
                <a:srgbClr val="000000"/>
              </a:solidFill>
              <a:latin typeface="Arial"/>
              <a:ea typeface="Arial"/>
              <a:cs typeface="Arial"/>
              <a:sym typeface="Arial"/>
            </a:endParaRPr>
          </a:p>
        </p:txBody>
      </p:sp>
      <p:sp>
        <p:nvSpPr>
          <p:cNvPr id="57" name="Shape 57"/>
          <p:cNvSpPr txBox="1"/>
          <p:nvPr/>
        </p:nvSpPr>
        <p:spPr>
          <a:xfrm>
            <a:off x="242937" y="4971388"/>
            <a:ext cx="3349770" cy="103850"/>
          </a:xfrm>
          <a:prstGeom prst="rect">
            <a:avLst/>
          </a:prstGeom>
          <a:noFill/>
          <a:ln>
            <a:noFill/>
          </a:ln>
        </p:spPr>
        <p:txBody>
          <a:bodyPr spcFirstLastPara="1" wrap="square" lIns="64275" tIns="0" rIns="0" bIns="0" anchor="t" anchorCtr="0">
            <a:noAutofit/>
          </a:bodyPr>
          <a:lstStyle/>
          <a:p>
            <a:pPr marL="101600" marR="0" lvl="0" indent="-107950" algn="l" rtl="0">
              <a:spcBef>
                <a:spcPts val="0"/>
              </a:spcBef>
              <a:spcAft>
                <a:spcPts val="0"/>
              </a:spcAft>
              <a:buClr>
                <a:srgbClr val="FFFFFF"/>
              </a:buClr>
              <a:buSzPts val="700"/>
              <a:buFont typeface="Arial"/>
              <a:buChar char="©"/>
            </a:pPr>
            <a:r>
              <a:rPr lang="de" sz="700" b="0" i="0" u="none" strike="noStrike" cap="none" dirty="0">
                <a:solidFill>
                  <a:srgbClr val="FFFFFF"/>
                </a:solidFill>
                <a:latin typeface="Arial"/>
                <a:ea typeface="Arial"/>
                <a:cs typeface="Arial"/>
                <a:sym typeface="Arial"/>
              </a:rPr>
              <a:t>2018 SAP University Competence Center | Technical University of Munich</a:t>
            </a:r>
            <a:endParaRPr sz="700" b="0" i="0" u="none" strike="noStrike" cap="none" dirty="0">
              <a:solidFill>
                <a:srgbClr val="FFFFFF"/>
              </a:solidFill>
              <a:latin typeface="Arial"/>
              <a:ea typeface="Arial"/>
              <a:cs typeface="Arial"/>
              <a:sym typeface="Arial"/>
            </a:endParaRPr>
          </a:p>
        </p:txBody>
      </p:sp>
      <p:sp>
        <p:nvSpPr>
          <p:cNvPr id="58" name="Shape 58"/>
          <p:cNvSpPr txBox="1"/>
          <p:nvPr/>
        </p:nvSpPr>
        <p:spPr>
          <a:xfrm>
            <a:off x="8728116" y="4971388"/>
            <a:ext cx="170679" cy="103850"/>
          </a:xfrm>
          <a:prstGeom prst="rect">
            <a:avLst/>
          </a:prstGeom>
          <a:noFill/>
          <a:ln>
            <a:noFill/>
          </a:ln>
        </p:spPr>
        <p:txBody>
          <a:bodyPr spcFirstLastPara="1" wrap="square" lIns="0" tIns="0" rIns="64275" bIns="0" anchor="t" anchorCtr="0">
            <a:noAutofit/>
          </a:bodyPr>
          <a:lstStyle/>
          <a:p>
            <a:pPr marL="88900" marR="0" lvl="0" indent="-88900" algn="r" rtl="0">
              <a:spcBef>
                <a:spcPts val="0"/>
              </a:spcBef>
              <a:spcAft>
                <a:spcPts val="0"/>
              </a:spcAft>
              <a:buClr>
                <a:srgbClr val="666666"/>
              </a:buClr>
              <a:buSzPts val="700"/>
              <a:buFont typeface="Arial"/>
              <a:buNone/>
            </a:pPr>
            <a:fld id="{00000000-1234-1234-1234-123412341234}" type="slidenum">
              <a:rPr lang="de" sz="700" b="0" i="0" u="none" strike="noStrike" cap="none">
                <a:solidFill>
                  <a:srgbClr val="FFFFFF"/>
                </a:solidFill>
                <a:latin typeface="Arial"/>
                <a:ea typeface="Arial"/>
                <a:cs typeface="Arial"/>
                <a:sym typeface="Arial"/>
              </a:rPr>
              <a:t>‹Nr.›</a:t>
            </a:fld>
            <a:endParaRPr sz="700" b="0" i="0" u="none" strike="noStrike" cap="none">
              <a:solidFill>
                <a:srgbClr val="FFFFFF"/>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4.xml"/><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4.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Shape 190"/>
          <p:cNvSpPr txBox="1">
            <a:spLocks noGrp="1"/>
          </p:cNvSpPr>
          <p:nvPr>
            <p:ph type="title"/>
          </p:nvPr>
        </p:nvSpPr>
        <p:spPr>
          <a:xfrm>
            <a:off x="350906" y="243000"/>
            <a:ext cx="8555703" cy="69233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4500"/>
              <a:buFont typeface="Arial"/>
              <a:buNone/>
            </a:pPr>
            <a:r>
              <a:rPr lang="en-US" sz="4500" b="1" i="0" u="none" strike="noStrike" cap="none" noProof="0" dirty="0">
                <a:solidFill>
                  <a:schemeClr val="dk1"/>
                </a:solidFill>
                <a:latin typeface="Arial"/>
                <a:ea typeface="Arial"/>
                <a:cs typeface="Arial"/>
                <a:sym typeface="Arial"/>
              </a:rPr>
              <a:t>Analytical App Development</a:t>
            </a:r>
          </a:p>
        </p:txBody>
      </p:sp>
      <p:sp>
        <p:nvSpPr>
          <p:cNvPr id="191" name="Shape 191"/>
          <p:cNvSpPr txBox="1">
            <a:spLocks noGrp="1"/>
          </p:cNvSpPr>
          <p:nvPr>
            <p:ph type="subTitle" idx="1"/>
          </p:nvPr>
        </p:nvSpPr>
        <p:spPr>
          <a:xfrm>
            <a:off x="137776" y="1376575"/>
            <a:ext cx="7962926" cy="207701"/>
          </a:xfrm>
          <a:prstGeom prst="rect">
            <a:avLst/>
          </a:prstGeom>
          <a:noFill/>
          <a:ln>
            <a:noFill/>
          </a:ln>
        </p:spPr>
        <p:txBody>
          <a:bodyPr spcFirstLastPara="1" wrap="square" lIns="0" tIns="0" rIns="0" bIns="0" anchor="b" anchorCtr="0">
            <a:noAutofit/>
          </a:bodyPr>
          <a:lstStyle/>
          <a:p>
            <a:r>
              <a:rPr lang="en-US" noProof="0" dirty="0"/>
              <a:t>Adrian Streitz, Johannes Rank, Borys Levkovskyi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Shape 197"/>
          <p:cNvSpPr txBox="1">
            <a:spLocks noGrp="1"/>
          </p:cNvSpPr>
          <p:nvPr>
            <p:ph type="title"/>
          </p:nvPr>
        </p:nvSpPr>
        <p:spPr>
          <a:xfrm>
            <a:off x="242936" y="243000"/>
            <a:ext cx="8656645" cy="567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accent2"/>
              </a:buClr>
              <a:buSzPts val="2100"/>
              <a:buFont typeface="Arial"/>
              <a:buNone/>
            </a:pPr>
            <a:r>
              <a:rPr lang="en-US" sz="2100" b="1" i="0" u="none" strike="noStrike" cap="none" noProof="0" dirty="0">
                <a:solidFill>
                  <a:schemeClr val="accent2"/>
                </a:solidFill>
                <a:latin typeface="Arial"/>
                <a:ea typeface="Arial"/>
                <a:cs typeface="Arial"/>
                <a:sym typeface="Arial"/>
              </a:rPr>
              <a:t>Prerequisites</a:t>
            </a:r>
            <a:endParaRPr lang="en-US" sz="1000" noProof="0" dirty="0"/>
          </a:p>
        </p:txBody>
      </p:sp>
      <p:sp>
        <p:nvSpPr>
          <p:cNvPr id="198" name="Shape 198"/>
          <p:cNvSpPr txBox="1">
            <a:spLocks noGrp="1"/>
          </p:cNvSpPr>
          <p:nvPr>
            <p:ph type="body" idx="1"/>
          </p:nvPr>
        </p:nvSpPr>
        <p:spPr>
          <a:xfrm>
            <a:off x="242936" y="1269000"/>
            <a:ext cx="8656645" cy="3294005"/>
          </a:xfrm>
          <a:prstGeom prst="rect">
            <a:avLst/>
          </a:prstGeom>
          <a:noFill/>
          <a:ln>
            <a:noFill/>
          </a:ln>
        </p:spPr>
        <p:txBody>
          <a:bodyPr spcFirstLastPara="1" wrap="square" lIns="0" tIns="0" rIns="0" bIns="0" anchor="t" anchorCtr="0">
            <a:noAutofit/>
          </a:bodyPr>
          <a:lstStyle/>
          <a:p>
            <a:pPr marL="254000" marR="0" lvl="0" indent="-254000" algn="l" rtl="0">
              <a:lnSpc>
                <a:spcPct val="100000"/>
              </a:lnSpc>
              <a:spcBef>
                <a:spcPts val="0"/>
              </a:spcBef>
              <a:spcAft>
                <a:spcPts val="0"/>
              </a:spcAft>
              <a:buClr>
                <a:schemeClr val="accent1"/>
              </a:buClr>
              <a:buSzPts val="1200"/>
              <a:buFont typeface="Arial"/>
              <a:buChar char="•"/>
            </a:pPr>
            <a:r>
              <a:rPr lang="en-US" sz="1500" b="0" i="0" u="none" strike="noStrike" cap="none" noProof="0" dirty="0">
                <a:solidFill>
                  <a:schemeClr val="dk1"/>
                </a:solidFill>
                <a:latin typeface="Arial"/>
                <a:ea typeface="Arial"/>
                <a:cs typeface="Arial"/>
                <a:sym typeface="Arial"/>
              </a:rPr>
              <a:t>Fundamental programming skills</a:t>
            </a:r>
            <a:endParaRPr lang="en-US" sz="1000" noProof="0" dirty="0"/>
          </a:p>
          <a:p>
            <a:pPr marL="254000" lvl="0" indent="-254000">
              <a:buFont typeface="Arial"/>
              <a:buChar char="•"/>
            </a:pPr>
            <a:r>
              <a:rPr lang="en-US" sz="1500" b="0" i="0" u="none" strike="noStrike" cap="none" noProof="0" dirty="0">
                <a:solidFill>
                  <a:schemeClr val="dk1"/>
                </a:solidFill>
                <a:latin typeface="Arial"/>
                <a:ea typeface="Arial"/>
                <a:cs typeface="Arial"/>
                <a:sym typeface="Arial"/>
              </a:rPr>
              <a:t>Completion of the </a:t>
            </a:r>
            <a:r>
              <a:rPr lang="en-US" dirty="0"/>
              <a:t>module</a:t>
            </a:r>
            <a:r>
              <a:rPr lang="en-US" sz="1500" b="0" i="0" u="none" strike="noStrike" cap="none" noProof="0" dirty="0">
                <a:solidFill>
                  <a:schemeClr val="dk1"/>
                </a:solidFill>
                <a:latin typeface="Arial"/>
                <a:ea typeface="Arial"/>
                <a:cs typeface="Arial"/>
                <a:sym typeface="Arial"/>
              </a:rPr>
              <a:t> SAPUI5</a:t>
            </a:r>
          </a:p>
          <a:p>
            <a:pPr marL="254000" lvl="0" indent="-254000">
              <a:buFont typeface="Arial"/>
              <a:buChar char="•"/>
            </a:pPr>
            <a:r>
              <a:rPr lang="en-US" noProof="0" dirty="0"/>
              <a:t>Completion of the module OData</a:t>
            </a:r>
          </a:p>
          <a:p>
            <a:pPr marL="254000" lvl="0" indent="-254000">
              <a:buFont typeface="Arial"/>
              <a:buChar char="•"/>
            </a:pPr>
            <a:r>
              <a:rPr lang="en-US" sz="1500" b="0" i="0" u="none" strike="noStrike" cap="none" noProof="0" dirty="0">
                <a:solidFill>
                  <a:schemeClr val="dk1"/>
                </a:solidFill>
                <a:latin typeface="Arial"/>
                <a:ea typeface="Arial"/>
                <a:cs typeface="Arial"/>
                <a:sym typeface="Arial"/>
              </a:rPr>
              <a:t>Recommended: </a:t>
            </a:r>
            <a:r>
              <a:rPr lang="en-US" noProof="0" dirty="0"/>
              <a:t>Completion of the </a:t>
            </a:r>
            <a:r>
              <a:rPr lang="en-US" dirty="0"/>
              <a:t>module </a:t>
            </a:r>
            <a:r>
              <a:rPr lang="en-US" noProof="0" dirty="0"/>
              <a:t>SAP Fiori</a:t>
            </a:r>
            <a:endParaRPr lang="en-US" sz="1500" b="0" i="0" u="none" strike="noStrike" cap="none" noProof="0" dirty="0">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Shape 204"/>
          <p:cNvSpPr txBox="1">
            <a:spLocks noGrp="1"/>
          </p:cNvSpPr>
          <p:nvPr>
            <p:ph type="subTitle" idx="1"/>
          </p:nvPr>
        </p:nvSpPr>
        <p:spPr>
          <a:xfrm>
            <a:off x="242936" y="1154117"/>
            <a:ext cx="7962926" cy="2423184"/>
          </a:xfrm>
          <a:prstGeom prst="rect">
            <a:avLst/>
          </a:prstGeom>
          <a:noFill/>
          <a:ln>
            <a:noFill/>
          </a:ln>
        </p:spPr>
        <p:txBody>
          <a:bodyPr spcFirstLastPara="1" wrap="square" lIns="0" tIns="0" rIns="0" bIns="0" anchor="t" anchorCtr="0">
            <a:noAutofit/>
          </a:bodyPr>
          <a:lstStyle/>
          <a:p>
            <a:pPr marL="304800" marR="0" lvl="0" indent="-311150" algn="l" rtl="0">
              <a:lnSpc>
                <a:spcPct val="150000"/>
              </a:lnSpc>
              <a:spcBef>
                <a:spcPts val="0"/>
              </a:spcBef>
              <a:spcAft>
                <a:spcPts val="0"/>
              </a:spcAft>
              <a:buClr>
                <a:schemeClr val="accent1"/>
              </a:buClr>
              <a:buSzPts val="1700"/>
              <a:buFont typeface="Arial"/>
              <a:buAutoNum type="romanUcPeriod"/>
            </a:pPr>
            <a:r>
              <a:rPr lang="en-US" sz="2100" b="1" i="0" u="none" strike="noStrike" cap="none" noProof="0" dirty="0">
                <a:solidFill>
                  <a:srgbClr val="000000"/>
                </a:solidFill>
                <a:latin typeface="Arial"/>
                <a:ea typeface="Arial"/>
                <a:cs typeface="Arial"/>
                <a:sym typeface="Arial"/>
              </a:rPr>
              <a:t>Motivation</a:t>
            </a:r>
            <a:endParaRPr lang="en-US" sz="1000" noProof="0" dirty="0"/>
          </a:p>
          <a:p>
            <a:pPr marL="304800" marR="0" lvl="0" indent="-311150" algn="l" rtl="0">
              <a:lnSpc>
                <a:spcPct val="150000"/>
              </a:lnSpc>
              <a:spcBef>
                <a:spcPts val="0"/>
              </a:spcBef>
              <a:spcAft>
                <a:spcPts val="0"/>
              </a:spcAft>
              <a:buClr>
                <a:schemeClr val="accent1"/>
              </a:buClr>
              <a:buSzPts val="1700"/>
              <a:buFont typeface="Arial"/>
              <a:buAutoNum type="romanUcPeriod"/>
            </a:pPr>
            <a:r>
              <a:rPr lang="en-US" sz="2100" b="1" noProof="0" dirty="0"/>
              <a:t>UI Controls for Simple Charts</a:t>
            </a:r>
          </a:p>
          <a:p>
            <a:pPr marL="762000" lvl="1" indent="-311150" algn="l">
              <a:lnSpc>
                <a:spcPct val="150000"/>
              </a:lnSpc>
              <a:spcBef>
                <a:spcPts val="0"/>
              </a:spcBef>
              <a:buSzPts val="1700"/>
              <a:buFont typeface="+mj-lt"/>
              <a:buAutoNum type="alphaLcPeriod"/>
            </a:pPr>
            <a:r>
              <a:rPr lang="en-US" sz="1800" b="1" dirty="0">
                <a:solidFill>
                  <a:schemeClr val="tx1"/>
                </a:solidFill>
              </a:rPr>
              <a:t>Chart Container</a:t>
            </a:r>
          </a:p>
          <a:p>
            <a:pPr marL="762000" lvl="1" indent="-311150" algn="l">
              <a:lnSpc>
                <a:spcPct val="150000"/>
              </a:lnSpc>
              <a:spcBef>
                <a:spcPts val="0"/>
              </a:spcBef>
              <a:buSzPts val="1700"/>
              <a:buFont typeface="+mj-lt"/>
              <a:buAutoNum type="alphaLcPeriod"/>
            </a:pPr>
            <a:r>
              <a:rPr lang="en-US" sz="1800" b="1" dirty="0">
                <a:solidFill>
                  <a:schemeClr val="tx1"/>
                </a:solidFill>
              </a:rPr>
              <a:t>Chart Types</a:t>
            </a:r>
            <a:endParaRPr lang="en-US" sz="1800" noProof="0" dirty="0">
              <a:solidFill>
                <a:schemeClr val="tx1"/>
              </a:solidFill>
            </a:endParaRPr>
          </a:p>
          <a:p>
            <a:pPr marL="304800" marR="0" lvl="0" indent="-311150" algn="l" rtl="0">
              <a:lnSpc>
                <a:spcPct val="150000"/>
              </a:lnSpc>
              <a:spcBef>
                <a:spcPts val="0"/>
              </a:spcBef>
              <a:spcAft>
                <a:spcPts val="0"/>
              </a:spcAft>
              <a:buClr>
                <a:schemeClr val="accent1"/>
              </a:buClr>
              <a:buSzPts val="1700"/>
              <a:buFont typeface="Arial"/>
              <a:buAutoNum type="romanUcPeriod"/>
            </a:pPr>
            <a:r>
              <a:rPr lang="en-US" sz="2100" b="1" i="0" u="none" strike="noStrike" cap="none" noProof="0" dirty="0">
                <a:solidFill>
                  <a:srgbClr val="000000"/>
                </a:solidFill>
                <a:latin typeface="Arial"/>
                <a:ea typeface="Arial"/>
                <a:cs typeface="Arial"/>
                <a:sym typeface="Arial"/>
              </a:rPr>
              <a:t>Smart UI Controls</a:t>
            </a:r>
            <a:endParaRPr lang="en-US" sz="1000" noProof="0" dirty="0"/>
          </a:p>
          <a:p>
            <a:pPr marL="304800" marR="0" lvl="0" indent="-311150" algn="l" rtl="0">
              <a:lnSpc>
                <a:spcPct val="150000"/>
              </a:lnSpc>
              <a:spcBef>
                <a:spcPts val="0"/>
              </a:spcBef>
              <a:spcAft>
                <a:spcPts val="0"/>
              </a:spcAft>
              <a:buClr>
                <a:schemeClr val="accent1"/>
              </a:buClr>
              <a:buSzPts val="1700"/>
              <a:buFont typeface="Arial"/>
              <a:buAutoNum type="romanUcPeriod"/>
            </a:pPr>
            <a:r>
              <a:rPr lang="en-US" sz="2100" b="1" noProof="0" dirty="0"/>
              <a:t>Mockservers</a:t>
            </a:r>
            <a:endParaRPr lang="en-US" sz="1000" noProof="0" dirty="0"/>
          </a:p>
        </p:txBody>
      </p:sp>
      <p:sp>
        <p:nvSpPr>
          <p:cNvPr id="205" name="Shape 205"/>
          <p:cNvSpPr txBox="1">
            <a:spLocks noGrp="1"/>
          </p:cNvSpPr>
          <p:nvPr>
            <p:ph type="ctrTitle"/>
          </p:nvPr>
        </p:nvSpPr>
        <p:spPr>
          <a:xfrm>
            <a:off x="242935" y="243000"/>
            <a:ext cx="7962926" cy="83080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700"/>
              <a:buFont typeface="Arial"/>
              <a:buNone/>
            </a:pPr>
            <a:r>
              <a:rPr lang="en-US" sz="2700" b="1" i="0" u="none" strike="noStrike" cap="none" noProof="0" dirty="0">
                <a:solidFill>
                  <a:srgbClr val="000000"/>
                </a:solidFill>
                <a:latin typeface="Arial"/>
                <a:ea typeface="Arial"/>
                <a:cs typeface="Arial"/>
                <a:sym typeface="Arial"/>
              </a:rPr>
              <a:t>Agenda</a:t>
            </a:r>
            <a:endParaRPr lang="en-US" sz="1000" noProof="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2" name="Shape 212"/>
          <p:cNvSpPr txBox="1">
            <a:spLocks noGrp="1"/>
          </p:cNvSpPr>
          <p:nvPr>
            <p:ph type="title"/>
          </p:nvPr>
        </p:nvSpPr>
        <p:spPr>
          <a:xfrm>
            <a:off x="242936" y="243000"/>
            <a:ext cx="8656645" cy="567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CCCCCC"/>
              </a:buClr>
              <a:buSzPts val="1500"/>
              <a:buFont typeface="Arial"/>
              <a:buNone/>
            </a:pPr>
            <a:r>
              <a:rPr lang="en-US" sz="2100" b="1" i="0" u="none" strike="noStrike" cap="none" noProof="0" dirty="0">
                <a:solidFill>
                  <a:schemeClr val="accent2"/>
                </a:solidFill>
                <a:latin typeface="Arial"/>
                <a:ea typeface="Arial"/>
                <a:cs typeface="Arial"/>
                <a:sym typeface="Arial"/>
              </a:rPr>
              <a:t>I. Motivation</a:t>
            </a:r>
          </a:p>
        </p:txBody>
      </p:sp>
      <p:sp>
        <p:nvSpPr>
          <p:cNvPr id="213" name="Shape 213"/>
          <p:cNvSpPr txBox="1">
            <a:spLocks noGrp="1"/>
          </p:cNvSpPr>
          <p:nvPr>
            <p:ph type="body" idx="1"/>
          </p:nvPr>
        </p:nvSpPr>
        <p:spPr>
          <a:xfrm>
            <a:off x="242936" y="1269000"/>
            <a:ext cx="8656645" cy="1662795"/>
          </a:xfrm>
          <a:prstGeom prst="rect">
            <a:avLst/>
          </a:prstGeom>
          <a:noFill/>
          <a:ln>
            <a:noFill/>
          </a:ln>
        </p:spPr>
        <p:txBody>
          <a:bodyPr spcFirstLastPara="1" wrap="square" lIns="0" tIns="0" rIns="0" bIns="0" anchor="t" anchorCtr="0">
            <a:noAutofit/>
          </a:bodyPr>
          <a:lstStyle/>
          <a:p>
            <a:pPr marL="254000" marR="0" lvl="0" indent="-254000" algn="l" rtl="0">
              <a:lnSpc>
                <a:spcPct val="100000"/>
              </a:lnSpc>
              <a:spcBef>
                <a:spcPts val="0"/>
              </a:spcBef>
              <a:spcAft>
                <a:spcPts val="0"/>
              </a:spcAft>
              <a:buClr>
                <a:schemeClr val="accent1"/>
              </a:buClr>
              <a:buSzPts val="1200"/>
              <a:buFont typeface="Arial"/>
              <a:buChar char="•"/>
            </a:pPr>
            <a:r>
              <a:rPr lang="en-US" sz="1500" b="0" i="0" u="none" strike="noStrike" cap="none" noProof="0" dirty="0">
                <a:solidFill>
                  <a:schemeClr val="dk1"/>
                </a:solidFill>
                <a:latin typeface="Arial"/>
                <a:ea typeface="Arial"/>
                <a:cs typeface="Arial"/>
                <a:sym typeface="Arial"/>
              </a:rPr>
              <a:t>Dashboards represent a common way of information visualization</a:t>
            </a:r>
          </a:p>
          <a:p>
            <a:pPr marL="254000" marR="0" lvl="0" indent="-254000" algn="l" rtl="0">
              <a:lnSpc>
                <a:spcPct val="100000"/>
              </a:lnSpc>
              <a:spcBef>
                <a:spcPts val="1200"/>
              </a:spcBef>
              <a:spcAft>
                <a:spcPts val="0"/>
              </a:spcAft>
              <a:buClr>
                <a:schemeClr val="accent1"/>
              </a:buClr>
              <a:buSzPts val="1200"/>
              <a:buFont typeface="Arial"/>
              <a:buChar char="•"/>
            </a:pPr>
            <a:r>
              <a:rPr lang="en-US" noProof="0" dirty="0"/>
              <a:t>Cover aggregated information needed usually by middle and upper management</a:t>
            </a:r>
          </a:p>
          <a:p>
            <a:pPr marL="254000" marR="0" lvl="0" indent="-254000" algn="l" rtl="0">
              <a:lnSpc>
                <a:spcPct val="100000"/>
              </a:lnSpc>
              <a:spcBef>
                <a:spcPts val="1200"/>
              </a:spcBef>
              <a:spcAft>
                <a:spcPts val="0"/>
              </a:spcAft>
              <a:buClr>
                <a:schemeClr val="accent1"/>
              </a:buClr>
              <a:buSzPts val="1200"/>
              <a:buFont typeface="Arial"/>
              <a:buChar char="•"/>
            </a:pPr>
            <a:r>
              <a:rPr lang="en-US" sz="1500" b="0" i="0" u="none" strike="noStrike" cap="none" noProof="0" dirty="0">
                <a:solidFill>
                  <a:schemeClr val="dk1"/>
                </a:solidFill>
                <a:latin typeface="Arial"/>
                <a:ea typeface="Arial"/>
                <a:cs typeface="Arial"/>
                <a:sym typeface="Arial"/>
              </a:rPr>
              <a:t>Involve real-time data (KPIs, sensor data, …)</a:t>
            </a:r>
            <a:endParaRPr lang="en-US" noProof="0" dirty="0"/>
          </a:p>
          <a:p>
            <a:pPr marL="254000" marR="0" lvl="0" indent="-254000" algn="l" rtl="0">
              <a:lnSpc>
                <a:spcPct val="100000"/>
              </a:lnSpc>
              <a:spcBef>
                <a:spcPts val="1200"/>
              </a:spcBef>
              <a:spcAft>
                <a:spcPts val="0"/>
              </a:spcAft>
              <a:buClr>
                <a:schemeClr val="accent1"/>
              </a:buClr>
              <a:buSzPts val="1200"/>
              <a:buFont typeface="Arial"/>
              <a:buChar char="•"/>
            </a:pPr>
            <a:r>
              <a:rPr lang="en-US" sz="1500" b="0" i="0" u="none" strike="noStrike" cap="none" noProof="0" dirty="0">
                <a:solidFill>
                  <a:schemeClr val="dk1"/>
                </a:solidFill>
                <a:latin typeface="Arial"/>
                <a:ea typeface="Arial"/>
                <a:cs typeface="Arial"/>
                <a:sym typeface="Arial"/>
              </a:rPr>
              <a:t>Roll-up and drill-down functionality as must-have for multidimensional data (e.g. sales orders)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Shape 227"/>
          <p:cNvSpPr txBox="1">
            <a:spLocks noGrp="1"/>
          </p:cNvSpPr>
          <p:nvPr>
            <p:ph type="title"/>
          </p:nvPr>
        </p:nvSpPr>
        <p:spPr>
          <a:xfrm>
            <a:off x="242936" y="243000"/>
            <a:ext cx="8656645" cy="567000"/>
          </a:xfrm>
          <a:prstGeom prst="rect">
            <a:avLst/>
          </a:prstGeom>
          <a:noFill/>
          <a:ln>
            <a:noFill/>
          </a:ln>
        </p:spPr>
        <p:txBody>
          <a:bodyPr spcFirstLastPara="1" wrap="square" lIns="0" tIns="0" rIns="0" bIns="0" anchor="ctr" anchorCtr="0">
            <a:noAutofit/>
          </a:bodyPr>
          <a:lstStyle/>
          <a:p>
            <a:pPr lvl="0">
              <a:buClr>
                <a:srgbClr val="CCCCCC"/>
              </a:buClr>
              <a:buSzPts val="1500"/>
            </a:pPr>
            <a:r>
              <a:rPr lang="en-US" sz="1500" b="1" i="0" u="none" strike="noStrike" cap="none" noProof="0" dirty="0">
                <a:solidFill>
                  <a:srgbClr val="CCCCCC"/>
                </a:solidFill>
                <a:latin typeface="Arial"/>
                <a:ea typeface="Arial"/>
                <a:cs typeface="Arial"/>
                <a:sym typeface="Arial"/>
              </a:rPr>
              <a:t>II. </a:t>
            </a:r>
            <a:r>
              <a:rPr lang="en-US" sz="1500" noProof="0" dirty="0">
                <a:solidFill>
                  <a:srgbClr val="CCCCCC"/>
                </a:solidFill>
              </a:rPr>
              <a:t>UI Controls for Simple Charts</a:t>
            </a:r>
            <a:br>
              <a:rPr lang="en-US" sz="1500" noProof="0" dirty="0">
                <a:solidFill>
                  <a:srgbClr val="CCCCCC"/>
                </a:solidFill>
              </a:rPr>
            </a:br>
            <a:r>
              <a:rPr lang="en-US" sz="2100" b="1" i="0" u="none" strike="noStrike" cap="none" noProof="0" dirty="0">
                <a:solidFill>
                  <a:schemeClr val="accent2"/>
                </a:solidFill>
                <a:latin typeface="Arial"/>
                <a:ea typeface="Arial"/>
                <a:cs typeface="Arial"/>
                <a:sym typeface="Arial"/>
              </a:rPr>
              <a:t>Viz-Library Charts</a:t>
            </a:r>
          </a:p>
        </p:txBody>
      </p:sp>
      <p:sp>
        <p:nvSpPr>
          <p:cNvPr id="228" name="Shape 228"/>
          <p:cNvSpPr txBox="1">
            <a:spLocks noGrp="1"/>
          </p:cNvSpPr>
          <p:nvPr>
            <p:ph type="body" idx="1"/>
          </p:nvPr>
        </p:nvSpPr>
        <p:spPr>
          <a:xfrm>
            <a:off x="242936" y="1269000"/>
            <a:ext cx="3559147" cy="3294005"/>
          </a:xfrm>
          <a:prstGeom prst="rect">
            <a:avLst/>
          </a:prstGeom>
          <a:noFill/>
          <a:ln>
            <a:noFill/>
          </a:ln>
        </p:spPr>
        <p:txBody>
          <a:bodyPr spcFirstLastPara="1" wrap="square" lIns="0" tIns="0" rIns="0" bIns="0" anchor="t" anchorCtr="0">
            <a:noAutofit/>
          </a:bodyPr>
          <a:lstStyle/>
          <a:p>
            <a:pPr marL="254000" marR="0" lvl="0" indent="-254000" algn="l" rtl="0">
              <a:lnSpc>
                <a:spcPct val="100000"/>
              </a:lnSpc>
              <a:spcBef>
                <a:spcPts val="0"/>
              </a:spcBef>
              <a:spcAft>
                <a:spcPts val="0"/>
              </a:spcAft>
              <a:buClr>
                <a:schemeClr val="accent1"/>
              </a:buClr>
              <a:buSzPts val="1200"/>
              <a:buFont typeface="Arial"/>
              <a:buChar char="•"/>
            </a:pPr>
            <a:r>
              <a:rPr lang="en-US" sz="1500" b="0" i="0" u="none" strike="noStrike" cap="none" noProof="0" dirty="0">
                <a:solidFill>
                  <a:schemeClr val="dk1"/>
                </a:solidFill>
                <a:latin typeface="Arial"/>
                <a:ea typeface="Arial"/>
                <a:cs typeface="Arial"/>
                <a:sym typeface="Arial"/>
              </a:rPr>
              <a:t>Displays data from data models</a:t>
            </a:r>
          </a:p>
          <a:p>
            <a:pPr marL="0" marR="0" lvl="0" indent="0" algn="l" rtl="0">
              <a:lnSpc>
                <a:spcPct val="100000"/>
              </a:lnSpc>
              <a:spcBef>
                <a:spcPts val="0"/>
              </a:spcBef>
              <a:spcAft>
                <a:spcPts val="0"/>
              </a:spcAft>
              <a:buClr>
                <a:schemeClr val="accent1"/>
              </a:buClr>
              <a:buSzPts val="1200"/>
              <a:tabLst>
                <a:tab pos="266700" algn="l"/>
              </a:tabLst>
            </a:pPr>
            <a:r>
              <a:rPr lang="en-US" sz="1500" b="0" i="0" u="none" strike="noStrike" cap="none" noProof="0" dirty="0">
                <a:solidFill>
                  <a:schemeClr val="dk1"/>
                </a:solidFill>
                <a:latin typeface="Arial"/>
                <a:ea typeface="Arial"/>
                <a:cs typeface="Arial"/>
                <a:sym typeface="Arial"/>
              </a:rPr>
              <a:t>	(JSON or OData)</a:t>
            </a:r>
          </a:p>
          <a:p>
            <a:pPr marL="254000" marR="0" lvl="0" indent="-254000" algn="l" rtl="0">
              <a:lnSpc>
                <a:spcPct val="100000"/>
              </a:lnSpc>
              <a:spcBef>
                <a:spcPts val="1800"/>
              </a:spcBef>
              <a:spcAft>
                <a:spcPts val="0"/>
              </a:spcAft>
              <a:buClr>
                <a:schemeClr val="accent1"/>
              </a:buClr>
              <a:buSzPts val="1200"/>
              <a:buFont typeface="Arial"/>
              <a:buChar char="•"/>
            </a:pPr>
            <a:r>
              <a:rPr lang="en-US" sz="1500" b="0" i="0" u="none" strike="noStrike" cap="none" noProof="0" dirty="0">
                <a:solidFill>
                  <a:schemeClr val="dk1"/>
                </a:solidFill>
                <a:latin typeface="Arial"/>
                <a:ea typeface="Arial"/>
                <a:cs typeface="Arial"/>
                <a:sym typeface="Arial"/>
              </a:rPr>
              <a:t>Supports different chart types:</a:t>
            </a:r>
          </a:p>
          <a:p>
            <a:pPr marL="0" marR="0" lvl="0" indent="0" algn="l" rtl="0">
              <a:lnSpc>
                <a:spcPct val="100000"/>
              </a:lnSpc>
              <a:spcBef>
                <a:spcPts val="0"/>
              </a:spcBef>
              <a:spcAft>
                <a:spcPts val="0"/>
              </a:spcAft>
              <a:buClr>
                <a:schemeClr val="accent1"/>
              </a:buClr>
              <a:buSzPts val="1200"/>
              <a:tabLst>
                <a:tab pos="266700" algn="l"/>
              </a:tabLst>
            </a:pPr>
            <a:r>
              <a:rPr lang="en-US" sz="1500" b="0" i="0" u="none" strike="noStrike" cap="none" noProof="0" dirty="0">
                <a:solidFill>
                  <a:schemeClr val="dk1"/>
                </a:solidFill>
                <a:latin typeface="Arial"/>
                <a:ea typeface="Arial"/>
                <a:cs typeface="Arial"/>
                <a:sym typeface="Arial"/>
              </a:rPr>
              <a:t>	line, column, pie, heatmap…</a:t>
            </a:r>
          </a:p>
          <a:p>
            <a:pPr marL="254000" marR="0" lvl="0" indent="-254000" algn="l" rtl="0">
              <a:lnSpc>
                <a:spcPct val="100000"/>
              </a:lnSpc>
              <a:spcBef>
                <a:spcPts val="1800"/>
              </a:spcBef>
              <a:spcAft>
                <a:spcPts val="0"/>
              </a:spcAft>
              <a:buClr>
                <a:schemeClr val="accent1"/>
              </a:buClr>
              <a:buSzPts val="1200"/>
              <a:buFont typeface="Arial"/>
              <a:buChar char="•"/>
            </a:pPr>
            <a:r>
              <a:rPr lang="en-US" noProof="0" dirty="0"/>
              <a:t>Simple implementation – minimal need for frontend programming if data arrives in a correct form</a:t>
            </a:r>
            <a:endParaRPr lang="en-US" sz="1500" b="0" i="0" u="none" strike="noStrike" cap="none" noProof="0" dirty="0">
              <a:solidFill>
                <a:schemeClr val="dk1"/>
              </a:solidFill>
              <a:latin typeface="Arial"/>
              <a:ea typeface="Arial"/>
              <a:cs typeface="Arial"/>
              <a:sym typeface="Arial"/>
            </a:endParaRPr>
          </a:p>
        </p:txBody>
      </p:sp>
      <p:pic>
        <p:nvPicPr>
          <p:cNvPr id="2" name="Picture 1">
            <a:extLst>
              <a:ext uri="{FF2B5EF4-FFF2-40B4-BE49-F238E27FC236}">
                <a16:creationId xmlns:a16="http://schemas.microsoft.com/office/drawing/2014/main" id="{91FE9DD7-8B8C-4BDC-9587-F5FA2924CA3B}"/>
              </a:ext>
            </a:extLst>
          </p:cNvPr>
          <p:cNvPicPr>
            <a:picLocks noChangeAspect="1"/>
          </p:cNvPicPr>
          <p:nvPr/>
        </p:nvPicPr>
        <p:blipFill>
          <a:blip r:embed="rId3"/>
          <a:stretch>
            <a:fillRect/>
          </a:stretch>
        </p:blipFill>
        <p:spPr>
          <a:xfrm>
            <a:off x="354330" y="3428252"/>
            <a:ext cx="3160395" cy="1406638"/>
          </a:xfrm>
          <a:prstGeom prst="rect">
            <a:avLst/>
          </a:prstGeom>
        </p:spPr>
      </p:pic>
      <p:pic>
        <p:nvPicPr>
          <p:cNvPr id="3" name="Picture 2">
            <a:extLst>
              <a:ext uri="{FF2B5EF4-FFF2-40B4-BE49-F238E27FC236}">
                <a16:creationId xmlns:a16="http://schemas.microsoft.com/office/drawing/2014/main" id="{FDFA26AB-E82E-47A4-AB66-F909D7E018AF}"/>
              </a:ext>
            </a:extLst>
          </p:cNvPr>
          <p:cNvPicPr>
            <a:picLocks noChangeAspect="1"/>
          </p:cNvPicPr>
          <p:nvPr/>
        </p:nvPicPr>
        <p:blipFill>
          <a:blip r:embed="rId4"/>
          <a:stretch>
            <a:fillRect/>
          </a:stretch>
        </p:blipFill>
        <p:spPr>
          <a:xfrm>
            <a:off x="4114800" y="2609967"/>
            <a:ext cx="4074795" cy="1953038"/>
          </a:xfrm>
          <a:prstGeom prst="rect">
            <a:avLst/>
          </a:prstGeom>
        </p:spPr>
      </p:pic>
      <p:pic>
        <p:nvPicPr>
          <p:cNvPr id="4" name="Picture 3">
            <a:extLst>
              <a:ext uri="{FF2B5EF4-FFF2-40B4-BE49-F238E27FC236}">
                <a16:creationId xmlns:a16="http://schemas.microsoft.com/office/drawing/2014/main" id="{047B9E73-893E-47B2-B351-AC4826A48B1F}"/>
              </a:ext>
            </a:extLst>
          </p:cNvPr>
          <p:cNvPicPr>
            <a:picLocks noChangeAspect="1"/>
          </p:cNvPicPr>
          <p:nvPr/>
        </p:nvPicPr>
        <p:blipFill rotWithShape="1">
          <a:blip r:embed="rId5"/>
          <a:srcRect t="13090" r="42556" b="7183"/>
          <a:stretch/>
        </p:blipFill>
        <p:spPr>
          <a:xfrm>
            <a:off x="4571258" y="944503"/>
            <a:ext cx="1987022" cy="1676120"/>
          </a:xfrm>
          <a:prstGeom prst="rect">
            <a:avLst/>
          </a:prstGeom>
        </p:spPr>
      </p:pic>
      <p:pic>
        <p:nvPicPr>
          <p:cNvPr id="7" name="Picture 3">
            <a:extLst>
              <a:ext uri="{FF2B5EF4-FFF2-40B4-BE49-F238E27FC236}">
                <a16:creationId xmlns:a16="http://schemas.microsoft.com/office/drawing/2014/main" id="{047B9E73-893E-47B2-B351-AC4826A48B1F}"/>
              </a:ext>
            </a:extLst>
          </p:cNvPr>
          <p:cNvPicPr>
            <a:picLocks noChangeAspect="1"/>
          </p:cNvPicPr>
          <p:nvPr/>
        </p:nvPicPr>
        <p:blipFill rotWithShape="1">
          <a:blip r:embed="rId5"/>
          <a:srcRect l="84881" b="64936"/>
          <a:stretch/>
        </p:blipFill>
        <p:spPr>
          <a:xfrm>
            <a:off x="6532138" y="944503"/>
            <a:ext cx="903795" cy="127396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Shape 227"/>
          <p:cNvSpPr txBox="1">
            <a:spLocks noGrp="1"/>
          </p:cNvSpPr>
          <p:nvPr>
            <p:ph type="title"/>
          </p:nvPr>
        </p:nvSpPr>
        <p:spPr>
          <a:xfrm>
            <a:off x="242936" y="243000"/>
            <a:ext cx="8656645" cy="567000"/>
          </a:xfrm>
          <a:prstGeom prst="rect">
            <a:avLst/>
          </a:prstGeom>
          <a:noFill/>
          <a:ln>
            <a:noFill/>
          </a:ln>
        </p:spPr>
        <p:txBody>
          <a:bodyPr spcFirstLastPara="1" wrap="square" lIns="0" tIns="0" rIns="0" bIns="0" anchor="ctr" anchorCtr="0">
            <a:noAutofit/>
          </a:bodyPr>
          <a:lstStyle/>
          <a:p>
            <a:pPr lvl="0">
              <a:buClr>
                <a:srgbClr val="CCCCCC"/>
              </a:buClr>
              <a:buSzPts val="1500"/>
            </a:pPr>
            <a:r>
              <a:rPr lang="en-US" sz="1500" b="1" i="0" u="none" strike="noStrike" cap="none" noProof="0" dirty="0">
                <a:solidFill>
                  <a:srgbClr val="CCCCCC"/>
                </a:solidFill>
                <a:latin typeface="Arial"/>
                <a:ea typeface="Arial"/>
                <a:cs typeface="Arial"/>
                <a:sym typeface="Arial"/>
              </a:rPr>
              <a:t>II. </a:t>
            </a:r>
            <a:r>
              <a:rPr lang="en-US" sz="1500" noProof="0" dirty="0">
                <a:solidFill>
                  <a:srgbClr val="CCCCCC"/>
                </a:solidFill>
              </a:rPr>
              <a:t>UI Controls for Simple Charts</a:t>
            </a:r>
            <a:br>
              <a:rPr lang="en-US" sz="1500" noProof="0" dirty="0">
                <a:solidFill>
                  <a:srgbClr val="CCCCCC"/>
                </a:solidFill>
              </a:rPr>
            </a:br>
            <a:r>
              <a:rPr lang="en-US" sz="2100" b="1" i="0" u="none" strike="noStrike" cap="none" noProof="0" dirty="0">
                <a:solidFill>
                  <a:schemeClr val="accent2"/>
                </a:solidFill>
                <a:latin typeface="Arial"/>
                <a:ea typeface="Arial"/>
                <a:cs typeface="Arial"/>
                <a:sym typeface="Arial"/>
              </a:rPr>
              <a:t>Viz-Library Charts – API</a:t>
            </a:r>
          </a:p>
        </p:txBody>
      </p:sp>
      <p:pic>
        <p:nvPicPr>
          <p:cNvPr id="5" name="Picture 4">
            <a:extLst>
              <a:ext uri="{FF2B5EF4-FFF2-40B4-BE49-F238E27FC236}">
                <a16:creationId xmlns:a16="http://schemas.microsoft.com/office/drawing/2014/main" id="{FD1ED8DB-C52F-43A1-9915-B97DE8CB08A7}"/>
              </a:ext>
            </a:extLst>
          </p:cNvPr>
          <p:cNvPicPr>
            <a:picLocks noChangeAspect="1"/>
          </p:cNvPicPr>
          <p:nvPr/>
        </p:nvPicPr>
        <p:blipFill>
          <a:blip r:embed="rId3"/>
          <a:stretch>
            <a:fillRect/>
          </a:stretch>
        </p:blipFill>
        <p:spPr>
          <a:xfrm>
            <a:off x="479282" y="1576385"/>
            <a:ext cx="1063768" cy="1467454"/>
          </a:xfrm>
          <a:prstGeom prst="rect">
            <a:avLst/>
          </a:prstGeom>
        </p:spPr>
      </p:pic>
      <p:sp>
        <p:nvSpPr>
          <p:cNvPr id="8" name="Rectangle 7">
            <a:extLst>
              <a:ext uri="{FF2B5EF4-FFF2-40B4-BE49-F238E27FC236}">
                <a16:creationId xmlns:a16="http://schemas.microsoft.com/office/drawing/2014/main" id="{FA16BDE5-5275-4C58-BD53-37890BF3119E}"/>
              </a:ext>
            </a:extLst>
          </p:cNvPr>
          <p:cNvSpPr/>
          <p:nvPr/>
        </p:nvSpPr>
        <p:spPr>
          <a:xfrm>
            <a:off x="4373571" y="992770"/>
            <a:ext cx="4692485" cy="553998"/>
          </a:xfrm>
          <a:prstGeom prst="rect">
            <a:avLst/>
          </a:prstGeom>
        </p:spPr>
        <p:txBody>
          <a:bodyPr wrap="square">
            <a:spAutoFit/>
          </a:bodyPr>
          <a:lstStyle/>
          <a:p>
            <a:pPr marL="254000" lvl="0" indent="-254000">
              <a:buClr>
                <a:schemeClr val="accent1"/>
              </a:buClr>
              <a:buSzPts val="1200"/>
              <a:buFont typeface="Arial"/>
              <a:buChar char="•"/>
            </a:pPr>
            <a:r>
              <a:rPr lang="en-US" sz="1500" dirty="0" err="1">
                <a:solidFill>
                  <a:schemeClr val="dk1"/>
                </a:solidFill>
              </a:rPr>
              <a:t>setDataset</a:t>
            </a:r>
            <a:r>
              <a:rPr lang="en-US" sz="1500" dirty="0">
                <a:solidFill>
                  <a:schemeClr val="dk1"/>
                </a:solidFill>
              </a:rPr>
              <a:t>() – performs data binding, requires a special Object, </a:t>
            </a:r>
            <a:r>
              <a:rPr lang="en-US" sz="1500" dirty="0" err="1">
                <a:solidFill>
                  <a:schemeClr val="dk1"/>
                </a:solidFill>
              </a:rPr>
              <a:t>FlattenedDataset</a:t>
            </a:r>
            <a:r>
              <a:rPr lang="en-US" sz="1500" dirty="0">
                <a:solidFill>
                  <a:schemeClr val="dk1"/>
                </a:solidFill>
              </a:rPr>
              <a:t>, as a parameter</a:t>
            </a:r>
          </a:p>
        </p:txBody>
      </p:sp>
      <p:pic>
        <p:nvPicPr>
          <p:cNvPr id="9" name="Picture 8">
            <a:extLst>
              <a:ext uri="{FF2B5EF4-FFF2-40B4-BE49-F238E27FC236}">
                <a16:creationId xmlns:a16="http://schemas.microsoft.com/office/drawing/2014/main" id="{829C4699-54B4-4C96-8010-01613FB9FE16}"/>
              </a:ext>
            </a:extLst>
          </p:cNvPr>
          <p:cNvPicPr>
            <a:picLocks noChangeAspect="1"/>
          </p:cNvPicPr>
          <p:nvPr/>
        </p:nvPicPr>
        <p:blipFill>
          <a:blip r:embed="rId4"/>
          <a:stretch>
            <a:fillRect/>
          </a:stretch>
        </p:blipFill>
        <p:spPr>
          <a:xfrm>
            <a:off x="4711833" y="1576385"/>
            <a:ext cx="2327997" cy="1009001"/>
          </a:xfrm>
          <a:prstGeom prst="rect">
            <a:avLst/>
          </a:prstGeom>
        </p:spPr>
      </p:pic>
      <p:sp>
        <p:nvSpPr>
          <p:cNvPr id="12" name="Rectangle 11">
            <a:extLst>
              <a:ext uri="{FF2B5EF4-FFF2-40B4-BE49-F238E27FC236}">
                <a16:creationId xmlns:a16="http://schemas.microsoft.com/office/drawing/2014/main" id="{B5AA6176-BEF0-47D0-A800-6A8744B29A87}"/>
              </a:ext>
            </a:extLst>
          </p:cNvPr>
          <p:cNvSpPr/>
          <p:nvPr/>
        </p:nvSpPr>
        <p:spPr>
          <a:xfrm>
            <a:off x="247755" y="3073456"/>
            <a:ext cx="8251631" cy="323165"/>
          </a:xfrm>
          <a:prstGeom prst="rect">
            <a:avLst/>
          </a:prstGeom>
        </p:spPr>
        <p:txBody>
          <a:bodyPr wrap="square">
            <a:spAutoFit/>
          </a:bodyPr>
          <a:lstStyle/>
          <a:p>
            <a:pPr marL="254000" lvl="0" indent="-254000">
              <a:buClr>
                <a:schemeClr val="accent1"/>
              </a:buClr>
              <a:buSzPts val="1200"/>
              <a:buFont typeface="Arial"/>
              <a:buChar char="•"/>
            </a:pPr>
            <a:r>
              <a:rPr lang="en-US" sz="1500" dirty="0" err="1">
                <a:solidFill>
                  <a:schemeClr val="dk1"/>
                </a:solidFill>
              </a:rPr>
              <a:t>addFeed</a:t>
            </a:r>
            <a:r>
              <a:rPr lang="en-US" sz="1500" dirty="0">
                <a:solidFill>
                  <a:schemeClr val="dk1"/>
                </a:solidFill>
              </a:rPr>
              <a:t>() – ads a feed to a chart. </a:t>
            </a:r>
            <a:r>
              <a:rPr lang="en-US" sz="1500" dirty="0" err="1">
                <a:solidFill>
                  <a:schemeClr val="dk1"/>
                </a:solidFill>
              </a:rPr>
              <a:t>AxisLabels</a:t>
            </a:r>
            <a:r>
              <a:rPr lang="en-US" sz="1500" dirty="0">
                <a:solidFill>
                  <a:schemeClr val="dk1"/>
                </a:solidFill>
              </a:rPr>
              <a:t> and </a:t>
            </a:r>
            <a:r>
              <a:rPr lang="en-US" sz="1500" dirty="0" err="1">
                <a:solidFill>
                  <a:schemeClr val="dk1"/>
                </a:solidFill>
              </a:rPr>
              <a:t>PrimaryValues</a:t>
            </a:r>
            <a:r>
              <a:rPr lang="en-US" sz="1500" dirty="0">
                <a:solidFill>
                  <a:schemeClr val="dk1"/>
                </a:solidFill>
              </a:rPr>
              <a:t> are mandatory.</a:t>
            </a:r>
          </a:p>
        </p:txBody>
      </p:sp>
      <p:sp>
        <p:nvSpPr>
          <p:cNvPr id="14" name="Rectangle 13">
            <a:extLst>
              <a:ext uri="{FF2B5EF4-FFF2-40B4-BE49-F238E27FC236}">
                <a16:creationId xmlns:a16="http://schemas.microsoft.com/office/drawing/2014/main" id="{60BD7865-5D4E-4533-81C6-5DB74E1323D9}"/>
              </a:ext>
            </a:extLst>
          </p:cNvPr>
          <p:cNvSpPr/>
          <p:nvPr/>
        </p:nvSpPr>
        <p:spPr>
          <a:xfrm>
            <a:off x="203363" y="988085"/>
            <a:ext cx="4692485" cy="553998"/>
          </a:xfrm>
          <a:prstGeom prst="rect">
            <a:avLst/>
          </a:prstGeom>
        </p:spPr>
        <p:txBody>
          <a:bodyPr wrap="square">
            <a:spAutoFit/>
          </a:bodyPr>
          <a:lstStyle/>
          <a:p>
            <a:pPr marL="254000" lvl="0" indent="-254000">
              <a:buClr>
                <a:schemeClr val="accent1"/>
              </a:buClr>
              <a:buSzPts val="1200"/>
              <a:buFont typeface="Arial"/>
              <a:buChar char="•"/>
            </a:pPr>
            <a:r>
              <a:rPr lang="en-US" sz="1500" dirty="0" err="1">
                <a:solidFill>
                  <a:schemeClr val="dk1"/>
                </a:solidFill>
              </a:rPr>
              <a:t>setVizProperties</a:t>
            </a:r>
            <a:r>
              <a:rPr lang="en-US" sz="1500" dirty="0">
                <a:solidFill>
                  <a:schemeClr val="dk1"/>
                </a:solidFill>
              </a:rPr>
              <a:t>() – configures texts for title, category axis, and value axis</a:t>
            </a:r>
          </a:p>
        </p:txBody>
      </p:sp>
      <p:pic>
        <p:nvPicPr>
          <p:cNvPr id="15" name="Picture 14">
            <a:extLst>
              <a:ext uri="{FF2B5EF4-FFF2-40B4-BE49-F238E27FC236}">
                <a16:creationId xmlns:a16="http://schemas.microsoft.com/office/drawing/2014/main" id="{34C97A40-C8F5-4A78-9257-7475439AF3A8}"/>
              </a:ext>
            </a:extLst>
          </p:cNvPr>
          <p:cNvPicPr>
            <a:picLocks noChangeAspect="1"/>
          </p:cNvPicPr>
          <p:nvPr/>
        </p:nvPicPr>
        <p:blipFill>
          <a:blip r:embed="rId5"/>
          <a:stretch>
            <a:fillRect/>
          </a:stretch>
        </p:blipFill>
        <p:spPr>
          <a:xfrm>
            <a:off x="479282" y="3531909"/>
            <a:ext cx="3934704" cy="671214"/>
          </a:xfrm>
          <a:prstGeom prst="rect">
            <a:avLst/>
          </a:prstGeom>
        </p:spPr>
      </p:pic>
      <p:pic>
        <p:nvPicPr>
          <p:cNvPr id="16" name="Picture 15">
            <a:extLst>
              <a:ext uri="{FF2B5EF4-FFF2-40B4-BE49-F238E27FC236}">
                <a16:creationId xmlns:a16="http://schemas.microsoft.com/office/drawing/2014/main" id="{6D6DAC79-A525-41F0-AEED-0B5DA9AAB88F}"/>
              </a:ext>
            </a:extLst>
          </p:cNvPr>
          <p:cNvPicPr>
            <a:picLocks noChangeAspect="1"/>
          </p:cNvPicPr>
          <p:nvPr/>
        </p:nvPicPr>
        <p:blipFill>
          <a:blip r:embed="rId6"/>
          <a:stretch>
            <a:fillRect/>
          </a:stretch>
        </p:blipFill>
        <p:spPr>
          <a:xfrm>
            <a:off x="4667031" y="3531909"/>
            <a:ext cx="3604134" cy="666618"/>
          </a:xfrm>
          <a:prstGeom prst="rect">
            <a:avLst/>
          </a:prstGeom>
        </p:spPr>
      </p:pic>
    </p:spTree>
    <p:extLst>
      <p:ext uri="{BB962C8B-B14F-4D97-AF65-F5344CB8AC3E}">
        <p14:creationId xmlns:p14="http://schemas.microsoft.com/office/powerpoint/2010/main" val="42440097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Shape 227"/>
          <p:cNvSpPr txBox="1">
            <a:spLocks noGrp="1"/>
          </p:cNvSpPr>
          <p:nvPr>
            <p:ph type="title"/>
          </p:nvPr>
        </p:nvSpPr>
        <p:spPr>
          <a:xfrm>
            <a:off x="242936" y="243000"/>
            <a:ext cx="8656645" cy="567000"/>
          </a:xfrm>
          <a:prstGeom prst="rect">
            <a:avLst/>
          </a:prstGeom>
          <a:noFill/>
          <a:ln>
            <a:noFill/>
          </a:ln>
        </p:spPr>
        <p:txBody>
          <a:bodyPr spcFirstLastPara="1" wrap="square" lIns="0" tIns="0" rIns="0" bIns="0" anchor="ctr" anchorCtr="0">
            <a:noAutofit/>
          </a:bodyPr>
          <a:lstStyle/>
          <a:p>
            <a:pPr lvl="0">
              <a:buClr>
                <a:srgbClr val="CCCCCC"/>
              </a:buClr>
              <a:buSzPts val="1500"/>
            </a:pPr>
            <a:r>
              <a:rPr lang="en-US" sz="1500" b="1" i="0" u="none" strike="noStrike" cap="none" noProof="0" dirty="0">
                <a:solidFill>
                  <a:srgbClr val="CCCCCC"/>
                </a:solidFill>
                <a:latin typeface="Arial"/>
                <a:ea typeface="Arial"/>
                <a:cs typeface="Arial"/>
                <a:sym typeface="Arial"/>
              </a:rPr>
              <a:t>II. </a:t>
            </a:r>
            <a:r>
              <a:rPr lang="en-US" sz="1500" noProof="0" dirty="0">
                <a:solidFill>
                  <a:srgbClr val="CCCCCC"/>
                </a:solidFill>
              </a:rPr>
              <a:t>UI Controls for Simple Charts</a:t>
            </a:r>
            <a:br>
              <a:rPr lang="en-US" sz="1500" noProof="0" dirty="0">
                <a:solidFill>
                  <a:srgbClr val="CCCCCC"/>
                </a:solidFill>
              </a:rPr>
            </a:br>
            <a:r>
              <a:rPr lang="en-US" sz="2100" b="1" i="0" u="none" strike="noStrike" cap="none" noProof="0" dirty="0">
                <a:solidFill>
                  <a:schemeClr val="accent2"/>
                </a:solidFill>
                <a:latin typeface="Arial"/>
                <a:ea typeface="Arial"/>
                <a:cs typeface="Arial"/>
                <a:sym typeface="Arial"/>
              </a:rPr>
              <a:t>Chart Container</a:t>
            </a:r>
          </a:p>
        </p:txBody>
      </p:sp>
      <p:sp>
        <p:nvSpPr>
          <p:cNvPr id="228" name="Shape 228"/>
          <p:cNvSpPr txBox="1">
            <a:spLocks noGrp="1"/>
          </p:cNvSpPr>
          <p:nvPr>
            <p:ph type="body" idx="1"/>
          </p:nvPr>
        </p:nvSpPr>
        <p:spPr>
          <a:xfrm>
            <a:off x="242936" y="1269000"/>
            <a:ext cx="3559147" cy="3294005"/>
          </a:xfrm>
          <a:prstGeom prst="rect">
            <a:avLst/>
          </a:prstGeom>
          <a:noFill/>
          <a:ln>
            <a:noFill/>
          </a:ln>
        </p:spPr>
        <p:txBody>
          <a:bodyPr spcFirstLastPara="1" wrap="square" lIns="0" tIns="0" rIns="0" bIns="0" anchor="t" anchorCtr="0">
            <a:noAutofit/>
          </a:bodyPr>
          <a:lstStyle/>
          <a:p>
            <a:pPr marL="254000" marR="0" lvl="0" indent="-254000" algn="l" rtl="0">
              <a:lnSpc>
                <a:spcPct val="100000"/>
              </a:lnSpc>
              <a:spcBef>
                <a:spcPts val="0"/>
              </a:spcBef>
              <a:spcAft>
                <a:spcPts val="0"/>
              </a:spcAft>
              <a:buClr>
                <a:schemeClr val="accent1"/>
              </a:buClr>
              <a:buSzPts val="1200"/>
              <a:buFont typeface="Arial"/>
              <a:buChar char="•"/>
            </a:pPr>
            <a:r>
              <a:rPr lang="en-US" sz="1500" b="0" i="0" u="none" strike="noStrike" cap="none" noProof="0" dirty="0">
                <a:solidFill>
                  <a:schemeClr val="dk1"/>
                </a:solidFill>
                <a:latin typeface="Arial"/>
                <a:ea typeface="Arial"/>
                <a:cs typeface="Arial"/>
                <a:sym typeface="Arial"/>
              </a:rPr>
              <a:t>Provides functions for direct interaction with the chart</a:t>
            </a:r>
          </a:p>
          <a:p>
            <a:pPr marL="254000" marR="0" lvl="0" indent="-254000" algn="l" rtl="0">
              <a:lnSpc>
                <a:spcPct val="100000"/>
              </a:lnSpc>
              <a:spcBef>
                <a:spcPts val="1200"/>
              </a:spcBef>
              <a:spcAft>
                <a:spcPts val="0"/>
              </a:spcAft>
              <a:buClr>
                <a:schemeClr val="accent1"/>
              </a:buClr>
              <a:buSzPts val="1200"/>
              <a:buFont typeface="Arial"/>
              <a:buChar char="•"/>
            </a:pPr>
            <a:r>
              <a:rPr lang="en-US" noProof="0" dirty="0"/>
              <a:t>Basic functions</a:t>
            </a:r>
          </a:p>
          <a:p>
            <a:pPr marL="742950" lvl="1" indent="-285750">
              <a:spcBef>
                <a:spcPts val="0"/>
              </a:spcBef>
              <a:buFont typeface="Symbol" panose="05050102010706020507" pitchFamily="18" charset="2"/>
              <a:buChar char="-"/>
            </a:pPr>
            <a:r>
              <a:rPr lang="en-US" noProof="0" dirty="0"/>
              <a:t>zooming</a:t>
            </a:r>
          </a:p>
          <a:p>
            <a:pPr marL="742950" lvl="1" indent="-285750">
              <a:spcBef>
                <a:spcPts val="0"/>
              </a:spcBef>
              <a:buFont typeface="Symbol" panose="05050102010706020507" pitchFamily="18" charset="2"/>
              <a:buChar char="-"/>
            </a:pPr>
            <a:r>
              <a:rPr lang="en-US" noProof="0" dirty="0"/>
              <a:t>enable/disable legend</a:t>
            </a:r>
          </a:p>
          <a:p>
            <a:pPr marL="742950" lvl="1" indent="-285750">
              <a:spcBef>
                <a:spcPts val="0"/>
              </a:spcBef>
              <a:buFont typeface="Symbol" panose="05050102010706020507" pitchFamily="18" charset="2"/>
              <a:buChar char="-"/>
            </a:pPr>
            <a:r>
              <a:rPr lang="en-US" noProof="0" dirty="0"/>
              <a:t>full-screen mode</a:t>
            </a:r>
          </a:p>
          <a:p>
            <a:pPr marL="254000" marR="0" lvl="0" indent="-254000" algn="l" rtl="0">
              <a:lnSpc>
                <a:spcPct val="100000"/>
              </a:lnSpc>
              <a:spcBef>
                <a:spcPts val="1200"/>
              </a:spcBef>
              <a:spcAft>
                <a:spcPts val="0"/>
              </a:spcAft>
              <a:buClr>
                <a:schemeClr val="accent1"/>
              </a:buClr>
              <a:buSzPts val="1200"/>
              <a:buFont typeface="Arial"/>
              <a:buChar char="•"/>
            </a:pPr>
            <a:r>
              <a:rPr lang="en-US" noProof="0" dirty="0"/>
              <a:t>Extendable with customized buttons and other interface elements according to your needs</a:t>
            </a:r>
            <a:endParaRPr lang="en-US" sz="1500" b="0" i="0" u="none" strike="noStrike" cap="none" noProof="0" dirty="0">
              <a:solidFill>
                <a:schemeClr val="dk1"/>
              </a:solidFill>
              <a:latin typeface="Arial"/>
              <a:ea typeface="Arial"/>
              <a:cs typeface="Arial"/>
              <a:sym typeface="Arial"/>
            </a:endParaRPr>
          </a:p>
          <a:p>
            <a:pPr marL="254000" marR="0" lvl="0" indent="-254000" algn="l" rtl="0">
              <a:lnSpc>
                <a:spcPct val="100000"/>
              </a:lnSpc>
              <a:spcBef>
                <a:spcPts val="1200"/>
              </a:spcBef>
              <a:spcAft>
                <a:spcPts val="0"/>
              </a:spcAft>
              <a:buClr>
                <a:schemeClr val="accent1"/>
              </a:buClr>
              <a:buSzPts val="1200"/>
              <a:buFont typeface="Arial"/>
              <a:buChar char="•"/>
            </a:pPr>
            <a:r>
              <a:rPr lang="en-US" noProof="0" dirty="0"/>
              <a:t>Charts need to be placed in the container</a:t>
            </a:r>
            <a:endParaRPr lang="en-US" sz="1500" b="0" i="0" u="none" strike="noStrike" cap="none" noProof="0" dirty="0">
              <a:solidFill>
                <a:schemeClr val="dk1"/>
              </a:solidFill>
              <a:latin typeface="Arial"/>
              <a:ea typeface="Arial"/>
              <a:cs typeface="Arial"/>
              <a:sym typeface="Arial"/>
            </a:endParaRPr>
          </a:p>
        </p:txBody>
      </p:sp>
      <p:pic>
        <p:nvPicPr>
          <p:cNvPr id="5" name="Picture 4">
            <a:extLst>
              <a:ext uri="{FF2B5EF4-FFF2-40B4-BE49-F238E27FC236}">
                <a16:creationId xmlns:a16="http://schemas.microsoft.com/office/drawing/2014/main" id="{7C08BE6E-862D-4B2A-B6B2-46EDB36EC1AE}"/>
              </a:ext>
            </a:extLst>
          </p:cNvPr>
          <p:cNvPicPr>
            <a:picLocks noChangeAspect="1"/>
          </p:cNvPicPr>
          <p:nvPr/>
        </p:nvPicPr>
        <p:blipFill>
          <a:blip r:embed="rId3"/>
          <a:stretch>
            <a:fillRect/>
          </a:stretch>
        </p:blipFill>
        <p:spPr>
          <a:xfrm>
            <a:off x="3802083" y="1269000"/>
            <a:ext cx="5050452" cy="2353088"/>
          </a:xfrm>
          <a:prstGeom prst="rect">
            <a:avLst/>
          </a:prstGeom>
        </p:spPr>
      </p:pic>
    </p:spTree>
    <p:extLst>
      <p:ext uri="{BB962C8B-B14F-4D97-AF65-F5344CB8AC3E}">
        <p14:creationId xmlns:p14="http://schemas.microsoft.com/office/powerpoint/2010/main" val="21526740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Shape 227"/>
          <p:cNvSpPr txBox="1">
            <a:spLocks noGrp="1"/>
          </p:cNvSpPr>
          <p:nvPr>
            <p:ph type="title"/>
          </p:nvPr>
        </p:nvSpPr>
        <p:spPr>
          <a:xfrm>
            <a:off x="242936" y="243000"/>
            <a:ext cx="8656645" cy="567000"/>
          </a:xfrm>
          <a:prstGeom prst="rect">
            <a:avLst/>
          </a:prstGeom>
          <a:noFill/>
          <a:ln>
            <a:noFill/>
          </a:ln>
        </p:spPr>
        <p:txBody>
          <a:bodyPr spcFirstLastPara="1" wrap="square" lIns="0" tIns="0" rIns="0" bIns="0" anchor="ctr" anchorCtr="0">
            <a:noAutofit/>
          </a:bodyPr>
          <a:lstStyle/>
          <a:p>
            <a:pPr lvl="0">
              <a:buClr>
                <a:srgbClr val="CCCCCC"/>
              </a:buClr>
              <a:buSzPts val="1500"/>
            </a:pPr>
            <a:r>
              <a:rPr lang="en-US" sz="1500" b="1" i="0" u="none" strike="noStrike" cap="none" noProof="0" dirty="0">
                <a:solidFill>
                  <a:srgbClr val="CCCCCC"/>
                </a:solidFill>
                <a:latin typeface="Arial"/>
                <a:ea typeface="Arial"/>
                <a:cs typeface="Arial"/>
                <a:sym typeface="Arial"/>
              </a:rPr>
              <a:t>II. </a:t>
            </a:r>
            <a:r>
              <a:rPr lang="en-US" sz="1500" noProof="0" dirty="0">
                <a:solidFill>
                  <a:srgbClr val="CCCCCC"/>
                </a:solidFill>
              </a:rPr>
              <a:t>UI Controls for Simple Charts</a:t>
            </a:r>
            <a:br>
              <a:rPr lang="en-US" sz="1500" noProof="0" dirty="0">
                <a:solidFill>
                  <a:srgbClr val="CCCCCC"/>
                </a:solidFill>
              </a:rPr>
            </a:br>
            <a:r>
              <a:rPr lang="en-US" sz="2100" b="1" i="0" u="none" strike="noStrike" cap="none" noProof="0" dirty="0">
                <a:solidFill>
                  <a:schemeClr val="accent2"/>
                </a:solidFill>
                <a:latin typeface="Arial"/>
                <a:ea typeface="Arial"/>
                <a:cs typeface="Arial"/>
                <a:sym typeface="Arial"/>
              </a:rPr>
              <a:t>Chart Container – API</a:t>
            </a:r>
          </a:p>
        </p:txBody>
      </p:sp>
      <p:sp>
        <p:nvSpPr>
          <p:cNvPr id="228" name="Shape 228"/>
          <p:cNvSpPr txBox="1">
            <a:spLocks noGrp="1"/>
          </p:cNvSpPr>
          <p:nvPr>
            <p:ph type="body" idx="1"/>
          </p:nvPr>
        </p:nvSpPr>
        <p:spPr>
          <a:xfrm>
            <a:off x="242936" y="1269000"/>
            <a:ext cx="3559147" cy="3294005"/>
          </a:xfrm>
          <a:prstGeom prst="rect">
            <a:avLst/>
          </a:prstGeom>
          <a:noFill/>
          <a:ln>
            <a:noFill/>
          </a:ln>
        </p:spPr>
        <p:txBody>
          <a:bodyPr spcFirstLastPara="1" wrap="square" lIns="0" tIns="0" rIns="0" bIns="0" anchor="t" anchorCtr="0">
            <a:noAutofit/>
          </a:bodyPr>
          <a:lstStyle/>
          <a:p>
            <a:pPr marL="254000" marR="0" lvl="0" indent="-254000" algn="l" rtl="0">
              <a:lnSpc>
                <a:spcPct val="100000"/>
              </a:lnSpc>
              <a:spcBef>
                <a:spcPts val="0"/>
              </a:spcBef>
              <a:spcAft>
                <a:spcPts val="0"/>
              </a:spcAft>
              <a:buClr>
                <a:schemeClr val="accent1"/>
              </a:buClr>
              <a:buSzPts val="1200"/>
              <a:buFont typeface="Arial"/>
              <a:buChar char="•"/>
            </a:pPr>
            <a:r>
              <a:rPr lang="en-US" sz="1500" b="0" i="0" u="none" strike="noStrike" cap="none" noProof="0" dirty="0">
                <a:solidFill>
                  <a:schemeClr val="dk1"/>
                </a:solidFill>
                <a:latin typeface="Arial"/>
                <a:ea typeface="Arial"/>
                <a:cs typeface="Arial"/>
                <a:sym typeface="Arial"/>
              </a:rPr>
              <a:t>Instantiated via constructor</a:t>
            </a:r>
          </a:p>
          <a:p>
            <a:pPr marL="254000" marR="0" lvl="0" indent="-254000" algn="l" rtl="0">
              <a:lnSpc>
                <a:spcPct val="100000"/>
              </a:lnSpc>
              <a:spcBef>
                <a:spcPts val="0"/>
              </a:spcBef>
              <a:spcAft>
                <a:spcPts val="0"/>
              </a:spcAft>
              <a:buClr>
                <a:schemeClr val="accent1"/>
              </a:buClr>
              <a:buSzPts val="1200"/>
              <a:buFont typeface="Arial"/>
              <a:buChar char="•"/>
            </a:pPr>
            <a:endParaRPr lang="en-US" dirty="0"/>
          </a:p>
          <a:p>
            <a:pPr marL="254000" marR="0" lvl="0" indent="-254000" algn="l" rtl="0">
              <a:lnSpc>
                <a:spcPct val="100000"/>
              </a:lnSpc>
              <a:spcBef>
                <a:spcPts val="0"/>
              </a:spcBef>
              <a:spcAft>
                <a:spcPts val="0"/>
              </a:spcAft>
              <a:buClr>
                <a:schemeClr val="accent1"/>
              </a:buClr>
              <a:buSzPts val="1200"/>
              <a:buFont typeface="Arial"/>
              <a:buChar char="•"/>
            </a:pPr>
            <a:r>
              <a:rPr lang="en-US" sz="1500" b="0" i="0" u="none" strike="noStrike" cap="none" noProof="0" dirty="0">
                <a:solidFill>
                  <a:schemeClr val="dk1"/>
                </a:solidFill>
                <a:latin typeface="Arial"/>
                <a:ea typeface="Arial"/>
                <a:cs typeface="Arial"/>
                <a:sym typeface="Arial"/>
              </a:rPr>
              <a:t>Constructor has an object of a type </a:t>
            </a:r>
            <a:r>
              <a:rPr lang="en-US" sz="1500" b="0" i="0" u="none" strike="noStrike" cap="none" noProof="0" dirty="0" err="1">
                <a:solidFill>
                  <a:schemeClr val="dk1"/>
                </a:solidFill>
                <a:latin typeface="Arial"/>
                <a:ea typeface="Arial"/>
                <a:cs typeface="Arial"/>
                <a:sym typeface="Arial"/>
              </a:rPr>
              <a:t>ChartContainerContent</a:t>
            </a:r>
            <a:r>
              <a:rPr lang="en-US" sz="1500" b="0" i="0" u="none" strike="noStrike" cap="none" noProof="0" dirty="0">
                <a:solidFill>
                  <a:schemeClr val="dk1"/>
                </a:solidFill>
                <a:latin typeface="Arial"/>
                <a:ea typeface="Arial"/>
                <a:cs typeface="Arial"/>
                <a:sym typeface="Arial"/>
              </a:rPr>
              <a:t> as a parameter</a:t>
            </a:r>
          </a:p>
          <a:p>
            <a:pPr marL="254000" marR="0" lvl="0" indent="-254000" algn="l" rtl="0">
              <a:lnSpc>
                <a:spcPct val="100000"/>
              </a:lnSpc>
              <a:spcBef>
                <a:spcPts val="0"/>
              </a:spcBef>
              <a:spcAft>
                <a:spcPts val="0"/>
              </a:spcAft>
              <a:buClr>
                <a:schemeClr val="accent1"/>
              </a:buClr>
              <a:buSzPts val="1200"/>
              <a:buFont typeface="Arial"/>
              <a:buChar char="•"/>
            </a:pPr>
            <a:endParaRPr lang="en-US" dirty="0"/>
          </a:p>
          <a:p>
            <a:pPr marL="254000" marR="0" lvl="0" indent="-254000" algn="l" rtl="0">
              <a:lnSpc>
                <a:spcPct val="100000"/>
              </a:lnSpc>
              <a:spcBef>
                <a:spcPts val="0"/>
              </a:spcBef>
              <a:spcAft>
                <a:spcPts val="0"/>
              </a:spcAft>
              <a:buClr>
                <a:schemeClr val="accent1"/>
              </a:buClr>
              <a:buSzPts val="1200"/>
              <a:buFont typeface="Arial"/>
              <a:buChar char="•"/>
            </a:pPr>
            <a:r>
              <a:rPr lang="en-US" sz="1500" b="0" i="0" u="none" strike="noStrike" cap="none" noProof="0" dirty="0" err="1">
                <a:solidFill>
                  <a:schemeClr val="dk1"/>
                </a:solidFill>
                <a:latin typeface="Arial"/>
                <a:ea typeface="Arial"/>
                <a:cs typeface="Arial"/>
                <a:sym typeface="Arial"/>
              </a:rPr>
              <a:t>ChartContainerContent</a:t>
            </a:r>
            <a:r>
              <a:rPr lang="en-US" sz="1500" b="0" i="0" u="none" strike="noStrike" cap="none" noProof="0" dirty="0">
                <a:solidFill>
                  <a:schemeClr val="dk1"/>
                </a:solidFill>
                <a:latin typeface="Arial"/>
                <a:ea typeface="Arial"/>
                <a:cs typeface="Arial"/>
                <a:sym typeface="Arial"/>
              </a:rPr>
              <a:t> instantiated with icon (path), title (String), and content (array of chart objects)</a:t>
            </a:r>
          </a:p>
          <a:p>
            <a:pPr marL="254000" marR="0" lvl="0" indent="-254000" algn="l" rtl="0">
              <a:lnSpc>
                <a:spcPct val="100000"/>
              </a:lnSpc>
              <a:spcBef>
                <a:spcPts val="0"/>
              </a:spcBef>
              <a:spcAft>
                <a:spcPts val="0"/>
              </a:spcAft>
              <a:buClr>
                <a:schemeClr val="accent1"/>
              </a:buClr>
              <a:buSzPts val="1200"/>
              <a:buFont typeface="Arial"/>
              <a:buChar char="•"/>
            </a:pPr>
            <a:endParaRPr lang="en-US" dirty="0"/>
          </a:p>
          <a:p>
            <a:pPr marL="254000" marR="0" lvl="0" indent="-254000" algn="l" rtl="0">
              <a:lnSpc>
                <a:spcPct val="100000"/>
              </a:lnSpc>
              <a:spcBef>
                <a:spcPts val="0"/>
              </a:spcBef>
              <a:spcAft>
                <a:spcPts val="0"/>
              </a:spcAft>
              <a:buClr>
                <a:schemeClr val="accent1"/>
              </a:buClr>
              <a:buSzPts val="1200"/>
              <a:buFont typeface="Arial"/>
              <a:buChar char="•"/>
            </a:pPr>
            <a:r>
              <a:rPr lang="en-US" sz="1500" b="0" i="0" u="none" strike="noStrike" cap="none" noProof="0" dirty="0">
                <a:solidFill>
                  <a:schemeClr val="dk1"/>
                </a:solidFill>
                <a:latin typeface="Arial"/>
                <a:ea typeface="Arial"/>
                <a:cs typeface="Arial"/>
                <a:sym typeface="Arial"/>
              </a:rPr>
              <a:t>Every standard container button has its own visibility setter</a:t>
            </a:r>
          </a:p>
          <a:p>
            <a:pPr marL="254000" marR="0" lvl="0" indent="-254000" algn="l" rtl="0">
              <a:lnSpc>
                <a:spcPct val="100000"/>
              </a:lnSpc>
              <a:spcBef>
                <a:spcPts val="0"/>
              </a:spcBef>
              <a:spcAft>
                <a:spcPts val="0"/>
              </a:spcAft>
              <a:buClr>
                <a:schemeClr val="accent1"/>
              </a:buClr>
              <a:buSzPts val="1200"/>
              <a:buFont typeface="Arial"/>
              <a:buChar char="•"/>
            </a:pPr>
            <a:endParaRPr lang="en-US" dirty="0"/>
          </a:p>
          <a:p>
            <a:pPr marL="254000" marR="0" lvl="0" indent="-254000" algn="l" rtl="0">
              <a:lnSpc>
                <a:spcPct val="100000"/>
              </a:lnSpc>
              <a:spcBef>
                <a:spcPts val="0"/>
              </a:spcBef>
              <a:spcAft>
                <a:spcPts val="0"/>
              </a:spcAft>
              <a:buClr>
                <a:schemeClr val="accent1"/>
              </a:buClr>
              <a:buSzPts val="1200"/>
              <a:buFont typeface="Arial"/>
              <a:buChar char="•"/>
            </a:pPr>
            <a:r>
              <a:rPr lang="en-US" sz="1500" b="0" i="0" u="none" strike="noStrike" cap="none" noProof="0" dirty="0">
                <a:solidFill>
                  <a:schemeClr val="dk1"/>
                </a:solidFill>
                <a:latin typeface="Arial"/>
                <a:ea typeface="Arial"/>
                <a:cs typeface="Arial"/>
                <a:sym typeface="Arial"/>
              </a:rPr>
              <a:t>Is injected into another control (e.g. as </a:t>
            </a:r>
            <a:r>
              <a:rPr lang="en-US" sz="1500" b="0" i="0" u="none" strike="noStrike" cap="none" noProof="0" dirty="0" err="1">
                <a:solidFill>
                  <a:schemeClr val="dk1"/>
                </a:solidFill>
                <a:latin typeface="Arial"/>
                <a:ea typeface="Arial"/>
                <a:cs typeface="Arial"/>
                <a:sym typeface="Arial"/>
              </a:rPr>
              <a:t>FlexContent</a:t>
            </a:r>
            <a:r>
              <a:rPr lang="en-US" sz="1500" b="0" i="0" u="none" strike="noStrike" cap="none" noProof="0" dirty="0">
                <a:solidFill>
                  <a:schemeClr val="dk1"/>
                </a:solidFill>
                <a:latin typeface="Arial"/>
                <a:ea typeface="Arial"/>
                <a:cs typeface="Arial"/>
                <a:sym typeface="Arial"/>
              </a:rPr>
              <a:t> of a </a:t>
            </a:r>
            <a:r>
              <a:rPr lang="en-US" sz="1500" b="0" i="0" u="none" strike="noStrike" cap="none" noProof="0" dirty="0" err="1">
                <a:solidFill>
                  <a:schemeClr val="dk1"/>
                </a:solidFill>
                <a:latin typeface="Arial"/>
                <a:ea typeface="Arial"/>
                <a:cs typeface="Arial"/>
                <a:sym typeface="Arial"/>
              </a:rPr>
              <a:t>FixFlex</a:t>
            </a:r>
            <a:r>
              <a:rPr lang="en-US" sz="1500" b="0" i="0" u="none" strike="noStrike" cap="none" noProof="0" dirty="0">
                <a:solidFill>
                  <a:schemeClr val="dk1"/>
                </a:solidFill>
                <a:latin typeface="Arial"/>
                <a:ea typeface="Arial"/>
                <a:cs typeface="Arial"/>
                <a:sym typeface="Arial"/>
              </a:rPr>
              <a:t>)</a:t>
            </a:r>
          </a:p>
          <a:p>
            <a:pPr marL="254000" marR="0" lvl="0" indent="-254000" algn="l" rtl="0">
              <a:lnSpc>
                <a:spcPct val="100000"/>
              </a:lnSpc>
              <a:spcBef>
                <a:spcPts val="0"/>
              </a:spcBef>
              <a:spcAft>
                <a:spcPts val="0"/>
              </a:spcAft>
              <a:buClr>
                <a:schemeClr val="accent1"/>
              </a:buClr>
              <a:buSzPts val="1200"/>
              <a:buFont typeface="Arial"/>
              <a:buChar char="•"/>
            </a:pPr>
            <a:endParaRPr lang="en-US" dirty="0"/>
          </a:p>
          <a:p>
            <a:pPr marL="254000" marR="0" lvl="0" indent="-254000" algn="l" rtl="0">
              <a:lnSpc>
                <a:spcPct val="100000"/>
              </a:lnSpc>
              <a:spcBef>
                <a:spcPts val="0"/>
              </a:spcBef>
              <a:spcAft>
                <a:spcPts val="0"/>
              </a:spcAft>
              <a:buClr>
                <a:schemeClr val="accent1"/>
              </a:buClr>
              <a:buSzPts val="1200"/>
              <a:buFont typeface="Arial"/>
              <a:buChar char="•"/>
            </a:pPr>
            <a:endParaRPr lang="en-US" sz="1500" b="0" i="0" u="none" strike="noStrike" cap="none" noProof="0" dirty="0">
              <a:solidFill>
                <a:schemeClr val="dk1"/>
              </a:solidFill>
              <a:latin typeface="Arial"/>
              <a:ea typeface="Arial"/>
              <a:cs typeface="Arial"/>
              <a:sym typeface="Arial"/>
            </a:endParaRPr>
          </a:p>
        </p:txBody>
      </p:sp>
      <p:pic>
        <p:nvPicPr>
          <p:cNvPr id="2" name="Picture 1">
            <a:extLst>
              <a:ext uri="{FF2B5EF4-FFF2-40B4-BE49-F238E27FC236}">
                <a16:creationId xmlns:a16="http://schemas.microsoft.com/office/drawing/2014/main" id="{1A90780B-E3B9-4D16-8C7F-E2DE2B157E83}"/>
              </a:ext>
            </a:extLst>
          </p:cNvPr>
          <p:cNvPicPr>
            <a:picLocks noChangeAspect="1"/>
          </p:cNvPicPr>
          <p:nvPr/>
        </p:nvPicPr>
        <p:blipFill>
          <a:blip r:embed="rId3"/>
          <a:stretch>
            <a:fillRect/>
          </a:stretch>
        </p:blipFill>
        <p:spPr>
          <a:xfrm>
            <a:off x="3885767" y="1269000"/>
            <a:ext cx="4791075" cy="1895475"/>
          </a:xfrm>
          <a:prstGeom prst="rect">
            <a:avLst/>
          </a:prstGeom>
        </p:spPr>
      </p:pic>
    </p:spTree>
    <p:extLst>
      <p:ext uri="{BB962C8B-B14F-4D97-AF65-F5344CB8AC3E}">
        <p14:creationId xmlns:p14="http://schemas.microsoft.com/office/powerpoint/2010/main" val="3672989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Shape 227"/>
          <p:cNvSpPr txBox="1">
            <a:spLocks noGrp="1"/>
          </p:cNvSpPr>
          <p:nvPr>
            <p:ph type="title"/>
          </p:nvPr>
        </p:nvSpPr>
        <p:spPr>
          <a:xfrm>
            <a:off x="242936" y="243000"/>
            <a:ext cx="8656645" cy="567000"/>
          </a:xfrm>
          <a:prstGeom prst="rect">
            <a:avLst/>
          </a:prstGeom>
          <a:noFill/>
          <a:ln>
            <a:noFill/>
          </a:ln>
        </p:spPr>
        <p:txBody>
          <a:bodyPr spcFirstLastPara="1" wrap="square" lIns="0" tIns="0" rIns="0" bIns="0" anchor="ctr" anchorCtr="0">
            <a:noAutofit/>
          </a:bodyPr>
          <a:lstStyle/>
          <a:p>
            <a:pPr lvl="0">
              <a:buClr>
                <a:srgbClr val="CCCCCC"/>
              </a:buClr>
              <a:buSzPts val="1500"/>
            </a:pPr>
            <a:r>
              <a:rPr lang="en-US" sz="1500" b="1" i="0" u="none" strike="noStrike" cap="none" noProof="0" dirty="0">
                <a:solidFill>
                  <a:srgbClr val="CCCCCC"/>
                </a:solidFill>
                <a:latin typeface="Arial"/>
                <a:ea typeface="Arial"/>
                <a:cs typeface="Arial"/>
                <a:sym typeface="Arial"/>
              </a:rPr>
              <a:t>II. </a:t>
            </a:r>
            <a:r>
              <a:rPr lang="en-US" sz="1500" noProof="0" dirty="0">
                <a:solidFill>
                  <a:srgbClr val="CCCCCC"/>
                </a:solidFill>
              </a:rPr>
              <a:t>UI Controls for Simple Charts</a:t>
            </a:r>
            <a:br>
              <a:rPr lang="en-US" sz="1500" noProof="0" dirty="0">
                <a:solidFill>
                  <a:srgbClr val="CCCCCC"/>
                </a:solidFill>
              </a:rPr>
            </a:br>
            <a:r>
              <a:rPr lang="en-US" sz="2100" b="1" i="0" u="none" strike="noStrike" cap="none" noProof="0" dirty="0">
                <a:solidFill>
                  <a:schemeClr val="accent2"/>
                </a:solidFill>
                <a:latin typeface="Arial"/>
                <a:ea typeface="Arial"/>
                <a:cs typeface="Arial"/>
                <a:sym typeface="Arial"/>
              </a:rPr>
              <a:t>Micro Chart</a:t>
            </a:r>
          </a:p>
        </p:txBody>
      </p:sp>
      <p:sp>
        <p:nvSpPr>
          <p:cNvPr id="228" name="Shape 228"/>
          <p:cNvSpPr txBox="1">
            <a:spLocks noGrp="1"/>
          </p:cNvSpPr>
          <p:nvPr>
            <p:ph type="body" idx="1"/>
          </p:nvPr>
        </p:nvSpPr>
        <p:spPr>
          <a:xfrm>
            <a:off x="242936" y="1269000"/>
            <a:ext cx="3336559" cy="3294005"/>
          </a:xfrm>
          <a:prstGeom prst="rect">
            <a:avLst/>
          </a:prstGeom>
          <a:noFill/>
          <a:ln>
            <a:noFill/>
          </a:ln>
        </p:spPr>
        <p:txBody>
          <a:bodyPr spcFirstLastPara="1" wrap="square" lIns="0" tIns="0" rIns="0" bIns="0" anchor="t" anchorCtr="0">
            <a:noAutofit/>
          </a:bodyPr>
          <a:lstStyle/>
          <a:p>
            <a:pPr marL="254000" marR="0" lvl="0" indent="-254000" algn="l" rtl="0">
              <a:lnSpc>
                <a:spcPct val="100000"/>
              </a:lnSpc>
              <a:spcBef>
                <a:spcPts val="0"/>
              </a:spcBef>
              <a:spcAft>
                <a:spcPts val="0"/>
              </a:spcAft>
              <a:buClr>
                <a:schemeClr val="accent1"/>
              </a:buClr>
              <a:buSzPts val="1200"/>
              <a:buFont typeface="Arial"/>
              <a:buChar char="•"/>
            </a:pPr>
            <a:r>
              <a:rPr lang="en-US" sz="1500" b="0" i="0" u="none" strike="noStrike" cap="none" noProof="0" dirty="0">
                <a:solidFill>
                  <a:schemeClr val="dk1"/>
                </a:solidFill>
                <a:latin typeface="Arial"/>
                <a:ea typeface="Arial"/>
                <a:cs typeface="Arial"/>
                <a:sym typeface="Arial"/>
              </a:rPr>
              <a:t>Small layout size</a:t>
            </a:r>
          </a:p>
          <a:p>
            <a:pPr marL="254000" marR="0" lvl="0" indent="-254000" algn="l" rtl="0">
              <a:lnSpc>
                <a:spcPct val="100000"/>
              </a:lnSpc>
              <a:spcBef>
                <a:spcPts val="0"/>
              </a:spcBef>
              <a:spcAft>
                <a:spcPts val="0"/>
              </a:spcAft>
              <a:buClr>
                <a:schemeClr val="accent1"/>
              </a:buClr>
              <a:buSzPts val="1200"/>
              <a:buFont typeface="Arial"/>
              <a:buChar char="•"/>
            </a:pPr>
            <a:endParaRPr lang="en-US" noProof="0" dirty="0"/>
          </a:p>
          <a:p>
            <a:pPr marL="254000" marR="0" lvl="0" indent="-254000" algn="l" rtl="0">
              <a:lnSpc>
                <a:spcPct val="100000"/>
              </a:lnSpc>
              <a:spcBef>
                <a:spcPts val="0"/>
              </a:spcBef>
              <a:spcAft>
                <a:spcPts val="0"/>
              </a:spcAft>
              <a:buClr>
                <a:schemeClr val="accent1"/>
              </a:buClr>
              <a:buSzPts val="1200"/>
              <a:buFont typeface="Arial"/>
              <a:buChar char="•"/>
            </a:pPr>
            <a:r>
              <a:rPr lang="en-US" sz="1500" b="0" i="0" u="none" strike="noStrike" cap="none" noProof="0" dirty="0">
                <a:solidFill>
                  <a:schemeClr val="dk1"/>
                </a:solidFill>
                <a:latin typeface="Arial"/>
                <a:ea typeface="Arial"/>
                <a:cs typeface="Arial"/>
                <a:sym typeface="Arial"/>
              </a:rPr>
              <a:t>Supports all usual chart types, like bar, column, pie, etc. *</a:t>
            </a:r>
          </a:p>
          <a:p>
            <a:pPr marL="254000" marR="0" lvl="0" indent="-254000" algn="l" rtl="0">
              <a:lnSpc>
                <a:spcPct val="100000"/>
              </a:lnSpc>
              <a:spcBef>
                <a:spcPts val="0"/>
              </a:spcBef>
              <a:spcAft>
                <a:spcPts val="0"/>
              </a:spcAft>
              <a:buClr>
                <a:schemeClr val="accent1"/>
              </a:buClr>
              <a:buSzPts val="1200"/>
              <a:buFont typeface="Arial"/>
              <a:buChar char="•"/>
            </a:pPr>
            <a:endParaRPr lang="en-US" noProof="0" dirty="0"/>
          </a:p>
          <a:p>
            <a:pPr marL="254000" marR="0" lvl="0" indent="-254000" algn="l" rtl="0">
              <a:lnSpc>
                <a:spcPct val="100000"/>
              </a:lnSpc>
              <a:spcBef>
                <a:spcPts val="0"/>
              </a:spcBef>
              <a:spcAft>
                <a:spcPts val="0"/>
              </a:spcAft>
              <a:buClr>
                <a:schemeClr val="accent1"/>
              </a:buClr>
              <a:buSzPts val="1200"/>
              <a:buFont typeface="Arial"/>
              <a:buChar char="•"/>
            </a:pPr>
            <a:r>
              <a:rPr lang="en-US" sz="1500" b="0" i="0" u="none" strike="noStrike" cap="none" noProof="0" dirty="0">
                <a:solidFill>
                  <a:schemeClr val="dk1"/>
                </a:solidFill>
                <a:latin typeface="Arial"/>
                <a:ea typeface="Arial"/>
                <a:cs typeface="Arial"/>
                <a:sym typeface="Arial"/>
              </a:rPr>
              <a:t>Usually used to depict a single KPI</a:t>
            </a:r>
          </a:p>
          <a:p>
            <a:pPr marL="254000" marR="0" lvl="0" indent="-254000" algn="l" rtl="0">
              <a:lnSpc>
                <a:spcPct val="100000"/>
              </a:lnSpc>
              <a:spcBef>
                <a:spcPts val="0"/>
              </a:spcBef>
              <a:spcAft>
                <a:spcPts val="0"/>
              </a:spcAft>
              <a:buClr>
                <a:schemeClr val="accent1"/>
              </a:buClr>
              <a:buSzPts val="1200"/>
              <a:buFont typeface="Arial"/>
              <a:buChar char="•"/>
            </a:pPr>
            <a:endParaRPr lang="en-US" noProof="0" dirty="0"/>
          </a:p>
          <a:p>
            <a:pPr marL="254000" marR="0" lvl="0" indent="-254000" algn="l" rtl="0">
              <a:lnSpc>
                <a:spcPct val="100000"/>
              </a:lnSpc>
              <a:spcBef>
                <a:spcPts val="0"/>
              </a:spcBef>
              <a:spcAft>
                <a:spcPts val="0"/>
              </a:spcAft>
              <a:buClr>
                <a:schemeClr val="accent1"/>
              </a:buClr>
              <a:buSzPts val="1200"/>
              <a:buFont typeface="Arial"/>
              <a:buChar char="•"/>
            </a:pPr>
            <a:r>
              <a:rPr lang="en-US" sz="1500" b="0" i="0" u="none" strike="noStrike" cap="none" noProof="0" dirty="0">
                <a:solidFill>
                  <a:schemeClr val="dk1"/>
                </a:solidFill>
                <a:latin typeface="Arial"/>
                <a:ea typeface="Arial"/>
                <a:cs typeface="Arial"/>
                <a:sym typeface="Arial"/>
              </a:rPr>
              <a:t>Integrable into Fiori Tiles</a:t>
            </a:r>
          </a:p>
          <a:p>
            <a:pPr marL="254000" marR="0" lvl="0" indent="-254000" algn="l" rtl="0">
              <a:lnSpc>
                <a:spcPct val="100000"/>
              </a:lnSpc>
              <a:spcBef>
                <a:spcPts val="0"/>
              </a:spcBef>
              <a:spcAft>
                <a:spcPts val="0"/>
              </a:spcAft>
              <a:buClr>
                <a:schemeClr val="accent1"/>
              </a:buClr>
              <a:buSzPts val="1200"/>
              <a:buFont typeface="Arial"/>
              <a:buChar char="•"/>
            </a:pPr>
            <a:endParaRPr lang="en-US" noProof="0" dirty="0"/>
          </a:p>
          <a:p>
            <a:pPr marL="254000" marR="0" lvl="0" indent="-254000" algn="l" rtl="0">
              <a:lnSpc>
                <a:spcPct val="100000"/>
              </a:lnSpc>
              <a:spcBef>
                <a:spcPts val="0"/>
              </a:spcBef>
              <a:spcAft>
                <a:spcPts val="0"/>
              </a:spcAft>
              <a:buClr>
                <a:schemeClr val="accent1"/>
              </a:buClr>
              <a:buSzPts val="1200"/>
              <a:buFont typeface="Arial"/>
              <a:buChar char="•"/>
            </a:pPr>
            <a:r>
              <a:rPr lang="en-US" sz="1500" b="0" i="0" u="none" strike="noStrike" cap="none" noProof="0" dirty="0">
                <a:solidFill>
                  <a:schemeClr val="dk1"/>
                </a:solidFill>
                <a:latin typeface="Arial"/>
                <a:ea typeface="Arial"/>
                <a:cs typeface="Arial"/>
                <a:sym typeface="Arial"/>
              </a:rPr>
              <a:t>No interaction with single chart elements possible</a:t>
            </a:r>
            <a:br>
              <a:rPr lang="en-US" sz="1500" b="0" i="0" u="none" strike="noStrike" cap="none" noProof="0" dirty="0">
                <a:solidFill>
                  <a:schemeClr val="dk1"/>
                </a:solidFill>
                <a:latin typeface="Arial"/>
                <a:ea typeface="Arial"/>
                <a:cs typeface="Arial"/>
                <a:sym typeface="Arial"/>
              </a:rPr>
            </a:br>
            <a:endParaRPr lang="en-US" sz="1500" b="0" i="0" u="none" strike="noStrike" cap="none" noProof="0" dirty="0">
              <a:solidFill>
                <a:schemeClr val="dk1"/>
              </a:solidFill>
              <a:latin typeface="Arial"/>
              <a:ea typeface="Arial"/>
              <a:cs typeface="Arial"/>
              <a:sym typeface="Arial"/>
            </a:endParaRPr>
          </a:p>
          <a:p>
            <a:pPr marL="539750" lvl="1" indent="-285750">
              <a:spcBef>
                <a:spcPts val="0"/>
              </a:spcBef>
              <a:buFont typeface="Wingdings" panose="05000000000000000000" pitchFamily="2" charset="2"/>
              <a:buChar char="Ø"/>
            </a:pPr>
            <a:r>
              <a:rPr lang="en-US" b="0" i="1" u="none" strike="noStrike" cap="none" noProof="0" dirty="0">
                <a:solidFill>
                  <a:schemeClr val="dk1"/>
                </a:solidFill>
                <a:latin typeface="Arial"/>
                <a:ea typeface="Arial"/>
                <a:cs typeface="Arial"/>
                <a:sym typeface="Arial"/>
              </a:rPr>
              <a:t>however the chart as a whole may react to clicks (if not integrated into a tile)</a:t>
            </a:r>
          </a:p>
        </p:txBody>
      </p:sp>
      <p:pic>
        <p:nvPicPr>
          <p:cNvPr id="2" name="Picture 1">
            <a:extLst>
              <a:ext uri="{FF2B5EF4-FFF2-40B4-BE49-F238E27FC236}">
                <a16:creationId xmlns:a16="http://schemas.microsoft.com/office/drawing/2014/main" id="{189EB246-27C4-4A86-9F40-C837FE59E081}"/>
              </a:ext>
            </a:extLst>
          </p:cNvPr>
          <p:cNvPicPr>
            <a:picLocks noChangeAspect="1"/>
          </p:cNvPicPr>
          <p:nvPr/>
        </p:nvPicPr>
        <p:blipFill>
          <a:blip r:embed="rId3"/>
          <a:stretch>
            <a:fillRect/>
          </a:stretch>
        </p:blipFill>
        <p:spPr>
          <a:xfrm>
            <a:off x="3579495" y="1762125"/>
            <a:ext cx="5162550" cy="1733550"/>
          </a:xfrm>
          <a:prstGeom prst="rect">
            <a:avLst/>
          </a:prstGeom>
        </p:spPr>
      </p:pic>
      <p:sp>
        <p:nvSpPr>
          <p:cNvPr id="3" name="Rectangle 2">
            <a:extLst>
              <a:ext uri="{FF2B5EF4-FFF2-40B4-BE49-F238E27FC236}">
                <a16:creationId xmlns:a16="http://schemas.microsoft.com/office/drawing/2014/main" id="{AFD49701-2FD6-4306-BC04-DD035BE43317}"/>
              </a:ext>
            </a:extLst>
          </p:cNvPr>
          <p:cNvSpPr/>
          <p:nvPr/>
        </p:nvSpPr>
        <p:spPr>
          <a:xfrm>
            <a:off x="3496541" y="4700445"/>
            <a:ext cx="4572000" cy="200055"/>
          </a:xfrm>
          <a:prstGeom prst="rect">
            <a:avLst/>
          </a:prstGeom>
        </p:spPr>
        <p:txBody>
          <a:bodyPr>
            <a:spAutoFit/>
          </a:bodyPr>
          <a:lstStyle/>
          <a:p>
            <a:r>
              <a:rPr lang="de-DE" sz="700" dirty="0"/>
              <a:t>* https://experience.sap.com/fiori-design-web/chart-types/</a:t>
            </a:r>
          </a:p>
        </p:txBody>
      </p:sp>
    </p:spTree>
    <p:extLst>
      <p:ext uri="{BB962C8B-B14F-4D97-AF65-F5344CB8AC3E}">
        <p14:creationId xmlns:p14="http://schemas.microsoft.com/office/powerpoint/2010/main" val="5820932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Shape 227"/>
          <p:cNvSpPr txBox="1">
            <a:spLocks noGrp="1"/>
          </p:cNvSpPr>
          <p:nvPr>
            <p:ph type="title"/>
          </p:nvPr>
        </p:nvSpPr>
        <p:spPr>
          <a:xfrm>
            <a:off x="242936" y="243000"/>
            <a:ext cx="8656645" cy="567000"/>
          </a:xfrm>
          <a:prstGeom prst="rect">
            <a:avLst/>
          </a:prstGeom>
          <a:noFill/>
          <a:ln>
            <a:noFill/>
          </a:ln>
        </p:spPr>
        <p:txBody>
          <a:bodyPr spcFirstLastPara="1" wrap="square" lIns="0" tIns="0" rIns="0" bIns="0" anchor="ctr" anchorCtr="0">
            <a:noAutofit/>
          </a:bodyPr>
          <a:lstStyle/>
          <a:p>
            <a:pPr lvl="0">
              <a:buClr>
                <a:srgbClr val="CCCCCC"/>
              </a:buClr>
              <a:buSzPts val="1500"/>
            </a:pPr>
            <a:r>
              <a:rPr lang="en-US" sz="1500" b="1" i="0" u="none" strike="noStrike" cap="none" noProof="0" dirty="0">
                <a:solidFill>
                  <a:srgbClr val="CCCCCC"/>
                </a:solidFill>
                <a:latin typeface="Arial"/>
                <a:ea typeface="Arial"/>
                <a:cs typeface="Arial"/>
                <a:sym typeface="Arial"/>
              </a:rPr>
              <a:t>II. </a:t>
            </a:r>
            <a:r>
              <a:rPr lang="en-US" sz="1500" noProof="0" dirty="0">
                <a:solidFill>
                  <a:srgbClr val="CCCCCC"/>
                </a:solidFill>
              </a:rPr>
              <a:t>UI Controls for Simple Charts</a:t>
            </a:r>
            <a:br>
              <a:rPr lang="en-US" sz="1500" noProof="0" dirty="0">
                <a:solidFill>
                  <a:srgbClr val="CCCCCC"/>
                </a:solidFill>
              </a:rPr>
            </a:br>
            <a:r>
              <a:rPr lang="en-US" sz="2100" b="1" i="0" u="none" strike="noStrike" cap="none" noProof="0" dirty="0">
                <a:solidFill>
                  <a:schemeClr val="accent2"/>
                </a:solidFill>
                <a:latin typeface="Arial"/>
                <a:ea typeface="Arial"/>
                <a:cs typeface="Arial"/>
                <a:sym typeface="Arial"/>
              </a:rPr>
              <a:t>Network Graph</a:t>
            </a:r>
          </a:p>
        </p:txBody>
      </p:sp>
      <p:sp>
        <p:nvSpPr>
          <p:cNvPr id="228" name="Shape 228"/>
          <p:cNvSpPr txBox="1">
            <a:spLocks noGrp="1"/>
          </p:cNvSpPr>
          <p:nvPr>
            <p:ph type="body" idx="1"/>
          </p:nvPr>
        </p:nvSpPr>
        <p:spPr>
          <a:xfrm>
            <a:off x="242936" y="1269000"/>
            <a:ext cx="3559147" cy="3294005"/>
          </a:xfrm>
          <a:prstGeom prst="rect">
            <a:avLst/>
          </a:prstGeom>
          <a:noFill/>
          <a:ln>
            <a:noFill/>
          </a:ln>
        </p:spPr>
        <p:txBody>
          <a:bodyPr spcFirstLastPara="1" wrap="square" lIns="0" tIns="0" rIns="0" bIns="0" anchor="t" anchorCtr="0">
            <a:noAutofit/>
          </a:bodyPr>
          <a:lstStyle/>
          <a:p>
            <a:pPr marL="254000" marR="0" lvl="0" indent="-254000" algn="l" rtl="0">
              <a:lnSpc>
                <a:spcPct val="100000"/>
              </a:lnSpc>
              <a:spcBef>
                <a:spcPts val="1200"/>
              </a:spcBef>
              <a:spcAft>
                <a:spcPts val="0"/>
              </a:spcAft>
              <a:buClr>
                <a:schemeClr val="accent1"/>
              </a:buClr>
              <a:buSzPts val="1200"/>
              <a:buFont typeface="Arial"/>
              <a:buChar char="•"/>
            </a:pPr>
            <a:r>
              <a:rPr lang="en-US" sz="1500" b="0" i="0" u="none" strike="noStrike" cap="none" noProof="0" dirty="0">
                <a:solidFill>
                  <a:schemeClr val="dk1"/>
                </a:solidFill>
                <a:latin typeface="Arial"/>
                <a:ea typeface="Arial"/>
                <a:cs typeface="Arial"/>
                <a:sym typeface="Arial"/>
              </a:rPr>
              <a:t>Structural illustration of nodes and connecting lines</a:t>
            </a:r>
          </a:p>
          <a:p>
            <a:pPr marL="742950" lvl="1" indent="-285750">
              <a:spcBef>
                <a:spcPts val="1200"/>
              </a:spcBef>
              <a:buFont typeface="Wingdings" panose="05000000000000000000" pitchFamily="2" charset="2"/>
              <a:buChar char="Ø"/>
            </a:pPr>
            <a:r>
              <a:rPr lang="en-US" dirty="0"/>
              <a:t>Good example – workflow visualization (on the screenshot)</a:t>
            </a:r>
            <a:endParaRPr lang="en-US" noProof="0" dirty="0"/>
          </a:p>
          <a:p>
            <a:pPr marL="254000" marR="0" lvl="0" indent="-254000" algn="l" rtl="0">
              <a:lnSpc>
                <a:spcPct val="100000"/>
              </a:lnSpc>
              <a:spcBef>
                <a:spcPts val="1200"/>
              </a:spcBef>
              <a:spcAft>
                <a:spcPts val="0"/>
              </a:spcAft>
              <a:buClr>
                <a:schemeClr val="accent1"/>
              </a:buClr>
              <a:buSzPts val="1200"/>
              <a:buFont typeface="Arial"/>
              <a:buChar char="•"/>
            </a:pPr>
            <a:r>
              <a:rPr lang="en-US" sz="1500" b="0" i="0" u="none" strike="noStrike" cap="none" noProof="0" dirty="0">
                <a:solidFill>
                  <a:schemeClr val="dk1"/>
                </a:solidFill>
                <a:latin typeface="Arial"/>
                <a:ea typeface="Arial"/>
                <a:cs typeface="Arial"/>
                <a:sym typeface="Arial"/>
              </a:rPr>
              <a:t>Entire layout design customizable</a:t>
            </a:r>
            <a:endParaRPr lang="en-US" noProof="0" dirty="0"/>
          </a:p>
          <a:p>
            <a:pPr marL="254000" marR="0" lvl="0" indent="-254000" algn="l" rtl="0">
              <a:lnSpc>
                <a:spcPct val="100000"/>
              </a:lnSpc>
              <a:spcBef>
                <a:spcPts val="1200"/>
              </a:spcBef>
              <a:spcAft>
                <a:spcPts val="0"/>
              </a:spcAft>
              <a:buClr>
                <a:schemeClr val="accent1"/>
              </a:buClr>
              <a:buSzPts val="1200"/>
              <a:buFont typeface="Arial"/>
              <a:buChar char="•"/>
            </a:pPr>
            <a:r>
              <a:rPr lang="en-US" sz="1500" b="0" i="0" u="none" strike="noStrike" cap="none" noProof="0" dirty="0">
                <a:solidFill>
                  <a:schemeClr val="dk1"/>
                </a:solidFill>
                <a:latin typeface="Arial"/>
                <a:ea typeface="Arial"/>
                <a:cs typeface="Arial"/>
                <a:sym typeface="Arial"/>
              </a:rPr>
              <a:t>Child nodes can be expanded or collapsed</a:t>
            </a:r>
          </a:p>
          <a:p>
            <a:pPr marL="254000" marR="0" lvl="0" indent="-254000" algn="l" rtl="0">
              <a:lnSpc>
                <a:spcPct val="100000"/>
              </a:lnSpc>
              <a:spcBef>
                <a:spcPts val="1200"/>
              </a:spcBef>
              <a:spcAft>
                <a:spcPts val="0"/>
              </a:spcAft>
              <a:buClr>
                <a:schemeClr val="accent1"/>
              </a:buClr>
              <a:buSzPts val="1200"/>
              <a:buFont typeface="Arial"/>
              <a:buChar char="•"/>
            </a:pPr>
            <a:r>
              <a:rPr lang="en-US" sz="1500" b="0" i="0" u="none" strike="noStrike" cap="none" noProof="0" dirty="0">
                <a:solidFill>
                  <a:schemeClr val="dk1"/>
                </a:solidFill>
                <a:latin typeface="Arial"/>
                <a:ea typeface="Arial"/>
                <a:cs typeface="Arial"/>
                <a:sym typeface="Arial"/>
              </a:rPr>
              <a:t>Group assignment of multiple nodes</a:t>
            </a:r>
            <a:endParaRPr lang="en-US" noProof="0" dirty="0"/>
          </a:p>
          <a:p>
            <a:pPr marL="254000" marR="0" lvl="0" indent="-254000" algn="l" rtl="0">
              <a:lnSpc>
                <a:spcPct val="100000"/>
              </a:lnSpc>
              <a:spcBef>
                <a:spcPts val="1200"/>
              </a:spcBef>
              <a:spcAft>
                <a:spcPts val="0"/>
              </a:spcAft>
              <a:buClr>
                <a:schemeClr val="accent1"/>
              </a:buClr>
              <a:buSzPts val="1200"/>
              <a:buFont typeface="Arial"/>
              <a:buChar char="•"/>
            </a:pPr>
            <a:r>
              <a:rPr lang="en-US" sz="1500" b="0" i="0" u="none" strike="noStrike" cap="none" noProof="0" dirty="0">
                <a:solidFill>
                  <a:schemeClr val="dk1"/>
                </a:solidFill>
                <a:latin typeface="Arial"/>
                <a:ea typeface="Arial"/>
                <a:cs typeface="Arial"/>
                <a:sym typeface="Arial"/>
              </a:rPr>
              <a:t>Minimal frontend programming necessary</a:t>
            </a:r>
          </a:p>
        </p:txBody>
      </p:sp>
      <p:pic>
        <p:nvPicPr>
          <p:cNvPr id="3" name="Picture 2">
            <a:extLst>
              <a:ext uri="{FF2B5EF4-FFF2-40B4-BE49-F238E27FC236}">
                <a16:creationId xmlns:a16="http://schemas.microsoft.com/office/drawing/2014/main" id="{EDCA5D1B-EA85-43C8-AB0C-37E44F495EE8}"/>
              </a:ext>
            </a:extLst>
          </p:cNvPr>
          <p:cNvPicPr>
            <a:picLocks noChangeAspect="1"/>
          </p:cNvPicPr>
          <p:nvPr/>
        </p:nvPicPr>
        <p:blipFill>
          <a:blip r:embed="rId3"/>
          <a:stretch>
            <a:fillRect/>
          </a:stretch>
        </p:blipFill>
        <p:spPr>
          <a:xfrm>
            <a:off x="3845096" y="1127252"/>
            <a:ext cx="5021326" cy="3141853"/>
          </a:xfrm>
          <a:prstGeom prst="rect">
            <a:avLst/>
          </a:prstGeom>
        </p:spPr>
      </p:pic>
    </p:spTree>
    <p:extLst>
      <p:ext uri="{BB962C8B-B14F-4D97-AF65-F5344CB8AC3E}">
        <p14:creationId xmlns:p14="http://schemas.microsoft.com/office/powerpoint/2010/main" val="40405647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Shape 227"/>
          <p:cNvSpPr txBox="1">
            <a:spLocks noGrp="1"/>
          </p:cNvSpPr>
          <p:nvPr>
            <p:ph type="title"/>
          </p:nvPr>
        </p:nvSpPr>
        <p:spPr>
          <a:xfrm>
            <a:off x="242936" y="243000"/>
            <a:ext cx="8656645" cy="567000"/>
          </a:xfrm>
          <a:prstGeom prst="rect">
            <a:avLst/>
          </a:prstGeom>
          <a:noFill/>
          <a:ln>
            <a:noFill/>
          </a:ln>
        </p:spPr>
        <p:txBody>
          <a:bodyPr spcFirstLastPara="1" wrap="square" lIns="0" tIns="0" rIns="0" bIns="0" anchor="ctr" anchorCtr="0">
            <a:noAutofit/>
          </a:bodyPr>
          <a:lstStyle/>
          <a:p>
            <a:pPr lvl="0">
              <a:buClr>
                <a:srgbClr val="CCCCCC"/>
              </a:buClr>
              <a:buSzPts val="1500"/>
            </a:pPr>
            <a:r>
              <a:rPr lang="en-US" sz="1500" b="1" i="0" u="none" strike="noStrike" cap="none" noProof="0" dirty="0">
                <a:solidFill>
                  <a:srgbClr val="CCCCCC"/>
                </a:solidFill>
                <a:latin typeface="Arial"/>
                <a:ea typeface="Arial"/>
                <a:cs typeface="Arial"/>
                <a:sym typeface="Arial"/>
              </a:rPr>
              <a:t>III. </a:t>
            </a:r>
            <a:r>
              <a:rPr lang="en-US" sz="1500" noProof="0" dirty="0">
                <a:solidFill>
                  <a:srgbClr val="CCCCCC"/>
                </a:solidFill>
              </a:rPr>
              <a:t>Smart UI Controls</a:t>
            </a:r>
            <a:br>
              <a:rPr lang="en-US" sz="1500" noProof="0" dirty="0">
                <a:solidFill>
                  <a:srgbClr val="CCCCCC"/>
                </a:solidFill>
              </a:rPr>
            </a:br>
            <a:r>
              <a:rPr lang="en-US" sz="2100" b="1" i="0" u="none" strike="noStrike" cap="none" noProof="0" dirty="0">
                <a:solidFill>
                  <a:schemeClr val="accent2"/>
                </a:solidFill>
                <a:latin typeface="Arial"/>
                <a:ea typeface="Arial"/>
                <a:cs typeface="Arial"/>
                <a:sym typeface="Arial"/>
              </a:rPr>
              <a:t>Gantt Chart</a:t>
            </a:r>
          </a:p>
        </p:txBody>
      </p:sp>
      <p:sp>
        <p:nvSpPr>
          <p:cNvPr id="228" name="Shape 228"/>
          <p:cNvSpPr txBox="1">
            <a:spLocks noGrp="1"/>
          </p:cNvSpPr>
          <p:nvPr>
            <p:ph type="body" idx="1"/>
          </p:nvPr>
        </p:nvSpPr>
        <p:spPr>
          <a:xfrm>
            <a:off x="242936" y="1269000"/>
            <a:ext cx="3559147" cy="3294005"/>
          </a:xfrm>
          <a:prstGeom prst="rect">
            <a:avLst/>
          </a:prstGeom>
          <a:noFill/>
          <a:ln>
            <a:noFill/>
          </a:ln>
        </p:spPr>
        <p:txBody>
          <a:bodyPr spcFirstLastPara="1" wrap="square" lIns="0" tIns="0" rIns="0" bIns="0" anchor="t" anchorCtr="0">
            <a:noAutofit/>
          </a:bodyPr>
          <a:lstStyle/>
          <a:p>
            <a:pPr marL="254000" marR="0" lvl="0" indent="-254000" algn="l" rtl="0">
              <a:lnSpc>
                <a:spcPct val="100000"/>
              </a:lnSpc>
              <a:spcBef>
                <a:spcPts val="1200"/>
              </a:spcBef>
              <a:spcAft>
                <a:spcPts val="0"/>
              </a:spcAft>
              <a:buClr>
                <a:schemeClr val="accent1"/>
              </a:buClr>
              <a:buSzPts val="1200"/>
              <a:buFont typeface="Arial"/>
              <a:buChar char="•"/>
            </a:pPr>
            <a:r>
              <a:rPr lang="en-US" sz="1500" b="0" i="0" u="none" strike="noStrike" cap="none" noProof="0" dirty="0">
                <a:solidFill>
                  <a:schemeClr val="dk1"/>
                </a:solidFill>
                <a:latin typeface="Arial"/>
                <a:ea typeface="Arial"/>
                <a:cs typeface="Arial"/>
                <a:sym typeface="Arial"/>
              </a:rPr>
              <a:t>Illustration of a project plan (incl. milestones)</a:t>
            </a:r>
            <a:endParaRPr lang="en-US" noProof="0" dirty="0"/>
          </a:p>
          <a:p>
            <a:pPr marL="254000" marR="0" lvl="0" indent="-254000" algn="l" rtl="0">
              <a:lnSpc>
                <a:spcPct val="100000"/>
              </a:lnSpc>
              <a:spcBef>
                <a:spcPts val="1200"/>
              </a:spcBef>
              <a:spcAft>
                <a:spcPts val="0"/>
              </a:spcAft>
              <a:buClr>
                <a:schemeClr val="accent1"/>
              </a:buClr>
              <a:buSzPts val="1200"/>
              <a:buFont typeface="Arial"/>
              <a:buChar char="•"/>
            </a:pPr>
            <a:r>
              <a:rPr lang="en-US" sz="1500" b="0" i="0" u="none" strike="noStrike" cap="none" noProof="0" dirty="0">
                <a:solidFill>
                  <a:schemeClr val="dk1"/>
                </a:solidFill>
                <a:latin typeface="Arial"/>
                <a:ea typeface="Arial"/>
                <a:cs typeface="Arial"/>
                <a:sym typeface="Arial"/>
              </a:rPr>
              <a:t>Bounded to a table and/or a tree map</a:t>
            </a:r>
            <a:endParaRPr lang="en-US" noProof="0" dirty="0"/>
          </a:p>
          <a:p>
            <a:pPr marL="254000" marR="0" lvl="0" indent="-254000" algn="l" rtl="0">
              <a:lnSpc>
                <a:spcPct val="100000"/>
              </a:lnSpc>
              <a:spcBef>
                <a:spcPts val="1200"/>
              </a:spcBef>
              <a:spcAft>
                <a:spcPts val="0"/>
              </a:spcAft>
              <a:buClr>
                <a:schemeClr val="accent1"/>
              </a:buClr>
              <a:buSzPts val="1200"/>
              <a:buFont typeface="Arial"/>
              <a:buChar char="•"/>
            </a:pPr>
            <a:r>
              <a:rPr lang="en-US" sz="1500" b="0" i="0" u="none" strike="noStrike" cap="none" noProof="0" dirty="0">
                <a:solidFill>
                  <a:schemeClr val="dk1"/>
                </a:solidFill>
                <a:latin typeface="Arial"/>
                <a:ea typeface="Arial"/>
                <a:cs typeface="Arial"/>
                <a:sym typeface="Arial"/>
              </a:rPr>
              <a:t>Self-adapting chart according to expanded nodes of an underlying tree map</a:t>
            </a:r>
            <a:endParaRPr lang="en-US" noProof="0" dirty="0"/>
          </a:p>
          <a:p>
            <a:pPr marL="254000" marR="0" lvl="0" indent="-254000" algn="l" rtl="0">
              <a:lnSpc>
                <a:spcPct val="100000"/>
              </a:lnSpc>
              <a:spcBef>
                <a:spcPts val="1200"/>
              </a:spcBef>
              <a:spcAft>
                <a:spcPts val="0"/>
              </a:spcAft>
              <a:buClr>
                <a:schemeClr val="accent1"/>
              </a:buClr>
              <a:buSzPts val="1200"/>
              <a:buFont typeface="Arial"/>
              <a:buChar char="•"/>
            </a:pPr>
            <a:r>
              <a:rPr lang="en-US" sz="1500" b="0" i="0" u="none" strike="noStrike" cap="none" noProof="0" dirty="0">
                <a:solidFill>
                  <a:schemeClr val="dk1"/>
                </a:solidFill>
                <a:latin typeface="Arial"/>
                <a:ea typeface="Arial"/>
                <a:cs typeface="Arial"/>
                <a:sym typeface="Arial"/>
              </a:rPr>
              <a:t>Very complex control</a:t>
            </a:r>
          </a:p>
          <a:p>
            <a:pPr marL="552450" lvl="1" indent="-285750">
              <a:spcBef>
                <a:spcPts val="0"/>
              </a:spcBef>
              <a:buFont typeface="Wingdings" panose="05000000000000000000" pitchFamily="2" charset="2"/>
              <a:buChar char="Ø"/>
            </a:pPr>
            <a:r>
              <a:rPr lang="en-US" b="0" i="0" u="none" strike="noStrike" cap="none" noProof="0" dirty="0">
                <a:solidFill>
                  <a:schemeClr val="dk1"/>
                </a:solidFill>
                <a:latin typeface="Arial"/>
                <a:ea typeface="Arial"/>
                <a:cs typeface="Arial"/>
                <a:sym typeface="Arial"/>
              </a:rPr>
              <a:t>Requires high programming effort on the frontend side</a:t>
            </a:r>
          </a:p>
          <a:p>
            <a:pPr marL="254000" marR="0" lvl="0" indent="-254000" algn="l" rtl="0">
              <a:lnSpc>
                <a:spcPct val="100000"/>
              </a:lnSpc>
              <a:spcBef>
                <a:spcPts val="0"/>
              </a:spcBef>
              <a:spcAft>
                <a:spcPts val="0"/>
              </a:spcAft>
              <a:buClr>
                <a:schemeClr val="accent1"/>
              </a:buClr>
              <a:buSzPts val="1200"/>
              <a:buFont typeface="Arial"/>
              <a:buChar char="•"/>
            </a:pPr>
            <a:endParaRPr lang="en-US" noProof="0" dirty="0"/>
          </a:p>
          <a:p>
            <a:pPr marL="254000" marR="0" lvl="0" indent="-254000" algn="l" rtl="0">
              <a:lnSpc>
                <a:spcPct val="100000"/>
              </a:lnSpc>
              <a:spcBef>
                <a:spcPts val="0"/>
              </a:spcBef>
              <a:spcAft>
                <a:spcPts val="0"/>
              </a:spcAft>
              <a:buClr>
                <a:schemeClr val="accent1"/>
              </a:buClr>
              <a:buSzPts val="1200"/>
              <a:buFont typeface="Arial"/>
              <a:buChar char="•"/>
            </a:pPr>
            <a:endParaRPr lang="en-US" sz="1500" b="0" i="0" u="none" strike="noStrike" cap="none" noProof="0" dirty="0">
              <a:solidFill>
                <a:schemeClr val="dk1"/>
              </a:solidFill>
              <a:latin typeface="Arial"/>
              <a:ea typeface="Arial"/>
              <a:cs typeface="Arial"/>
              <a:sym typeface="Arial"/>
            </a:endParaRPr>
          </a:p>
        </p:txBody>
      </p:sp>
      <p:pic>
        <p:nvPicPr>
          <p:cNvPr id="2" name="Picture 1">
            <a:extLst>
              <a:ext uri="{FF2B5EF4-FFF2-40B4-BE49-F238E27FC236}">
                <a16:creationId xmlns:a16="http://schemas.microsoft.com/office/drawing/2014/main" id="{8A5D6FCB-F201-4F35-A478-8FC5417EC79B}"/>
              </a:ext>
            </a:extLst>
          </p:cNvPr>
          <p:cNvPicPr>
            <a:picLocks noChangeAspect="1"/>
          </p:cNvPicPr>
          <p:nvPr/>
        </p:nvPicPr>
        <p:blipFill>
          <a:blip r:embed="rId3"/>
          <a:stretch>
            <a:fillRect/>
          </a:stretch>
        </p:blipFill>
        <p:spPr>
          <a:xfrm>
            <a:off x="3802083" y="1269000"/>
            <a:ext cx="5097498" cy="2261994"/>
          </a:xfrm>
          <a:prstGeom prst="rect">
            <a:avLst/>
          </a:prstGeom>
        </p:spPr>
      </p:pic>
    </p:spTree>
    <p:extLst>
      <p:ext uri="{BB962C8B-B14F-4D97-AF65-F5344CB8AC3E}">
        <p14:creationId xmlns:p14="http://schemas.microsoft.com/office/powerpoint/2010/main" val="7267560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Shape 316"/>
          <p:cNvSpPr txBox="1">
            <a:spLocks noGrp="1"/>
          </p:cNvSpPr>
          <p:nvPr>
            <p:ph type="ctrTitle"/>
          </p:nvPr>
        </p:nvSpPr>
        <p:spPr>
          <a:xfrm>
            <a:off x="242936" y="1833303"/>
            <a:ext cx="8656500" cy="692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4500"/>
              <a:buFont typeface="Arial"/>
              <a:buNone/>
            </a:pPr>
            <a:r>
              <a:rPr lang="de" sz="4500" b="1" i="0" u="none" strike="noStrike" cap="none">
                <a:solidFill>
                  <a:schemeClr val="dk1"/>
                </a:solidFill>
                <a:latin typeface="Arial"/>
                <a:ea typeface="Arial"/>
                <a:cs typeface="Arial"/>
                <a:sym typeface="Arial"/>
              </a:rPr>
              <a:t> </a:t>
            </a:r>
            <a:endParaRPr sz="1000"/>
          </a:p>
        </p:txBody>
      </p:sp>
      <p:sp>
        <p:nvSpPr>
          <p:cNvPr id="317" name="Shape 317"/>
          <p:cNvSpPr txBox="1">
            <a:spLocks noGrp="1"/>
          </p:cNvSpPr>
          <p:nvPr>
            <p:ph type="body" idx="1"/>
          </p:nvPr>
        </p:nvSpPr>
        <p:spPr>
          <a:xfrm>
            <a:off x="242936" y="2629804"/>
            <a:ext cx="8656500" cy="465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accent1"/>
              </a:buClr>
              <a:buSzPts val="1100"/>
              <a:buFont typeface="Arial"/>
              <a:buNone/>
            </a:pPr>
            <a:r>
              <a:rPr lang="de" sz="1400" b="0" i="0" u="none" strike="noStrike" cap="none" dirty="0">
                <a:solidFill>
                  <a:schemeClr val="dk1"/>
                </a:solidFill>
                <a:latin typeface="Arial"/>
                <a:ea typeface="Arial"/>
                <a:cs typeface="Arial"/>
                <a:sym typeface="Arial"/>
              </a:rPr>
              <a:t>Now you know the basics about the </a:t>
            </a:r>
            <a:r>
              <a:rPr lang="de-DE" sz="1400" b="0" i="0" u="none" strike="noStrike" cap="none" dirty="0">
                <a:solidFill>
                  <a:schemeClr val="dk1"/>
                </a:solidFill>
                <a:latin typeface="Arial"/>
                <a:ea typeface="Arial"/>
                <a:cs typeface="Arial"/>
                <a:sym typeface="Arial"/>
              </a:rPr>
              <a:t>simple charts in UI5</a:t>
            </a:r>
            <a:r>
              <a:rPr lang="de" sz="1400" b="0" i="0" u="none" strike="noStrike" cap="none" dirty="0">
                <a:solidFill>
                  <a:schemeClr val="dk1"/>
                </a:solidFill>
                <a:latin typeface="Arial"/>
                <a:ea typeface="Arial"/>
                <a:cs typeface="Arial"/>
                <a:sym typeface="Arial"/>
              </a:rPr>
              <a:t>.</a:t>
            </a:r>
            <a:endParaRPr sz="1000" dirty="0"/>
          </a:p>
          <a:p>
            <a:pPr marL="0" marR="0" lvl="0" indent="0" algn="l" rtl="0">
              <a:lnSpc>
                <a:spcPct val="100000"/>
              </a:lnSpc>
              <a:spcBef>
                <a:spcPts val="1100"/>
              </a:spcBef>
              <a:spcAft>
                <a:spcPts val="0"/>
              </a:spcAft>
              <a:buClr>
                <a:schemeClr val="accent1"/>
              </a:buClr>
              <a:buSzPts val="1100"/>
              <a:buFont typeface="Arial"/>
              <a:buNone/>
            </a:pPr>
            <a:r>
              <a:rPr lang="de" sz="1400" b="0" i="0" u="none" strike="noStrike" cap="none" dirty="0">
                <a:solidFill>
                  <a:schemeClr val="dk1"/>
                </a:solidFill>
                <a:latin typeface="Arial"/>
                <a:ea typeface="Arial"/>
                <a:cs typeface="Arial"/>
                <a:sym typeface="Arial"/>
              </a:rPr>
              <a:t>To consolidate your knowledge, you can do tasks 1 – 4  of the </a:t>
            </a:r>
            <a:r>
              <a:rPr lang="de-DE" sz="1400" b="0" i="1" u="none" strike="noStrike" cap="none" dirty="0">
                <a:solidFill>
                  <a:schemeClr val="dk1"/>
                </a:solidFill>
                <a:latin typeface="Arial"/>
                <a:ea typeface="Arial"/>
                <a:cs typeface="Arial"/>
                <a:sym typeface="Arial"/>
              </a:rPr>
              <a:t>Analytical Apps Developemnt</a:t>
            </a:r>
            <a:r>
              <a:rPr lang="de" sz="1400" b="0" i="1" u="none" strike="noStrike" cap="none" dirty="0">
                <a:solidFill>
                  <a:schemeClr val="dk1"/>
                </a:solidFill>
                <a:latin typeface="Arial"/>
                <a:ea typeface="Arial"/>
                <a:cs typeface="Arial"/>
                <a:sym typeface="Arial"/>
              </a:rPr>
              <a:t> </a:t>
            </a:r>
            <a:r>
              <a:rPr lang="de" sz="1400" b="0" i="0" u="none" strike="noStrike" cap="none" dirty="0">
                <a:solidFill>
                  <a:schemeClr val="dk1"/>
                </a:solidFill>
                <a:latin typeface="Arial"/>
                <a:ea typeface="Arial"/>
                <a:cs typeface="Arial"/>
                <a:sym typeface="Arial"/>
              </a:rPr>
              <a:t>exercise. </a:t>
            </a:r>
            <a:endParaRPr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Shape 227"/>
          <p:cNvSpPr txBox="1">
            <a:spLocks noGrp="1"/>
          </p:cNvSpPr>
          <p:nvPr>
            <p:ph type="title"/>
          </p:nvPr>
        </p:nvSpPr>
        <p:spPr>
          <a:xfrm>
            <a:off x="242936" y="243000"/>
            <a:ext cx="8656645" cy="567000"/>
          </a:xfrm>
          <a:prstGeom prst="rect">
            <a:avLst/>
          </a:prstGeom>
          <a:noFill/>
          <a:ln>
            <a:noFill/>
          </a:ln>
        </p:spPr>
        <p:txBody>
          <a:bodyPr spcFirstLastPara="1" wrap="square" lIns="0" tIns="0" rIns="0" bIns="0" anchor="ctr" anchorCtr="0">
            <a:noAutofit/>
          </a:bodyPr>
          <a:lstStyle/>
          <a:p>
            <a:pPr lvl="0">
              <a:buClr>
                <a:srgbClr val="CCCCCC"/>
              </a:buClr>
              <a:buSzPts val="1500"/>
            </a:pPr>
            <a:r>
              <a:rPr lang="en-US" sz="1500" b="1" i="0" u="none" strike="noStrike" cap="none" noProof="0" dirty="0">
                <a:solidFill>
                  <a:srgbClr val="CCCCCC"/>
                </a:solidFill>
                <a:latin typeface="Arial"/>
                <a:ea typeface="Arial"/>
                <a:cs typeface="Arial"/>
                <a:sym typeface="Arial"/>
              </a:rPr>
              <a:t>III. </a:t>
            </a:r>
            <a:r>
              <a:rPr lang="en-US" sz="1500" noProof="0" dirty="0">
                <a:solidFill>
                  <a:srgbClr val="CCCCCC"/>
                </a:solidFill>
              </a:rPr>
              <a:t>Smart UI Controls</a:t>
            </a:r>
            <a:br>
              <a:rPr lang="en-US" sz="1500" noProof="0" dirty="0">
                <a:solidFill>
                  <a:srgbClr val="CCCCCC"/>
                </a:solidFill>
              </a:rPr>
            </a:br>
            <a:r>
              <a:rPr lang="en-US" sz="2100" b="1" i="0" u="none" strike="noStrike" cap="none" noProof="0" dirty="0">
                <a:solidFill>
                  <a:schemeClr val="accent2"/>
                </a:solidFill>
                <a:latin typeface="Arial"/>
                <a:ea typeface="Arial"/>
                <a:cs typeface="Arial"/>
                <a:sym typeface="Arial"/>
              </a:rPr>
              <a:t>Smart Field / Smart Form</a:t>
            </a:r>
          </a:p>
        </p:txBody>
      </p:sp>
      <p:sp>
        <p:nvSpPr>
          <p:cNvPr id="228" name="Shape 228"/>
          <p:cNvSpPr txBox="1">
            <a:spLocks noGrp="1"/>
          </p:cNvSpPr>
          <p:nvPr>
            <p:ph type="body" idx="1"/>
          </p:nvPr>
        </p:nvSpPr>
        <p:spPr>
          <a:xfrm>
            <a:off x="242936" y="1269000"/>
            <a:ext cx="3559147" cy="3565890"/>
          </a:xfrm>
          <a:prstGeom prst="rect">
            <a:avLst/>
          </a:prstGeom>
          <a:noFill/>
          <a:ln>
            <a:noFill/>
          </a:ln>
        </p:spPr>
        <p:txBody>
          <a:bodyPr spcFirstLastPara="1" wrap="square" lIns="0" tIns="0" rIns="0" bIns="0" anchor="t" anchorCtr="0">
            <a:noAutofit/>
          </a:bodyPr>
          <a:lstStyle/>
          <a:p>
            <a:pPr marL="254000" marR="0" lvl="0" indent="-254000" algn="l" rtl="0">
              <a:lnSpc>
                <a:spcPct val="100000"/>
              </a:lnSpc>
              <a:spcBef>
                <a:spcPts val="0"/>
              </a:spcBef>
              <a:spcAft>
                <a:spcPts val="0"/>
              </a:spcAft>
              <a:buClr>
                <a:schemeClr val="accent1"/>
              </a:buClr>
              <a:buSzPts val="1200"/>
              <a:buFont typeface="Arial"/>
              <a:buChar char="•"/>
            </a:pPr>
            <a:r>
              <a:rPr lang="en-US" sz="1500" b="0" i="0" u="none" strike="noStrike" cap="none" noProof="0" dirty="0">
                <a:solidFill>
                  <a:schemeClr val="dk1"/>
                </a:solidFill>
                <a:latin typeface="Arial"/>
                <a:ea typeface="Arial"/>
                <a:cs typeface="Arial"/>
                <a:sym typeface="Arial"/>
              </a:rPr>
              <a:t>Extended input help (not just simple values, but various search possibilities)</a:t>
            </a:r>
          </a:p>
          <a:p>
            <a:pPr marL="254000" marR="0" lvl="0" indent="-254000" algn="l" rtl="0">
              <a:lnSpc>
                <a:spcPct val="100000"/>
              </a:lnSpc>
              <a:spcBef>
                <a:spcPts val="0"/>
              </a:spcBef>
              <a:spcAft>
                <a:spcPts val="0"/>
              </a:spcAft>
              <a:buClr>
                <a:schemeClr val="accent1"/>
              </a:buClr>
              <a:buSzPts val="1200"/>
              <a:buFont typeface="Arial"/>
              <a:buChar char="•"/>
            </a:pPr>
            <a:endParaRPr lang="en-US" sz="1500" b="0" i="0" u="none" strike="noStrike" cap="none" noProof="0" dirty="0">
              <a:solidFill>
                <a:schemeClr val="dk1"/>
              </a:solidFill>
              <a:latin typeface="Arial"/>
              <a:ea typeface="Arial"/>
              <a:cs typeface="Arial"/>
              <a:sym typeface="Arial"/>
            </a:endParaRPr>
          </a:p>
          <a:p>
            <a:pPr marL="254000" marR="0" lvl="0" indent="-254000" algn="l" rtl="0">
              <a:lnSpc>
                <a:spcPct val="100000"/>
              </a:lnSpc>
              <a:spcBef>
                <a:spcPts val="0"/>
              </a:spcBef>
              <a:spcAft>
                <a:spcPts val="0"/>
              </a:spcAft>
              <a:buClr>
                <a:schemeClr val="accent1"/>
              </a:buClr>
              <a:buSzPts val="1200"/>
              <a:buFont typeface="Arial"/>
              <a:buChar char="•"/>
            </a:pPr>
            <a:r>
              <a:rPr lang="en-US" dirty="0"/>
              <a:t>Provides the user with the input help like he is used to when working with SAP GUI</a:t>
            </a:r>
            <a:endParaRPr lang="en-US" noProof="0" dirty="0"/>
          </a:p>
          <a:p>
            <a:pPr marL="254000" marR="0" lvl="0" indent="-254000" algn="l" rtl="0">
              <a:lnSpc>
                <a:spcPct val="100000"/>
              </a:lnSpc>
              <a:spcBef>
                <a:spcPts val="1200"/>
              </a:spcBef>
              <a:spcAft>
                <a:spcPts val="0"/>
              </a:spcAft>
              <a:buClr>
                <a:schemeClr val="accent1"/>
              </a:buClr>
              <a:buSzPts val="1200"/>
              <a:buFont typeface="Arial"/>
              <a:buChar char="•"/>
            </a:pPr>
            <a:r>
              <a:rPr lang="en-US" sz="1500" b="0" i="0" u="none" strike="noStrike" cap="none" noProof="0" dirty="0">
                <a:solidFill>
                  <a:schemeClr val="dk1"/>
                </a:solidFill>
                <a:latin typeface="Arial"/>
                <a:ea typeface="Arial"/>
                <a:cs typeface="Arial"/>
                <a:sym typeface="Arial"/>
              </a:rPr>
              <a:t>Special case: </a:t>
            </a:r>
            <a:r>
              <a:rPr lang="en-US" sz="1500" b="0" i="1" u="none" strike="noStrike" cap="none" noProof="0" dirty="0">
                <a:solidFill>
                  <a:schemeClr val="dk1"/>
                </a:solidFill>
                <a:latin typeface="Arial"/>
                <a:ea typeface="Arial"/>
                <a:cs typeface="Arial"/>
                <a:sym typeface="Arial"/>
              </a:rPr>
              <a:t>currency fields</a:t>
            </a:r>
          </a:p>
          <a:p>
            <a:pPr marL="627063" lvl="1" indent="-285750">
              <a:spcBef>
                <a:spcPts val="600"/>
              </a:spcBef>
              <a:buFont typeface="Wingdings" panose="05000000000000000000" pitchFamily="2" charset="2"/>
              <a:buChar char="Ø"/>
            </a:pPr>
            <a:r>
              <a:rPr lang="en-US" b="0" i="0" u="none" strike="noStrike" cap="none" noProof="0" dirty="0">
                <a:solidFill>
                  <a:schemeClr val="dk1"/>
                </a:solidFill>
                <a:latin typeface="Arial"/>
                <a:ea typeface="Arial"/>
                <a:cs typeface="Arial"/>
                <a:sym typeface="Arial"/>
              </a:rPr>
              <a:t>Currency that corresponds to a selected value (e.g. flight price) is loaded from the database without the necessity to select it manually </a:t>
            </a:r>
            <a:endParaRPr lang="en-US" noProof="0" dirty="0"/>
          </a:p>
          <a:p>
            <a:pPr marL="254000" marR="0" lvl="0" indent="-254000" algn="l" rtl="0">
              <a:lnSpc>
                <a:spcPct val="100000"/>
              </a:lnSpc>
              <a:spcBef>
                <a:spcPts val="1200"/>
              </a:spcBef>
              <a:spcAft>
                <a:spcPts val="0"/>
              </a:spcAft>
              <a:buClr>
                <a:schemeClr val="accent1"/>
              </a:buClr>
              <a:buSzPts val="1200"/>
              <a:buFont typeface="Arial"/>
              <a:buChar char="•"/>
            </a:pPr>
            <a:r>
              <a:rPr lang="en-US" noProof="0" dirty="0"/>
              <a:t>Usually grouped into smart forms</a:t>
            </a:r>
          </a:p>
          <a:p>
            <a:pPr marL="254000" marR="0" lvl="0" indent="-254000" algn="l" rtl="0">
              <a:lnSpc>
                <a:spcPct val="100000"/>
              </a:lnSpc>
              <a:spcBef>
                <a:spcPts val="0"/>
              </a:spcBef>
              <a:spcAft>
                <a:spcPts val="0"/>
              </a:spcAft>
              <a:buClr>
                <a:schemeClr val="accent1"/>
              </a:buClr>
              <a:buSzPts val="1200"/>
              <a:buFont typeface="Arial"/>
              <a:buChar char="•"/>
            </a:pPr>
            <a:endParaRPr lang="en-US" sz="1500" b="0" i="0" u="none" strike="noStrike" cap="none" noProof="0" dirty="0">
              <a:solidFill>
                <a:schemeClr val="dk1"/>
              </a:solidFill>
              <a:latin typeface="Arial"/>
              <a:ea typeface="Arial"/>
              <a:cs typeface="Arial"/>
              <a:sym typeface="Arial"/>
            </a:endParaRPr>
          </a:p>
        </p:txBody>
      </p:sp>
      <p:pic>
        <p:nvPicPr>
          <p:cNvPr id="4" name="Picture 3">
            <a:extLst>
              <a:ext uri="{FF2B5EF4-FFF2-40B4-BE49-F238E27FC236}">
                <a16:creationId xmlns:a16="http://schemas.microsoft.com/office/drawing/2014/main" id="{E790FFFF-A2D9-4E4A-B6D6-F2560715EBC6}"/>
              </a:ext>
            </a:extLst>
          </p:cNvPr>
          <p:cNvPicPr>
            <a:picLocks noChangeAspect="1"/>
          </p:cNvPicPr>
          <p:nvPr/>
        </p:nvPicPr>
        <p:blipFill>
          <a:blip r:embed="rId3"/>
          <a:stretch>
            <a:fillRect/>
          </a:stretch>
        </p:blipFill>
        <p:spPr>
          <a:xfrm>
            <a:off x="3966895" y="1269000"/>
            <a:ext cx="4822775" cy="3206252"/>
          </a:xfrm>
          <a:prstGeom prst="rect">
            <a:avLst/>
          </a:prstGeom>
        </p:spPr>
      </p:pic>
    </p:spTree>
    <p:extLst>
      <p:ext uri="{BB962C8B-B14F-4D97-AF65-F5344CB8AC3E}">
        <p14:creationId xmlns:p14="http://schemas.microsoft.com/office/powerpoint/2010/main" val="40410410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Shape 227"/>
          <p:cNvSpPr txBox="1">
            <a:spLocks noGrp="1"/>
          </p:cNvSpPr>
          <p:nvPr>
            <p:ph type="title"/>
          </p:nvPr>
        </p:nvSpPr>
        <p:spPr>
          <a:xfrm>
            <a:off x="242936" y="243000"/>
            <a:ext cx="8656645" cy="567000"/>
          </a:xfrm>
          <a:prstGeom prst="rect">
            <a:avLst/>
          </a:prstGeom>
          <a:noFill/>
          <a:ln>
            <a:noFill/>
          </a:ln>
        </p:spPr>
        <p:txBody>
          <a:bodyPr spcFirstLastPara="1" wrap="square" lIns="0" tIns="0" rIns="0" bIns="0" anchor="ctr" anchorCtr="0">
            <a:noAutofit/>
          </a:bodyPr>
          <a:lstStyle/>
          <a:p>
            <a:pPr lvl="0">
              <a:buClr>
                <a:srgbClr val="CCCCCC"/>
              </a:buClr>
              <a:buSzPts val="1500"/>
            </a:pPr>
            <a:r>
              <a:rPr lang="en-US" sz="1500" b="1" i="0" u="none" strike="noStrike" cap="none" noProof="0" dirty="0">
                <a:solidFill>
                  <a:srgbClr val="CCCCCC"/>
                </a:solidFill>
                <a:latin typeface="Arial"/>
                <a:ea typeface="Arial"/>
                <a:cs typeface="Arial"/>
                <a:sym typeface="Arial"/>
              </a:rPr>
              <a:t>III. </a:t>
            </a:r>
            <a:r>
              <a:rPr lang="en-US" sz="1500" noProof="0" dirty="0">
                <a:solidFill>
                  <a:srgbClr val="CCCCCC"/>
                </a:solidFill>
              </a:rPr>
              <a:t>Smart UI Controls</a:t>
            </a:r>
            <a:br>
              <a:rPr lang="en-US" sz="1500" noProof="0" dirty="0">
                <a:solidFill>
                  <a:srgbClr val="CCCCCC"/>
                </a:solidFill>
              </a:rPr>
            </a:br>
            <a:r>
              <a:rPr lang="en-US" sz="2100" b="1" i="0" u="none" strike="noStrike" cap="none" noProof="0" dirty="0">
                <a:solidFill>
                  <a:schemeClr val="accent2"/>
                </a:solidFill>
                <a:latin typeface="Arial"/>
                <a:ea typeface="Arial"/>
                <a:cs typeface="Arial"/>
                <a:sym typeface="Arial"/>
              </a:rPr>
              <a:t>Smart Table</a:t>
            </a:r>
          </a:p>
        </p:txBody>
      </p:sp>
      <p:sp>
        <p:nvSpPr>
          <p:cNvPr id="228" name="Shape 228"/>
          <p:cNvSpPr txBox="1">
            <a:spLocks noGrp="1"/>
          </p:cNvSpPr>
          <p:nvPr>
            <p:ph type="body" idx="1"/>
          </p:nvPr>
        </p:nvSpPr>
        <p:spPr>
          <a:xfrm>
            <a:off x="242937" y="1269000"/>
            <a:ext cx="3424938" cy="3565890"/>
          </a:xfrm>
          <a:prstGeom prst="rect">
            <a:avLst/>
          </a:prstGeom>
          <a:noFill/>
          <a:ln>
            <a:noFill/>
          </a:ln>
        </p:spPr>
        <p:txBody>
          <a:bodyPr spcFirstLastPara="1" wrap="square" lIns="0" tIns="0" rIns="0" bIns="0" anchor="t" anchorCtr="0">
            <a:noAutofit/>
          </a:bodyPr>
          <a:lstStyle/>
          <a:p>
            <a:pPr marL="254000" marR="0" lvl="0" indent="-254000" algn="l" rtl="0">
              <a:lnSpc>
                <a:spcPct val="100000"/>
              </a:lnSpc>
              <a:spcBef>
                <a:spcPts val="0"/>
              </a:spcBef>
              <a:spcAft>
                <a:spcPts val="0"/>
              </a:spcAft>
              <a:buClr>
                <a:schemeClr val="accent1"/>
              </a:buClr>
              <a:buSzPts val="1200"/>
              <a:buFont typeface="Arial"/>
              <a:buChar char="•"/>
            </a:pPr>
            <a:r>
              <a:rPr lang="en-US" sz="1500" b="0" i="0" u="none" strike="noStrike" cap="none" noProof="0" dirty="0">
                <a:solidFill>
                  <a:schemeClr val="dk1"/>
                </a:solidFill>
                <a:latin typeface="Arial"/>
                <a:ea typeface="Arial"/>
                <a:cs typeface="Arial"/>
                <a:sym typeface="Arial"/>
              </a:rPr>
              <a:t>Illustrates data as table</a:t>
            </a:r>
            <a:endParaRPr lang="en-US" noProof="0" dirty="0"/>
          </a:p>
          <a:p>
            <a:pPr marL="254000" marR="0" lvl="0" indent="-254000" algn="l" rtl="0">
              <a:lnSpc>
                <a:spcPct val="100000"/>
              </a:lnSpc>
              <a:spcBef>
                <a:spcPts val="1200"/>
              </a:spcBef>
              <a:spcAft>
                <a:spcPts val="0"/>
              </a:spcAft>
              <a:buClr>
                <a:schemeClr val="accent1"/>
              </a:buClr>
              <a:buSzPts val="1200"/>
              <a:buFont typeface="Arial"/>
              <a:buChar char="•"/>
            </a:pPr>
            <a:r>
              <a:rPr lang="en-US" noProof="0" dirty="0"/>
              <a:t>Enables data sorting and filtering</a:t>
            </a:r>
            <a:endParaRPr lang="en-US" sz="1500" b="0" i="0" u="none" strike="noStrike" cap="none" noProof="0" dirty="0">
              <a:solidFill>
                <a:schemeClr val="dk1"/>
              </a:solidFill>
              <a:latin typeface="Arial"/>
              <a:ea typeface="Arial"/>
              <a:cs typeface="Arial"/>
              <a:sym typeface="Arial"/>
            </a:endParaRPr>
          </a:p>
          <a:p>
            <a:pPr marL="254000" marR="0" lvl="0" indent="-254000" algn="l" rtl="0">
              <a:lnSpc>
                <a:spcPct val="100000"/>
              </a:lnSpc>
              <a:spcBef>
                <a:spcPts val="1200"/>
              </a:spcBef>
              <a:spcAft>
                <a:spcPts val="0"/>
              </a:spcAft>
              <a:buClr>
                <a:schemeClr val="accent1"/>
              </a:buClr>
              <a:buSzPts val="1200"/>
              <a:buFont typeface="Arial"/>
              <a:buChar char="•"/>
            </a:pPr>
            <a:r>
              <a:rPr lang="en-US" noProof="0" dirty="0"/>
              <a:t>Various customization possibilities (e.g. </a:t>
            </a:r>
            <a:r>
              <a:rPr lang="en-US" dirty="0"/>
              <a:t>editable</a:t>
            </a:r>
            <a:r>
              <a:rPr lang="en-US" noProof="0" dirty="0"/>
              <a:t> cells)</a:t>
            </a:r>
          </a:p>
          <a:p>
            <a:pPr marL="254000" marR="0" lvl="0" indent="-254000" algn="l" rtl="0">
              <a:lnSpc>
                <a:spcPct val="100000"/>
              </a:lnSpc>
              <a:spcBef>
                <a:spcPts val="1200"/>
              </a:spcBef>
              <a:spcAft>
                <a:spcPts val="0"/>
              </a:spcAft>
              <a:buClr>
                <a:schemeClr val="accent1"/>
              </a:buClr>
              <a:buSzPts val="1200"/>
              <a:buFont typeface="Arial"/>
              <a:buChar char="•"/>
            </a:pPr>
            <a:r>
              <a:rPr lang="en-US" noProof="0" dirty="0"/>
              <a:t>Allows creation of custom layouts (comparable with ALV grids)</a:t>
            </a:r>
            <a:endParaRPr lang="en-US" sz="1500" b="0" i="0" u="none" strike="noStrike" cap="none" noProof="0" dirty="0">
              <a:solidFill>
                <a:schemeClr val="dk1"/>
              </a:solidFill>
              <a:latin typeface="Arial"/>
              <a:ea typeface="Arial"/>
              <a:cs typeface="Arial"/>
              <a:sym typeface="Arial"/>
            </a:endParaRPr>
          </a:p>
          <a:p>
            <a:pPr marL="254000" marR="0" lvl="0" indent="-254000" algn="l" rtl="0">
              <a:lnSpc>
                <a:spcPct val="100000"/>
              </a:lnSpc>
              <a:spcBef>
                <a:spcPts val="1200"/>
              </a:spcBef>
              <a:spcAft>
                <a:spcPts val="0"/>
              </a:spcAft>
              <a:buClr>
                <a:schemeClr val="accent1"/>
              </a:buClr>
              <a:buSzPts val="1200"/>
              <a:buFont typeface="Arial"/>
              <a:buChar char="•"/>
            </a:pPr>
            <a:r>
              <a:rPr lang="en-US" noProof="0" dirty="0"/>
              <a:t>Combinable with smart fields in header</a:t>
            </a:r>
          </a:p>
          <a:p>
            <a:pPr marL="254000" marR="0" lvl="0" indent="-254000" algn="l" rtl="0">
              <a:lnSpc>
                <a:spcPct val="100000"/>
              </a:lnSpc>
              <a:spcBef>
                <a:spcPts val="0"/>
              </a:spcBef>
              <a:spcAft>
                <a:spcPts val="0"/>
              </a:spcAft>
              <a:buClr>
                <a:schemeClr val="accent1"/>
              </a:buClr>
              <a:buSzPts val="1200"/>
              <a:buFont typeface="Arial"/>
              <a:buChar char="•"/>
            </a:pPr>
            <a:endParaRPr lang="en-US" sz="1500" b="0" i="0" u="none" strike="noStrike" cap="none" noProof="0" dirty="0">
              <a:solidFill>
                <a:schemeClr val="dk1"/>
              </a:solidFill>
              <a:latin typeface="Arial"/>
              <a:ea typeface="Arial"/>
              <a:cs typeface="Arial"/>
              <a:sym typeface="Arial"/>
            </a:endParaRPr>
          </a:p>
        </p:txBody>
      </p:sp>
      <p:pic>
        <p:nvPicPr>
          <p:cNvPr id="3" name="Picture 2">
            <a:extLst>
              <a:ext uri="{FF2B5EF4-FFF2-40B4-BE49-F238E27FC236}">
                <a16:creationId xmlns:a16="http://schemas.microsoft.com/office/drawing/2014/main" id="{5F57A037-A3F4-440C-BF5F-ECB85FD935EC}"/>
              </a:ext>
            </a:extLst>
          </p:cNvPr>
          <p:cNvPicPr>
            <a:picLocks noChangeAspect="1"/>
          </p:cNvPicPr>
          <p:nvPr/>
        </p:nvPicPr>
        <p:blipFill>
          <a:blip r:embed="rId3"/>
          <a:stretch>
            <a:fillRect/>
          </a:stretch>
        </p:blipFill>
        <p:spPr>
          <a:xfrm>
            <a:off x="3802084" y="1269001"/>
            <a:ext cx="5097498" cy="3088522"/>
          </a:xfrm>
          <a:prstGeom prst="rect">
            <a:avLst/>
          </a:prstGeom>
        </p:spPr>
      </p:pic>
    </p:spTree>
    <p:extLst>
      <p:ext uri="{BB962C8B-B14F-4D97-AF65-F5344CB8AC3E}">
        <p14:creationId xmlns:p14="http://schemas.microsoft.com/office/powerpoint/2010/main" val="25108650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Shape 227"/>
          <p:cNvSpPr txBox="1">
            <a:spLocks noGrp="1"/>
          </p:cNvSpPr>
          <p:nvPr>
            <p:ph type="title"/>
          </p:nvPr>
        </p:nvSpPr>
        <p:spPr>
          <a:xfrm>
            <a:off x="242936" y="243000"/>
            <a:ext cx="8656645" cy="567000"/>
          </a:xfrm>
          <a:prstGeom prst="rect">
            <a:avLst/>
          </a:prstGeom>
          <a:noFill/>
          <a:ln>
            <a:noFill/>
          </a:ln>
        </p:spPr>
        <p:txBody>
          <a:bodyPr spcFirstLastPara="1" wrap="square" lIns="0" tIns="0" rIns="0" bIns="0" anchor="ctr" anchorCtr="0">
            <a:noAutofit/>
          </a:bodyPr>
          <a:lstStyle/>
          <a:p>
            <a:pPr lvl="0">
              <a:buClr>
                <a:srgbClr val="CCCCCC"/>
              </a:buClr>
              <a:buSzPts val="1500"/>
            </a:pPr>
            <a:r>
              <a:rPr lang="en-US" sz="1500" b="1" i="0" u="none" strike="noStrike" cap="none" noProof="0" dirty="0">
                <a:solidFill>
                  <a:srgbClr val="CCCCCC"/>
                </a:solidFill>
                <a:latin typeface="Arial"/>
                <a:ea typeface="Arial"/>
                <a:cs typeface="Arial"/>
                <a:sym typeface="Arial"/>
              </a:rPr>
              <a:t>III. </a:t>
            </a:r>
            <a:r>
              <a:rPr lang="en-US" sz="1500" noProof="0" dirty="0">
                <a:solidFill>
                  <a:srgbClr val="CCCCCC"/>
                </a:solidFill>
              </a:rPr>
              <a:t>Smart UI Controls</a:t>
            </a:r>
            <a:br>
              <a:rPr lang="en-US" sz="1500" noProof="0" dirty="0">
                <a:solidFill>
                  <a:srgbClr val="CCCCCC"/>
                </a:solidFill>
              </a:rPr>
            </a:br>
            <a:r>
              <a:rPr lang="en-US" sz="2100" b="1" i="0" u="none" strike="noStrike" cap="none" noProof="0" dirty="0">
                <a:solidFill>
                  <a:schemeClr val="accent2"/>
                </a:solidFill>
                <a:latin typeface="Arial"/>
                <a:ea typeface="Arial"/>
                <a:cs typeface="Arial"/>
                <a:sym typeface="Arial"/>
              </a:rPr>
              <a:t>Smart Chart</a:t>
            </a:r>
          </a:p>
        </p:txBody>
      </p:sp>
      <p:sp>
        <p:nvSpPr>
          <p:cNvPr id="228" name="Shape 228"/>
          <p:cNvSpPr txBox="1">
            <a:spLocks noGrp="1"/>
          </p:cNvSpPr>
          <p:nvPr>
            <p:ph type="body" idx="1"/>
          </p:nvPr>
        </p:nvSpPr>
        <p:spPr>
          <a:xfrm>
            <a:off x="242936" y="1269000"/>
            <a:ext cx="3559147" cy="1566667"/>
          </a:xfrm>
          <a:prstGeom prst="rect">
            <a:avLst/>
          </a:prstGeom>
          <a:noFill/>
          <a:ln>
            <a:noFill/>
          </a:ln>
        </p:spPr>
        <p:txBody>
          <a:bodyPr spcFirstLastPara="1" wrap="square" lIns="0" tIns="0" rIns="0" bIns="0" anchor="t" anchorCtr="0">
            <a:noAutofit/>
          </a:bodyPr>
          <a:lstStyle/>
          <a:p>
            <a:pPr marL="254000" marR="0" lvl="0" indent="-254000" algn="l" rtl="0">
              <a:lnSpc>
                <a:spcPct val="100000"/>
              </a:lnSpc>
              <a:spcBef>
                <a:spcPts val="0"/>
              </a:spcBef>
              <a:spcAft>
                <a:spcPts val="0"/>
              </a:spcAft>
              <a:buClr>
                <a:schemeClr val="accent1"/>
              </a:buClr>
              <a:buSzPts val="1200"/>
              <a:buFont typeface="Arial"/>
              <a:buChar char="•"/>
            </a:pPr>
            <a:r>
              <a:rPr lang="en-US" sz="1500" b="0" i="0" u="none" strike="noStrike" cap="none" noProof="0" dirty="0">
                <a:solidFill>
                  <a:schemeClr val="dk1"/>
                </a:solidFill>
                <a:latin typeface="Arial"/>
                <a:ea typeface="Arial"/>
                <a:cs typeface="Arial"/>
                <a:sym typeface="Arial"/>
              </a:rPr>
              <a:t>Extends functions of normal chart UI elements</a:t>
            </a:r>
          </a:p>
          <a:p>
            <a:pPr marL="254000" indent="-254000">
              <a:spcBef>
                <a:spcPts val="1200"/>
              </a:spcBef>
              <a:buFont typeface="Arial"/>
              <a:buChar char="•"/>
            </a:pPr>
            <a:r>
              <a:rPr lang="en-US" dirty="0"/>
              <a:t>No chart container necessary</a:t>
            </a:r>
          </a:p>
          <a:p>
            <a:pPr marL="742950" lvl="1" indent="-285750">
              <a:spcBef>
                <a:spcPts val="600"/>
              </a:spcBef>
              <a:buFont typeface="Wingdings" panose="05000000000000000000" pitchFamily="2" charset="2"/>
              <a:buChar char="Ø"/>
            </a:pPr>
            <a:r>
              <a:rPr lang="en-US" sz="1400" dirty="0"/>
              <a:t>toolbar available by default</a:t>
            </a:r>
            <a:endParaRPr lang="en-US" sz="1400" noProof="0" dirty="0"/>
          </a:p>
          <a:p>
            <a:pPr marL="254000" marR="0" lvl="0" indent="-254000" algn="l" rtl="0">
              <a:lnSpc>
                <a:spcPct val="100000"/>
              </a:lnSpc>
              <a:spcBef>
                <a:spcPts val="0"/>
              </a:spcBef>
              <a:spcAft>
                <a:spcPts val="0"/>
              </a:spcAft>
              <a:buClr>
                <a:schemeClr val="accent1"/>
              </a:buClr>
              <a:buSzPts val="1200"/>
              <a:buFont typeface="Arial"/>
              <a:buChar char="•"/>
            </a:pPr>
            <a:endParaRPr lang="en-US" sz="1500" b="0" i="0" u="none" strike="noStrike" cap="none" noProof="0" dirty="0">
              <a:solidFill>
                <a:schemeClr val="dk1"/>
              </a:solidFill>
              <a:latin typeface="Arial"/>
              <a:ea typeface="Arial"/>
              <a:cs typeface="Arial"/>
              <a:sym typeface="Arial"/>
            </a:endParaRPr>
          </a:p>
        </p:txBody>
      </p:sp>
      <p:pic>
        <p:nvPicPr>
          <p:cNvPr id="2" name="Picture 1">
            <a:extLst>
              <a:ext uri="{FF2B5EF4-FFF2-40B4-BE49-F238E27FC236}">
                <a16:creationId xmlns:a16="http://schemas.microsoft.com/office/drawing/2014/main" id="{C08070D2-4370-4CAA-9940-6630B498EFED}"/>
              </a:ext>
            </a:extLst>
          </p:cNvPr>
          <p:cNvPicPr>
            <a:picLocks noChangeAspect="1"/>
          </p:cNvPicPr>
          <p:nvPr/>
        </p:nvPicPr>
        <p:blipFill>
          <a:blip r:embed="rId3"/>
          <a:stretch>
            <a:fillRect/>
          </a:stretch>
        </p:blipFill>
        <p:spPr>
          <a:xfrm>
            <a:off x="1919498" y="3052133"/>
            <a:ext cx="5589270" cy="1768357"/>
          </a:xfrm>
          <a:prstGeom prst="rect">
            <a:avLst/>
          </a:prstGeom>
        </p:spPr>
      </p:pic>
      <p:sp>
        <p:nvSpPr>
          <p:cNvPr id="4" name="Rectangle 3">
            <a:extLst>
              <a:ext uri="{FF2B5EF4-FFF2-40B4-BE49-F238E27FC236}">
                <a16:creationId xmlns:a16="http://schemas.microsoft.com/office/drawing/2014/main" id="{F094AF53-39FE-4746-B467-20095A830433}"/>
              </a:ext>
            </a:extLst>
          </p:cNvPr>
          <p:cNvSpPr/>
          <p:nvPr/>
        </p:nvSpPr>
        <p:spPr>
          <a:xfrm>
            <a:off x="4125010" y="1274279"/>
            <a:ext cx="4561790" cy="1723549"/>
          </a:xfrm>
          <a:prstGeom prst="rect">
            <a:avLst/>
          </a:prstGeom>
        </p:spPr>
        <p:txBody>
          <a:bodyPr wrap="square">
            <a:spAutoFit/>
          </a:bodyPr>
          <a:lstStyle/>
          <a:p>
            <a:pPr marL="254000" lvl="0" indent="-254000">
              <a:buClr>
                <a:schemeClr val="accent1"/>
              </a:buClr>
              <a:buSzPts val="1200"/>
              <a:buFont typeface="Arial"/>
              <a:buChar char="•"/>
            </a:pPr>
            <a:r>
              <a:rPr lang="en-US" sz="1500" dirty="0"/>
              <a:t>Multiple interactions available without further configuration</a:t>
            </a:r>
          </a:p>
          <a:p>
            <a:pPr marL="539750" indent="-285750">
              <a:spcBef>
                <a:spcPts val="600"/>
              </a:spcBef>
              <a:buClr>
                <a:schemeClr val="accent1"/>
              </a:buClr>
              <a:buSzPts val="1200"/>
              <a:buFont typeface="Wingdings" panose="05000000000000000000" pitchFamily="2" charset="2"/>
              <a:buChar char="Ø"/>
            </a:pPr>
            <a:r>
              <a:rPr lang="en-US" dirty="0"/>
              <a:t>navigation based on graph elements</a:t>
            </a:r>
          </a:p>
          <a:p>
            <a:pPr marL="539750" indent="-285750">
              <a:spcBef>
                <a:spcPts val="600"/>
              </a:spcBef>
              <a:buClr>
                <a:schemeClr val="accent1"/>
              </a:buClr>
              <a:buSzPts val="1200"/>
              <a:buFont typeface="Wingdings" panose="05000000000000000000" pitchFamily="2" charset="2"/>
              <a:buChar char="Ø"/>
            </a:pPr>
            <a:r>
              <a:rPr lang="en-US" dirty="0"/>
              <a:t>graph types changeable at runtime</a:t>
            </a:r>
          </a:p>
          <a:p>
            <a:pPr marL="539750" indent="-285750">
              <a:spcBef>
                <a:spcPts val="600"/>
              </a:spcBef>
              <a:buClr>
                <a:schemeClr val="accent1"/>
              </a:buClr>
              <a:buSzPts val="1200"/>
              <a:buFont typeface="Wingdings" panose="05000000000000000000" pitchFamily="2" charset="2"/>
              <a:buChar char="Ø"/>
            </a:pPr>
            <a:r>
              <a:rPr lang="en-US" dirty="0"/>
              <a:t>data roll-up/drill-down</a:t>
            </a:r>
          </a:p>
          <a:p>
            <a:pPr marL="539750" indent="-285750">
              <a:spcBef>
                <a:spcPts val="600"/>
              </a:spcBef>
              <a:buClr>
                <a:schemeClr val="accent1"/>
              </a:buClr>
              <a:buSzPts val="1200"/>
              <a:buFont typeface="Wingdings" panose="05000000000000000000" pitchFamily="2" charset="2"/>
              <a:buChar char="Ø"/>
            </a:pPr>
            <a:r>
              <a:rPr lang="en-US" dirty="0"/>
              <a:t>layout configuration (e.g. chart legend)</a:t>
            </a:r>
          </a:p>
        </p:txBody>
      </p:sp>
    </p:spTree>
    <p:extLst>
      <p:ext uri="{BB962C8B-B14F-4D97-AF65-F5344CB8AC3E}">
        <p14:creationId xmlns:p14="http://schemas.microsoft.com/office/powerpoint/2010/main" val="33112002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Shape 316"/>
          <p:cNvSpPr txBox="1">
            <a:spLocks noGrp="1"/>
          </p:cNvSpPr>
          <p:nvPr>
            <p:ph type="ctrTitle"/>
          </p:nvPr>
        </p:nvSpPr>
        <p:spPr>
          <a:xfrm>
            <a:off x="242936" y="1833303"/>
            <a:ext cx="8656500" cy="692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4500"/>
              <a:buFont typeface="Arial"/>
              <a:buNone/>
            </a:pPr>
            <a:r>
              <a:rPr lang="de" sz="4500" b="1" i="0" u="none" strike="noStrike" cap="none">
                <a:solidFill>
                  <a:schemeClr val="dk1"/>
                </a:solidFill>
                <a:latin typeface="Arial"/>
                <a:ea typeface="Arial"/>
                <a:cs typeface="Arial"/>
                <a:sym typeface="Arial"/>
              </a:rPr>
              <a:t> </a:t>
            </a:r>
            <a:endParaRPr sz="1000"/>
          </a:p>
        </p:txBody>
      </p:sp>
      <p:sp>
        <p:nvSpPr>
          <p:cNvPr id="317" name="Shape 317"/>
          <p:cNvSpPr txBox="1">
            <a:spLocks noGrp="1"/>
          </p:cNvSpPr>
          <p:nvPr>
            <p:ph type="body" idx="1"/>
          </p:nvPr>
        </p:nvSpPr>
        <p:spPr>
          <a:xfrm>
            <a:off x="242936" y="2629804"/>
            <a:ext cx="8656500" cy="465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accent1"/>
              </a:buClr>
              <a:buSzPts val="1100"/>
              <a:buFont typeface="Arial"/>
              <a:buNone/>
            </a:pPr>
            <a:r>
              <a:rPr lang="de" sz="1400" b="0" i="0" u="none" strike="noStrike" cap="none" dirty="0">
                <a:solidFill>
                  <a:schemeClr val="dk1"/>
                </a:solidFill>
                <a:latin typeface="Arial"/>
                <a:ea typeface="Arial"/>
                <a:cs typeface="Arial"/>
                <a:sym typeface="Arial"/>
              </a:rPr>
              <a:t>Now you know the basics about the </a:t>
            </a:r>
            <a:r>
              <a:rPr lang="de-DE" sz="1400" b="0" i="0" u="none" strike="noStrike" cap="none" dirty="0">
                <a:solidFill>
                  <a:schemeClr val="dk1"/>
                </a:solidFill>
                <a:latin typeface="Arial"/>
                <a:ea typeface="Arial"/>
                <a:cs typeface="Arial"/>
                <a:sym typeface="Arial"/>
              </a:rPr>
              <a:t>simple charts in UI5</a:t>
            </a:r>
            <a:r>
              <a:rPr lang="de" sz="1400" b="0" i="0" u="none" strike="noStrike" cap="none" dirty="0">
                <a:solidFill>
                  <a:schemeClr val="dk1"/>
                </a:solidFill>
                <a:latin typeface="Arial"/>
                <a:ea typeface="Arial"/>
                <a:cs typeface="Arial"/>
                <a:sym typeface="Arial"/>
              </a:rPr>
              <a:t>.</a:t>
            </a:r>
            <a:endParaRPr sz="1000" dirty="0"/>
          </a:p>
          <a:p>
            <a:pPr marL="0" marR="0" lvl="0" indent="0" algn="l" rtl="0">
              <a:lnSpc>
                <a:spcPct val="100000"/>
              </a:lnSpc>
              <a:spcBef>
                <a:spcPts val="1100"/>
              </a:spcBef>
              <a:spcAft>
                <a:spcPts val="0"/>
              </a:spcAft>
              <a:buClr>
                <a:schemeClr val="accent1"/>
              </a:buClr>
              <a:buSzPts val="1100"/>
              <a:buFont typeface="Arial"/>
              <a:buNone/>
            </a:pPr>
            <a:r>
              <a:rPr lang="de" sz="1400" b="0" i="0" u="none" strike="noStrike" cap="none" dirty="0">
                <a:solidFill>
                  <a:schemeClr val="dk1"/>
                </a:solidFill>
                <a:latin typeface="Arial"/>
                <a:ea typeface="Arial"/>
                <a:cs typeface="Arial"/>
                <a:sym typeface="Arial"/>
              </a:rPr>
              <a:t>To consolidate your knowledge, you can do tasks 5 – 7  of the </a:t>
            </a:r>
            <a:r>
              <a:rPr lang="de-DE" sz="1400" b="0" i="1" u="none" strike="noStrike" cap="none" dirty="0">
                <a:solidFill>
                  <a:schemeClr val="dk1"/>
                </a:solidFill>
                <a:latin typeface="Arial"/>
                <a:ea typeface="Arial"/>
                <a:cs typeface="Arial"/>
                <a:sym typeface="Arial"/>
              </a:rPr>
              <a:t>Analytical Apps Developemnt</a:t>
            </a:r>
            <a:r>
              <a:rPr lang="de" sz="1400" b="0" i="1" u="none" strike="noStrike" cap="none" dirty="0">
                <a:solidFill>
                  <a:schemeClr val="dk1"/>
                </a:solidFill>
                <a:latin typeface="Arial"/>
                <a:ea typeface="Arial"/>
                <a:cs typeface="Arial"/>
                <a:sym typeface="Arial"/>
              </a:rPr>
              <a:t> </a:t>
            </a:r>
            <a:r>
              <a:rPr lang="de" sz="1400" b="0" i="0" u="none" strike="noStrike" cap="none" dirty="0">
                <a:solidFill>
                  <a:schemeClr val="dk1"/>
                </a:solidFill>
                <a:latin typeface="Arial"/>
                <a:ea typeface="Arial"/>
                <a:cs typeface="Arial"/>
                <a:sym typeface="Arial"/>
              </a:rPr>
              <a:t>exercise. </a:t>
            </a:r>
            <a:endParaRPr sz="1000" dirty="0"/>
          </a:p>
        </p:txBody>
      </p:sp>
    </p:spTree>
    <p:extLst>
      <p:ext uri="{BB962C8B-B14F-4D97-AF65-F5344CB8AC3E}">
        <p14:creationId xmlns:p14="http://schemas.microsoft.com/office/powerpoint/2010/main" val="7689320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Shape 331"/>
          <p:cNvSpPr txBox="1">
            <a:spLocks noGrp="1"/>
          </p:cNvSpPr>
          <p:nvPr>
            <p:ph type="ctrTitle"/>
          </p:nvPr>
        </p:nvSpPr>
        <p:spPr>
          <a:xfrm>
            <a:off x="242936" y="1833303"/>
            <a:ext cx="8656645" cy="69233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4500"/>
              <a:buFont typeface="Arial"/>
              <a:buNone/>
            </a:pPr>
            <a:r>
              <a:rPr lang="en-US" sz="4500" b="1" i="0" u="none" strike="noStrike" cap="none" noProof="0" dirty="0">
                <a:solidFill>
                  <a:schemeClr val="dk1"/>
                </a:solidFill>
                <a:latin typeface="Arial"/>
                <a:ea typeface="Arial"/>
                <a:cs typeface="Arial"/>
                <a:sym typeface="Arial"/>
              </a:rPr>
              <a:t>Check your knowledge</a:t>
            </a:r>
            <a:endParaRPr lang="en-US" sz="1000" noProof="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sp>
        <p:nvSpPr>
          <p:cNvPr id="337" name="Shape 337"/>
          <p:cNvSpPr txBox="1">
            <a:spLocks noGrp="1"/>
          </p:cNvSpPr>
          <p:nvPr>
            <p:ph type="title"/>
          </p:nvPr>
        </p:nvSpPr>
        <p:spPr>
          <a:xfrm>
            <a:off x="242936" y="243000"/>
            <a:ext cx="8656645" cy="567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accent2"/>
              </a:buClr>
              <a:buSzPts val="2100"/>
              <a:buFont typeface="Arial"/>
              <a:buNone/>
            </a:pPr>
            <a:r>
              <a:rPr lang="en-US" sz="2100" b="1" i="0" u="none" strike="noStrike" cap="none" noProof="0" dirty="0">
                <a:solidFill>
                  <a:schemeClr val="accent2"/>
                </a:solidFill>
                <a:latin typeface="Arial"/>
                <a:ea typeface="Arial"/>
                <a:cs typeface="Arial"/>
                <a:sym typeface="Arial"/>
              </a:rPr>
              <a:t>Check your knowledge</a:t>
            </a:r>
            <a:endParaRPr lang="en-US" sz="1000" noProof="0" dirty="0"/>
          </a:p>
        </p:txBody>
      </p:sp>
      <p:sp>
        <p:nvSpPr>
          <p:cNvPr id="338" name="Shape 338"/>
          <p:cNvSpPr txBox="1">
            <a:spLocks noGrp="1"/>
          </p:cNvSpPr>
          <p:nvPr>
            <p:ph type="body" idx="1"/>
          </p:nvPr>
        </p:nvSpPr>
        <p:spPr>
          <a:xfrm>
            <a:off x="242935" y="1268017"/>
            <a:ext cx="8781928" cy="3293275"/>
          </a:xfrm>
          <a:prstGeom prst="rect">
            <a:avLst/>
          </a:prstGeom>
          <a:noFill/>
          <a:ln>
            <a:noFill/>
          </a:ln>
        </p:spPr>
        <p:txBody>
          <a:bodyPr spcFirstLastPara="1" wrap="square" lIns="0" tIns="0" rIns="0" bIns="0" anchor="t" anchorCtr="0">
            <a:noAutofit/>
          </a:bodyPr>
          <a:lstStyle/>
          <a:p>
            <a:pPr marL="254000" lvl="0" indent="-254000">
              <a:spcBef>
                <a:spcPts val="0"/>
              </a:spcBef>
              <a:buFont typeface="Arial"/>
              <a:buChar char="•"/>
            </a:pPr>
            <a:r>
              <a:rPr lang="en-US" b="0" dirty="0"/>
              <a:t>Is it always necessary to place a chart within a chart container?</a:t>
            </a:r>
            <a:r>
              <a:rPr lang="en-US" b="0" noProof="0" dirty="0"/>
              <a:t>In which cases is a semantic object needed</a:t>
            </a:r>
            <a:r>
              <a:rPr lang="en-US" sz="1500" b="0" i="0" u="none" strike="noStrike" cap="none" noProof="0" dirty="0">
                <a:solidFill>
                  <a:schemeClr val="dk1"/>
                </a:solidFill>
                <a:latin typeface="Arial"/>
                <a:ea typeface="Arial"/>
                <a:cs typeface="Arial"/>
                <a:sym typeface="Arial"/>
              </a:rPr>
              <a:t>?</a:t>
            </a:r>
          </a:p>
          <a:p>
            <a:pPr marL="254000" lvl="0" indent="-254000">
              <a:spcBef>
                <a:spcPts val="0"/>
              </a:spcBef>
              <a:buFont typeface="Arial"/>
              <a:buChar char="•"/>
            </a:pPr>
            <a:endParaRPr lang="en-US" b="0" dirty="0"/>
          </a:p>
          <a:p>
            <a:pPr marL="254000" lvl="0" indent="-254000">
              <a:spcBef>
                <a:spcPts val="0"/>
              </a:spcBef>
              <a:buFont typeface="Arial"/>
              <a:buChar char="•"/>
            </a:pPr>
            <a:r>
              <a:rPr lang="en-US" b="0" dirty="0"/>
              <a:t>Why do we need analytical apps?</a:t>
            </a:r>
          </a:p>
          <a:p>
            <a:pPr marL="0" marR="0" lvl="1" indent="0" algn="l" rtl="0">
              <a:lnSpc>
                <a:spcPct val="200000"/>
              </a:lnSpc>
              <a:spcBef>
                <a:spcPts val="400"/>
              </a:spcBef>
              <a:spcAft>
                <a:spcPts val="0"/>
              </a:spcAft>
              <a:buClr>
                <a:schemeClr val="accent1"/>
              </a:buClr>
              <a:buSzPts val="1200"/>
              <a:buFont typeface="Noto Sans Symbols"/>
              <a:buNone/>
            </a:pPr>
            <a:endParaRPr lang="en-US" sz="1000" noProof="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344" name="Shape 344"/>
          <p:cNvSpPr txBox="1">
            <a:spLocks noGrp="1"/>
          </p:cNvSpPr>
          <p:nvPr>
            <p:ph type="ctrTitle"/>
          </p:nvPr>
        </p:nvSpPr>
        <p:spPr>
          <a:xfrm>
            <a:off x="242936" y="1833303"/>
            <a:ext cx="8656645" cy="69233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4500"/>
              <a:buFont typeface="Arial"/>
              <a:buNone/>
            </a:pPr>
            <a:r>
              <a:rPr lang="en-US" sz="4500" b="1" i="0" u="none" strike="noStrike" cap="none" noProof="0" dirty="0">
                <a:solidFill>
                  <a:schemeClr val="dk1"/>
                </a:solidFill>
                <a:latin typeface="Arial"/>
                <a:ea typeface="Arial"/>
                <a:cs typeface="Arial"/>
                <a:sym typeface="Arial"/>
              </a:rPr>
              <a:t>Solution</a:t>
            </a:r>
            <a:endParaRPr lang="en-US" sz="1000" noProof="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sp>
        <p:nvSpPr>
          <p:cNvPr id="337" name="Shape 337"/>
          <p:cNvSpPr txBox="1">
            <a:spLocks noGrp="1"/>
          </p:cNvSpPr>
          <p:nvPr>
            <p:ph type="title"/>
          </p:nvPr>
        </p:nvSpPr>
        <p:spPr>
          <a:xfrm>
            <a:off x="242936" y="243000"/>
            <a:ext cx="8656645" cy="567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accent2"/>
              </a:buClr>
              <a:buSzPts val="2100"/>
              <a:buFont typeface="Arial"/>
              <a:buNone/>
            </a:pPr>
            <a:r>
              <a:rPr lang="en-US" sz="2100" b="1" i="0" u="none" strike="noStrike" cap="none" noProof="0" dirty="0">
                <a:solidFill>
                  <a:schemeClr val="accent2"/>
                </a:solidFill>
                <a:latin typeface="Arial"/>
                <a:ea typeface="Arial"/>
                <a:cs typeface="Arial"/>
                <a:sym typeface="Arial"/>
              </a:rPr>
              <a:t>Solution</a:t>
            </a:r>
            <a:endParaRPr lang="en-US" sz="1000" noProof="0" dirty="0"/>
          </a:p>
        </p:txBody>
      </p:sp>
      <p:sp>
        <p:nvSpPr>
          <p:cNvPr id="338" name="Shape 338"/>
          <p:cNvSpPr txBox="1">
            <a:spLocks noGrp="1"/>
          </p:cNvSpPr>
          <p:nvPr>
            <p:ph type="body" idx="1"/>
          </p:nvPr>
        </p:nvSpPr>
        <p:spPr>
          <a:xfrm>
            <a:off x="242935" y="1268017"/>
            <a:ext cx="8781928" cy="3293275"/>
          </a:xfrm>
          <a:prstGeom prst="rect">
            <a:avLst/>
          </a:prstGeom>
          <a:noFill/>
          <a:ln>
            <a:noFill/>
          </a:ln>
        </p:spPr>
        <p:txBody>
          <a:bodyPr spcFirstLastPara="1" wrap="square" lIns="0" tIns="0" rIns="0" bIns="0" anchor="t" anchorCtr="0">
            <a:noAutofit/>
          </a:bodyPr>
          <a:lstStyle/>
          <a:p>
            <a:pPr marL="254000" lvl="0" indent="-254000">
              <a:spcBef>
                <a:spcPts val="0"/>
              </a:spcBef>
              <a:buFont typeface="Arial"/>
              <a:buChar char="•"/>
            </a:pPr>
            <a:r>
              <a:rPr lang="en-US" b="0" dirty="0"/>
              <a:t>Is it always necessary to place a chart within a chart container?</a:t>
            </a:r>
            <a:r>
              <a:rPr lang="en-US" b="0" noProof="0" dirty="0"/>
              <a:t>In which cases is a semantic object needed</a:t>
            </a:r>
            <a:r>
              <a:rPr lang="en-US" sz="1500" b="0" i="0" u="none" strike="noStrike" cap="none" noProof="0" dirty="0">
                <a:solidFill>
                  <a:schemeClr val="dk1"/>
                </a:solidFill>
                <a:latin typeface="Arial"/>
                <a:ea typeface="Arial"/>
                <a:cs typeface="Arial"/>
                <a:sym typeface="Arial"/>
              </a:rPr>
              <a:t>?</a:t>
            </a:r>
          </a:p>
          <a:p>
            <a:pPr marL="457200" lvl="1" indent="0">
              <a:spcBef>
                <a:spcPts val="0"/>
              </a:spcBef>
            </a:pPr>
            <a:r>
              <a:rPr lang="en-US" dirty="0">
                <a:sym typeface="Wingdings" panose="05000000000000000000" pitchFamily="2" charset="2"/>
              </a:rPr>
              <a:t></a:t>
            </a:r>
            <a:r>
              <a:rPr lang="en-US" dirty="0"/>
              <a:t> No, it is not. </a:t>
            </a:r>
            <a:r>
              <a:rPr lang="en-US" dirty="0" err="1"/>
              <a:t>SmartCharts</a:t>
            </a:r>
            <a:r>
              <a:rPr lang="en-US" dirty="0"/>
              <a:t> have their own toolbar, and the viz-Charts can be depicted without the container. It just allows more interaction with the chart.</a:t>
            </a:r>
            <a:endParaRPr lang="en-US" b="0" i="0" u="none" strike="noStrike" cap="none" noProof="0" dirty="0">
              <a:solidFill>
                <a:schemeClr val="dk1"/>
              </a:solidFill>
              <a:latin typeface="Arial"/>
              <a:ea typeface="Arial"/>
              <a:cs typeface="Arial"/>
              <a:sym typeface="Arial"/>
            </a:endParaRPr>
          </a:p>
          <a:p>
            <a:pPr marL="254000" lvl="0" indent="-254000">
              <a:spcBef>
                <a:spcPts val="0"/>
              </a:spcBef>
              <a:buFont typeface="Arial"/>
              <a:buChar char="•"/>
            </a:pPr>
            <a:endParaRPr lang="en-US" b="0" dirty="0"/>
          </a:p>
          <a:p>
            <a:pPr marL="254000" lvl="0" indent="-254000">
              <a:spcBef>
                <a:spcPts val="0"/>
              </a:spcBef>
              <a:buFont typeface="Arial"/>
              <a:buChar char="•"/>
            </a:pPr>
            <a:r>
              <a:rPr lang="en-US" b="0" dirty="0"/>
              <a:t>Why do we need analytical apps?</a:t>
            </a:r>
          </a:p>
          <a:p>
            <a:pPr marL="457200" lvl="1" indent="0">
              <a:spcBef>
                <a:spcPts val="0"/>
              </a:spcBef>
            </a:pPr>
            <a:r>
              <a:rPr lang="en-US" dirty="0">
                <a:sym typeface="Wingdings" panose="05000000000000000000" pitchFamily="2" charset="2"/>
              </a:rPr>
              <a:t> Slide 4</a:t>
            </a:r>
            <a:endParaRPr lang="en-US" b="0" dirty="0"/>
          </a:p>
          <a:p>
            <a:pPr marL="0" marR="0" lvl="1" indent="0" algn="l" rtl="0">
              <a:lnSpc>
                <a:spcPct val="200000"/>
              </a:lnSpc>
              <a:spcBef>
                <a:spcPts val="400"/>
              </a:spcBef>
              <a:spcAft>
                <a:spcPts val="0"/>
              </a:spcAft>
              <a:buClr>
                <a:schemeClr val="accent1"/>
              </a:buClr>
              <a:buSzPts val="1200"/>
              <a:buFont typeface="Noto Sans Symbols"/>
              <a:buNone/>
            </a:pPr>
            <a:endParaRPr lang="en-US" sz="1000" noProof="0" dirty="0"/>
          </a:p>
        </p:txBody>
      </p:sp>
    </p:spTree>
    <p:extLst>
      <p:ext uri="{BB962C8B-B14F-4D97-AF65-F5344CB8AC3E}">
        <p14:creationId xmlns:p14="http://schemas.microsoft.com/office/powerpoint/2010/main" val="40576240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56"/>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AP_2016_16x9_white">
  <a:themeElements>
    <a:clrScheme name="SAP_colors_white_template">
      <a:dk1>
        <a:srgbClr val="000000"/>
      </a:dk1>
      <a:lt1>
        <a:srgbClr val="FFFFFF"/>
      </a:lt1>
      <a:dk2>
        <a:srgbClr val="0076CB"/>
      </a:dk2>
      <a:lt2>
        <a:srgbClr val="CCCCCC"/>
      </a:lt2>
      <a:accent1>
        <a:srgbClr val="F0AB00"/>
      </a:accent1>
      <a:accent2>
        <a:srgbClr val="666666"/>
      </a:accent2>
      <a:accent3>
        <a:srgbClr val="0076CB"/>
      </a:accent3>
      <a:accent4>
        <a:srgbClr val="4FB81C"/>
      </a:accent4>
      <a:accent5>
        <a:srgbClr val="E35500"/>
      </a:accent5>
      <a:accent6>
        <a:srgbClr val="760A85"/>
      </a:accent6>
      <a:hlink>
        <a:srgbClr val="666666"/>
      </a:hlink>
      <a:folHlink>
        <a:srgbClr val="CCCC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878</Words>
  <Application>Microsoft Office PowerPoint</Application>
  <PresentationFormat>Bildschirmpräsentation (16:9)</PresentationFormat>
  <Paragraphs>150</Paragraphs>
  <Slides>21</Slides>
  <Notes>21</Notes>
  <HiddenSlides>0</HiddenSlides>
  <MMClips>0</MMClips>
  <ScaleCrop>false</ScaleCrop>
  <HeadingPairs>
    <vt:vector size="6" baseType="variant">
      <vt:variant>
        <vt:lpstr>Verwendete Schriftarten</vt:lpstr>
      </vt:variant>
      <vt:variant>
        <vt:i4>5</vt:i4>
      </vt:variant>
      <vt:variant>
        <vt:lpstr>Design</vt:lpstr>
      </vt:variant>
      <vt:variant>
        <vt:i4>2</vt:i4>
      </vt:variant>
      <vt:variant>
        <vt:lpstr>Folientitel</vt:lpstr>
      </vt:variant>
      <vt:variant>
        <vt:i4>21</vt:i4>
      </vt:variant>
    </vt:vector>
  </HeadingPairs>
  <TitlesOfParts>
    <vt:vector size="28" baseType="lpstr">
      <vt:lpstr>Arial</vt:lpstr>
      <vt:lpstr>Courier New</vt:lpstr>
      <vt:lpstr>Noto Sans Symbols</vt:lpstr>
      <vt:lpstr>Symbol</vt:lpstr>
      <vt:lpstr>Wingdings</vt:lpstr>
      <vt:lpstr>Simple Light</vt:lpstr>
      <vt:lpstr>SAP_2016_16x9_white</vt:lpstr>
      <vt:lpstr>Analytical App Development</vt:lpstr>
      <vt:lpstr>Prerequisites</vt:lpstr>
      <vt:lpstr>Agenda</vt:lpstr>
      <vt:lpstr>I. Motivation</vt:lpstr>
      <vt:lpstr>II. UI Controls for Simple Charts Viz-Library Charts</vt:lpstr>
      <vt:lpstr>II. UI Controls for Simple Charts Viz-Library Charts – API</vt:lpstr>
      <vt:lpstr>II. UI Controls for Simple Charts Chart Container</vt:lpstr>
      <vt:lpstr>II. UI Controls for Simple Charts Chart Container – API</vt:lpstr>
      <vt:lpstr>II. UI Controls for Simple Charts Micro Chart</vt:lpstr>
      <vt:lpstr>II. UI Controls for Simple Charts Network Graph</vt:lpstr>
      <vt:lpstr>III. Smart UI Controls Gantt Chart</vt:lpstr>
      <vt:lpstr> </vt:lpstr>
      <vt:lpstr>III. Smart UI Controls Smart Field / Smart Form</vt:lpstr>
      <vt:lpstr>III. Smart UI Controls Smart Table</vt:lpstr>
      <vt:lpstr>III. Smart UI Controls Smart Chart</vt:lpstr>
      <vt:lpstr> </vt:lpstr>
      <vt:lpstr>Check your knowledge</vt:lpstr>
      <vt:lpstr>Check your knowledge</vt:lpstr>
      <vt:lpstr>Solution</vt:lpstr>
      <vt:lpstr>Solution</vt:lpstr>
      <vt:lpstr>PowerPoint-Präsentation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SAP FIORI</dc:title>
  <dc:creator>Rank, Johannes</dc:creator>
  <cp:lastModifiedBy>Alexander Hangl</cp:lastModifiedBy>
  <cp:revision>63</cp:revision>
  <dcterms:modified xsi:type="dcterms:W3CDTF">2021-04-20T10:04:11Z</dcterms:modified>
</cp:coreProperties>
</file>