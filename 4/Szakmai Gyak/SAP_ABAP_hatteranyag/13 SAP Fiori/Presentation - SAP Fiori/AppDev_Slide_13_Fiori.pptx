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3" r:id="rId1"/>
    <p:sldMasterId id="2147483684" r:id="rId2"/>
  </p:sldMasterIdLst>
  <p:notesMasterIdLst>
    <p:notesMasterId r:id="rId27"/>
  </p:notesMasterIdLst>
  <p:sldIdLst>
    <p:sldId id="256" r:id="rId3"/>
    <p:sldId id="257" r:id="rId4"/>
    <p:sldId id="258" r:id="rId5"/>
    <p:sldId id="259" r:id="rId6"/>
    <p:sldId id="260" r:id="rId7"/>
    <p:sldId id="261" r:id="rId8"/>
    <p:sldId id="262" r:id="rId9"/>
    <p:sldId id="263" r:id="rId10"/>
    <p:sldId id="264" r:id="rId11"/>
    <p:sldId id="265" r:id="rId12"/>
    <p:sldId id="266" r:id="rId13"/>
    <p:sldId id="268" r:id="rId14"/>
    <p:sldId id="267" r:id="rId15"/>
    <p:sldId id="270" r:id="rId16"/>
    <p:sldId id="269" r:id="rId17"/>
    <p:sldId id="271" r:id="rId18"/>
    <p:sldId id="272" r:id="rId19"/>
    <p:sldId id="273" r:id="rId20"/>
    <p:sldId id="274" r:id="rId21"/>
    <p:sldId id="275" r:id="rId22"/>
    <p:sldId id="276" r:id="rId23"/>
    <p:sldId id="277" r:id="rId24"/>
    <p:sldId id="278" r:id="rId25"/>
    <p:sldId id="279" r:id="rId2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rno Nym" initials="" lastIdx="1" clrIdx="0"/>
  <p:cmAuthor id="1" name="Rank, Johannes" initials="RJ" lastIdx="3" clrIdx="1">
    <p:extLst>
      <p:ext uri="{19B8F6BF-5375-455C-9EA6-DF929625EA0E}">
        <p15:presenceInfo xmlns:p15="http://schemas.microsoft.com/office/powerpoint/2012/main" userId="S-1-5-21-1499261727-55176102-3529509929-46805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470" autoAdjust="0"/>
  </p:normalViewPr>
  <p:slideViewPr>
    <p:cSldViewPr snapToGrid="0">
      <p:cViewPr varScale="1">
        <p:scale>
          <a:sx n="139" d="100"/>
          <a:sy n="139" d="100"/>
        </p:scale>
        <p:origin x="804"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Shape 4"/>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Shape 186"/>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Shape 187"/>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defTabSz="914400" rtl="0" eaLnBrk="1" fontAlgn="auto" latinLnBrk="0" hangingPunct="1">
              <a:lnSpc>
                <a:spcPct val="100000"/>
              </a:lnSpc>
              <a:spcBef>
                <a:spcPts val="0"/>
              </a:spcBef>
              <a:spcAft>
                <a:spcPts val="0"/>
              </a:spcAft>
              <a:buClr>
                <a:schemeClr val="dk1"/>
              </a:buClr>
              <a:buSzPts val="1400"/>
              <a:buFont typeface="Arial"/>
              <a:buNone/>
              <a:tabLst/>
              <a:defRPr/>
            </a:pPr>
            <a:endParaRPr lang="de-DE" sz="1400" b="0" i="0" u="none" strike="noStrike" cap="none" baseline="0" dirty="0">
              <a:solidFill>
                <a:schemeClr val="dk1"/>
              </a:solidFill>
              <a:latin typeface="Arial"/>
              <a:ea typeface="Arial"/>
              <a:cs typeface="Arial"/>
              <a:sym typeface="Arial"/>
            </a:endParaRPr>
          </a:p>
        </p:txBody>
      </p:sp>
      <p:sp>
        <p:nvSpPr>
          <p:cNvPr id="188" name="Shape 188"/>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1</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Shape 193"/>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Shape 194"/>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r>
              <a:rPr lang="de" sz="1400" b="0" i="0" u="none" strike="noStrike" cap="none">
                <a:solidFill>
                  <a:schemeClr val="dk1"/>
                </a:solidFill>
                <a:latin typeface="Arial"/>
                <a:ea typeface="Arial"/>
                <a:cs typeface="Arial"/>
                <a:sym typeface="Arial"/>
              </a:rPr>
              <a:t/>
            </a:r>
            <a:br>
              <a:rPr lang="de" sz="1400" b="0" i="0" u="none" strike="noStrike" cap="none">
                <a:solidFill>
                  <a:schemeClr val="dk1"/>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
        <p:nvSpPr>
          <p:cNvPr id="195" name="Shape 195"/>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2</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Shape 200"/>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Shape 201"/>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r>
              <a:rPr lang="de" sz="1400" b="0" i="0" u="none" strike="noStrike" cap="none">
                <a:solidFill>
                  <a:schemeClr val="dk1"/>
                </a:solidFill>
                <a:latin typeface="Arial"/>
                <a:ea typeface="Arial"/>
                <a:cs typeface="Arial"/>
                <a:sym typeface="Arial"/>
              </a:rPr>
              <a:t/>
            </a:r>
            <a:br>
              <a:rPr lang="de" sz="1400" b="0" i="0" u="none" strike="noStrike" cap="none">
                <a:solidFill>
                  <a:schemeClr val="dk1"/>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
        <p:nvSpPr>
          <p:cNvPr id="202" name="Shape 202"/>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3</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Shape 207"/>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Shape 208"/>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r>
              <a:rPr lang="de" sz="1400" b="0" i="0" u="none" strike="noStrike" cap="none" dirty="0">
                <a:solidFill>
                  <a:schemeClr val="dk1"/>
                </a:solidFill>
                <a:latin typeface="Arial"/>
                <a:ea typeface="Arial"/>
                <a:cs typeface="Arial"/>
                <a:sym typeface="Arial"/>
              </a:rPr>
              <a:t/>
            </a:r>
            <a:br>
              <a:rPr lang="de" sz="1400" b="0" i="0" u="none" strike="noStrike" cap="none" dirty="0">
                <a:solidFill>
                  <a:schemeClr val="dk1"/>
                </a:solidFill>
                <a:latin typeface="Arial"/>
                <a:ea typeface="Arial"/>
                <a:cs typeface="Arial"/>
                <a:sym typeface="Arial"/>
              </a:rPr>
            </a:br>
            <a:r>
              <a:rPr lang="de" sz="1400" b="0" i="0" u="none" strike="noStrike" cap="none" dirty="0">
                <a:solidFill>
                  <a:schemeClr val="dk1"/>
                </a:solidFill>
                <a:latin typeface="Arial"/>
                <a:ea typeface="Arial"/>
                <a:cs typeface="Arial"/>
                <a:sym typeface="Arial"/>
              </a:rPr>
              <a:t>Umfrage von SAP was können wir besser machen</a:t>
            </a:r>
          </a:p>
          <a:p>
            <a:pPr marL="0" marR="0" lvl="0" indent="0" algn="l" rtl="0">
              <a:spcBef>
                <a:spcPts val="0"/>
              </a:spcBef>
              <a:spcAft>
                <a:spcPts val="0"/>
              </a:spcAft>
              <a:buClr>
                <a:schemeClr val="dk1"/>
              </a:buClr>
              <a:buSzPts val="1400"/>
              <a:buFont typeface="Arial"/>
              <a:buNone/>
            </a:pPr>
            <a:r>
              <a:rPr lang="en-GB" sz="1400" b="0" i="0" u="none" strike="noStrike" cap="none" dirty="0">
                <a:solidFill>
                  <a:schemeClr val="dk1"/>
                </a:solidFill>
                <a:latin typeface="Arial"/>
                <a:ea typeface="Arial"/>
                <a:cs typeface="Arial"/>
                <a:sym typeface="Arial"/>
              </a:rPr>
              <a:t>M</a:t>
            </a:r>
            <a:r>
              <a:rPr lang="de" sz="1400" b="0" i="0" u="none" strike="noStrike" cap="none" dirty="0">
                <a:solidFill>
                  <a:schemeClr val="dk1"/>
                </a:solidFill>
                <a:latin typeface="Arial"/>
                <a:ea typeface="Arial"/>
                <a:cs typeface="Arial"/>
                <a:sym typeface="Arial"/>
              </a:rPr>
              <a:t>eisten leute arbeiten über screen -&gt; aer über</a:t>
            </a:r>
            <a:r>
              <a:rPr lang="de" sz="1400" b="0" i="0" u="none" strike="noStrike" cap="none" baseline="0" dirty="0">
                <a:solidFill>
                  <a:schemeClr val="dk1"/>
                </a:solidFill>
                <a:latin typeface="Arial"/>
                <a:ea typeface="Arial"/>
                <a:cs typeface="Arial"/>
                <a:sym typeface="Arial"/>
              </a:rPr>
              <a:t> 300000 </a:t>
            </a:r>
            <a:r>
              <a:rPr lang="de" sz="1400" b="0" i="0" u="none" strike="noStrike" cap="none" dirty="0">
                <a:solidFill>
                  <a:schemeClr val="dk1"/>
                </a:solidFill>
                <a:latin typeface="Arial"/>
                <a:ea typeface="Arial"/>
                <a:cs typeface="Arial"/>
                <a:sym typeface="Arial"/>
              </a:rPr>
              <a:t>-&gt; Schlicht und einfach zu halten</a:t>
            </a:r>
          </a:p>
          <a:p>
            <a:pPr marL="0" marR="0" lvl="0" indent="0" algn="l" rtl="0">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09" name="Shape 209"/>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4</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Shape 215"/>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 name="Shape 216"/>
          <p:cNvSpPr txBox="1">
            <a:spLocks noGrp="1"/>
          </p:cNvSpPr>
          <p:nvPr>
            <p:ph type="body" idx="1"/>
          </p:nvPr>
        </p:nvSpPr>
        <p:spPr>
          <a:xfrm>
            <a:off x="549000" y="4211843"/>
            <a:ext cx="5760000" cy="4349400"/>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r>
              <a:rPr lang="de" sz="1400" b="0" i="0" u="none" strike="noStrike" cap="none">
                <a:solidFill>
                  <a:schemeClr val="dk1"/>
                </a:solidFill>
                <a:latin typeface="Arial"/>
                <a:ea typeface="Arial"/>
                <a:cs typeface="Arial"/>
                <a:sym typeface="Arial"/>
              </a:rPr>
              <a:t/>
            </a:r>
            <a:br>
              <a:rPr lang="de" sz="1400" b="0" i="0" u="none" strike="noStrike" cap="none">
                <a:solidFill>
                  <a:schemeClr val="dk1"/>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
        <p:nvSpPr>
          <p:cNvPr id="217" name="Shape 217"/>
          <p:cNvSpPr txBox="1">
            <a:spLocks noGrp="1"/>
          </p:cNvSpPr>
          <p:nvPr>
            <p:ph type="sldNum" idx="12"/>
          </p:nvPr>
        </p:nvSpPr>
        <p:spPr>
          <a:xfrm>
            <a:off x="2957512" y="8915402"/>
            <a:ext cx="942900" cy="205500"/>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5</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Shape 223"/>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Shape 224"/>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r>
              <a:rPr lang="de" sz="1400" b="0" i="0" u="none" strike="noStrike" cap="none">
                <a:solidFill>
                  <a:schemeClr val="dk1"/>
                </a:solidFill>
                <a:latin typeface="Arial"/>
                <a:ea typeface="Arial"/>
                <a:cs typeface="Arial"/>
                <a:sym typeface="Arial"/>
              </a:rPr>
              <a:t/>
            </a:r>
            <a:br>
              <a:rPr lang="de" sz="1400" b="0" i="0" u="none" strike="noStrike" cap="none">
                <a:solidFill>
                  <a:schemeClr val="dk1"/>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
        <p:nvSpPr>
          <p:cNvPr id="225" name="Shape 225"/>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6</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Shape 231"/>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2" name="Shape 232"/>
          <p:cNvSpPr txBox="1">
            <a:spLocks noGrp="1"/>
          </p:cNvSpPr>
          <p:nvPr>
            <p:ph type="body" idx="1"/>
          </p:nvPr>
        </p:nvSpPr>
        <p:spPr>
          <a:xfrm>
            <a:off x="549000" y="4211843"/>
            <a:ext cx="5760000" cy="4349400"/>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r>
              <a:rPr lang="de" sz="1400" b="0" i="0" u="none" strike="noStrike" cap="none">
                <a:solidFill>
                  <a:schemeClr val="dk1"/>
                </a:solidFill>
                <a:latin typeface="Arial"/>
                <a:ea typeface="Arial"/>
                <a:cs typeface="Arial"/>
                <a:sym typeface="Arial"/>
              </a:rPr>
              <a:t/>
            </a:r>
            <a:br>
              <a:rPr lang="de" sz="1400" b="0" i="0" u="none" strike="noStrike" cap="none">
                <a:solidFill>
                  <a:schemeClr val="dk1"/>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
        <p:nvSpPr>
          <p:cNvPr id="233" name="Shape 233"/>
          <p:cNvSpPr txBox="1">
            <a:spLocks noGrp="1"/>
          </p:cNvSpPr>
          <p:nvPr>
            <p:ph type="sldNum" idx="12"/>
          </p:nvPr>
        </p:nvSpPr>
        <p:spPr>
          <a:xfrm>
            <a:off x="2957512" y="8915402"/>
            <a:ext cx="942900" cy="205500"/>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7</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Shape 238"/>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 name="Shape 239"/>
          <p:cNvSpPr txBox="1">
            <a:spLocks noGrp="1"/>
          </p:cNvSpPr>
          <p:nvPr>
            <p:ph type="body" idx="1"/>
          </p:nvPr>
        </p:nvSpPr>
        <p:spPr>
          <a:xfrm>
            <a:off x="549000" y="4211843"/>
            <a:ext cx="5760000" cy="4349400"/>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r>
              <a:rPr lang="de" sz="1400" b="0" i="0" u="none" strike="noStrike" cap="none" dirty="0">
                <a:solidFill>
                  <a:schemeClr val="dk1"/>
                </a:solidFill>
                <a:latin typeface="Arial"/>
                <a:ea typeface="Arial"/>
                <a:cs typeface="Arial"/>
                <a:sym typeface="Arial"/>
              </a:rPr>
              <a:t/>
            </a:r>
            <a:br>
              <a:rPr lang="de" sz="1400" b="0" i="0" u="none" strike="noStrike" cap="none" dirty="0">
                <a:solidFill>
                  <a:schemeClr val="dk1"/>
                </a:solidFill>
                <a:latin typeface="Arial"/>
                <a:ea typeface="Arial"/>
                <a:cs typeface="Arial"/>
                <a:sym typeface="Arial"/>
              </a:rPr>
            </a:br>
            <a:r>
              <a:rPr lang="de" sz="1400" b="0" i="0" u="none" strike="noStrike" cap="none" dirty="0">
                <a:solidFill>
                  <a:schemeClr val="dk1"/>
                </a:solidFill>
                <a:latin typeface="Arial"/>
                <a:ea typeface="Arial"/>
                <a:cs typeface="Arial"/>
                <a:sym typeface="Arial"/>
              </a:rPr>
              <a:t>Zum erstellen von Kacheln</a:t>
            </a:r>
            <a:r>
              <a:rPr lang="de" sz="1400" b="0" i="0" u="none" strike="noStrike" cap="none" baseline="0" dirty="0">
                <a:solidFill>
                  <a:schemeClr val="dk1"/>
                </a:solidFill>
                <a:latin typeface="Arial"/>
                <a:ea typeface="Arial"/>
                <a:cs typeface="Arial"/>
                <a:sym typeface="Arial"/>
              </a:rPr>
              <a:t> und Bereitstellen.</a:t>
            </a:r>
          </a:p>
          <a:p>
            <a:pPr marL="0" marR="0" lvl="0" indent="0" algn="l" rtl="0">
              <a:spcBef>
                <a:spcPts val="0"/>
              </a:spcBef>
              <a:spcAft>
                <a:spcPts val="0"/>
              </a:spcAft>
              <a:buClr>
                <a:schemeClr val="dk1"/>
              </a:buClr>
              <a:buSzPts val="1400"/>
              <a:buFont typeface="Arial"/>
              <a:buNone/>
            </a:pPr>
            <a:r>
              <a:rPr lang="de" sz="1400" b="0" i="0" u="none" strike="noStrike" cap="none" baseline="0" dirty="0">
                <a:solidFill>
                  <a:schemeClr val="dk1"/>
                </a:solidFill>
                <a:latin typeface="Arial"/>
                <a:ea typeface="Arial"/>
                <a:cs typeface="Arial"/>
                <a:sym typeface="Arial"/>
              </a:rPr>
              <a:t>Erste Aufgabe.</a:t>
            </a:r>
          </a:p>
          <a:p>
            <a:pPr marL="0" marR="0" lvl="0" indent="0" algn="l" rtl="0">
              <a:spcBef>
                <a:spcPts val="0"/>
              </a:spcBef>
              <a:spcAft>
                <a:spcPts val="0"/>
              </a:spcAft>
              <a:buClr>
                <a:schemeClr val="dk1"/>
              </a:buClr>
              <a:buSzPts val="1400"/>
              <a:buFont typeface="Arial"/>
              <a:buNone/>
            </a:pPr>
            <a:endParaRPr lang="de" sz="1400" b="0" i="0" u="none" strike="noStrike" cap="none" baseline="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40" name="Shape 240"/>
          <p:cNvSpPr txBox="1">
            <a:spLocks noGrp="1"/>
          </p:cNvSpPr>
          <p:nvPr>
            <p:ph type="sldNum" idx="12"/>
          </p:nvPr>
        </p:nvSpPr>
        <p:spPr>
          <a:xfrm>
            <a:off x="2957512" y="8915402"/>
            <a:ext cx="942900" cy="205500"/>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8</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Shape 246"/>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 name="Shape 247"/>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r>
              <a:rPr lang="de" sz="1400" b="0" i="0" u="none" strike="noStrike" cap="none" dirty="0">
                <a:solidFill>
                  <a:schemeClr val="dk1"/>
                </a:solidFill>
                <a:latin typeface="Arial"/>
                <a:ea typeface="Arial"/>
                <a:cs typeface="Arial"/>
                <a:sym typeface="Arial"/>
              </a:rPr>
              <a:t/>
            </a:r>
            <a:br>
              <a:rPr lang="de" sz="1400" b="0" i="0" u="none" strike="noStrike" cap="none" dirty="0">
                <a:solidFill>
                  <a:schemeClr val="dk1"/>
                </a:solidFill>
                <a:latin typeface="Arial"/>
                <a:ea typeface="Arial"/>
                <a:cs typeface="Arial"/>
                <a:sym typeface="Arial"/>
              </a:rPr>
            </a:br>
            <a:r>
              <a:rPr lang="de" sz="1400" b="0" i="0" u="none" strike="noStrike" cap="none" dirty="0">
                <a:solidFill>
                  <a:schemeClr val="dk1"/>
                </a:solidFill>
                <a:latin typeface="Arial"/>
                <a:ea typeface="Arial"/>
                <a:cs typeface="Arial"/>
                <a:sym typeface="Arial"/>
              </a:rPr>
              <a:t>Vorteil</a:t>
            </a:r>
            <a:r>
              <a:rPr lang="de" sz="1400" b="0" i="0" u="none" strike="noStrike" cap="none" baseline="0" dirty="0">
                <a:solidFill>
                  <a:schemeClr val="dk1"/>
                </a:solidFill>
                <a:latin typeface="Arial"/>
                <a:ea typeface="Arial"/>
                <a:cs typeface="Arial"/>
                <a:sym typeface="Arial"/>
              </a:rPr>
              <a:t> im Vergleich zur SAPGUI</a:t>
            </a:r>
            <a:endParaRPr sz="1400" b="0" i="0" u="none" strike="noStrike" cap="none" dirty="0">
              <a:solidFill>
                <a:srgbClr val="000000"/>
              </a:solidFill>
              <a:latin typeface="Arial"/>
              <a:ea typeface="Arial"/>
              <a:cs typeface="Arial"/>
              <a:sym typeface="Arial"/>
            </a:endParaRPr>
          </a:p>
        </p:txBody>
      </p:sp>
      <p:sp>
        <p:nvSpPr>
          <p:cNvPr id="248" name="Shape 248"/>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9</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Shape 253"/>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4" name="Shape 254"/>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r>
              <a:rPr lang="de" sz="1400" b="0" i="0" u="none" strike="noStrike" cap="none">
                <a:solidFill>
                  <a:schemeClr val="dk1"/>
                </a:solidFill>
                <a:latin typeface="Arial"/>
                <a:ea typeface="Arial"/>
                <a:cs typeface="Arial"/>
                <a:sym typeface="Arial"/>
              </a:rPr>
              <a:t/>
            </a:r>
            <a:br>
              <a:rPr lang="de" sz="1400" b="0" i="0" u="none" strike="noStrike" cap="none">
                <a:solidFill>
                  <a:schemeClr val="dk1"/>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
        <p:nvSpPr>
          <p:cNvPr id="255" name="Shape 255"/>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10</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Shape 260"/>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1" name="Shape 261"/>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r>
              <a:rPr lang="de" sz="1400" b="0" i="0" u="none" strike="noStrike" cap="none">
                <a:solidFill>
                  <a:schemeClr val="dk1"/>
                </a:solidFill>
                <a:latin typeface="Arial"/>
                <a:ea typeface="Arial"/>
                <a:cs typeface="Arial"/>
                <a:sym typeface="Arial"/>
              </a:rPr>
              <a:t/>
            </a:r>
            <a:br>
              <a:rPr lang="de" sz="1400" b="0" i="0" u="none" strike="noStrike" cap="none">
                <a:solidFill>
                  <a:schemeClr val="dk1"/>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
        <p:nvSpPr>
          <p:cNvPr id="262" name="Shape 262"/>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11</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Shape 274"/>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5" name="Shape 275"/>
          <p:cNvSpPr txBox="1">
            <a:spLocks noGrp="1"/>
          </p:cNvSpPr>
          <p:nvPr>
            <p:ph type="body" idx="1"/>
          </p:nvPr>
        </p:nvSpPr>
        <p:spPr>
          <a:xfrm>
            <a:off x="549000" y="4211843"/>
            <a:ext cx="5760000" cy="4349400"/>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r>
              <a:rPr lang="de" sz="1400" b="0" i="0" u="none" strike="noStrike" cap="none" dirty="0">
                <a:solidFill>
                  <a:schemeClr val="dk1"/>
                </a:solidFill>
                <a:latin typeface="Arial"/>
                <a:ea typeface="Arial"/>
                <a:cs typeface="Arial"/>
                <a:sym typeface="Arial"/>
              </a:rPr>
              <a:t/>
            </a:r>
            <a:br>
              <a:rPr lang="de" sz="1400" b="0" i="0" u="none" strike="noStrike" cap="none" dirty="0">
                <a:solidFill>
                  <a:schemeClr val="dk1"/>
                </a:solidFill>
                <a:latin typeface="Arial"/>
                <a:ea typeface="Arial"/>
                <a:cs typeface="Arial"/>
                <a:sym typeface="Arial"/>
              </a:rPr>
            </a:br>
            <a:r>
              <a:rPr lang="de" sz="1400" b="0" i="0" u="none" strike="noStrike" cap="none" dirty="0">
                <a:solidFill>
                  <a:schemeClr val="dk1"/>
                </a:solidFill>
                <a:latin typeface="Arial"/>
                <a:ea typeface="Arial"/>
                <a:cs typeface="Arial"/>
                <a:sym typeface="Arial"/>
              </a:rPr>
              <a:t>???</a:t>
            </a:r>
            <a:endParaRPr lang="de" sz="1400" b="0" i="0" u="none" strike="noStrike" cap="none" baseline="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400"/>
              <a:buFont typeface="Arial"/>
              <a:buNone/>
            </a:pPr>
            <a:r>
              <a:rPr lang="de" sz="1400" b="0" i="0" u="none" strike="noStrike" cap="none" baseline="0" dirty="0">
                <a:solidFill>
                  <a:schemeClr val="dk1"/>
                </a:solidFill>
                <a:latin typeface="Arial"/>
                <a:ea typeface="Arial"/>
                <a:cs typeface="Arial"/>
                <a:sym typeface="Arial"/>
              </a:rPr>
              <a:t>Use semantic objects = no unchecked (URL)</a:t>
            </a:r>
          </a:p>
          <a:p>
            <a:pPr marL="0" marR="0" lvl="0" indent="0" algn="l" rtl="0">
              <a:spcBef>
                <a:spcPts val="0"/>
              </a:spcBef>
              <a:spcAft>
                <a:spcPts val="0"/>
              </a:spcAft>
              <a:buClr>
                <a:schemeClr val="dk1"/>
              </a:buClr>
              <a:buSzPts val="1400"/>
              <a:buFont typeface="Arial"/>
              <a:buNone/>
            </a:pPr>
            <a:endParaRPr lang="de" sz="1400" b="0" i="0" u="none" strike="noStrike" cap="none" baseline="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76" name="Shape 276"/>
          <p:cNvSpPr txBox="1">
            <a:spLocks noGrp="1"/>
          </p:cNvSpPr>
          <p:nvPr>
            <p:ph type="sldNum" idx="12"/>
          </p:nvPr>
        </p:nvSpPr>
        <p:spPr>
          <a:xfrm>
            <a:off x="2957512" y="8915402"/>
            <a:ext cx="942900" cy="205500"/>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12</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Shape 267"/>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Shape 268"/>
          <p:cNvSpPr txBox="1">
            <a:spLocks noGrp="1"/>
          </p:cNvSpPr>
          <p:nvPr>
            <p:ph type="body" idx="1"/>
          </p:nvPr>
        </p:nvSpPr>
        <p:spPr>
          <a:xfrm>
            <a:off x="549000" y="4211843"/>
            <a:ext cx="5760000" cy="4349400"/>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r>
              <a:rPr lang="de" sz="1400" b="0" i="0" u="none" strike="noStrike" cap="none" dirty="0">
                <a:solidFill>
                  <a:schemeClr val="dk1"/>
                </a:solidFill>
                <a:latin typeface="Arial"/>
                <a:ea typeface="Arial"/>
                <a:cs typeface="Arial"/>
                <a:sym typeface="Arial"/>
              </a:rPr>
              <a:t/>
            </a:r>
            <a:br>
              <a:rPr lang="de" sz="1400" b="0" i="0" u="none" strike="noStrike" cap="none" dirty="0">
                <a:solidFill>
                  <a:schemeClr val="dk1"/>
                </a:solidFill>
                <a:latin typeface="Arial"/>
                <a:ea typeface="Arial"/>
                <a:cs typeface="Arial"/>
                <a:sym typeface="Arial"/>
              </a:rPr>
            </a:br>
            <a:r>
              <a:rPr lang="de" sz="1400" b="0" i="0" u="none" strike="noStrike" cap="none" dirty="0">
                <a:solidFill>
                  <a:schemeClr val="dk1"/>
                </a:solidFill>
                <a:latin typeface="Arial"/>
                <a:ea typeface="Arial"/>
                <a:cs typeface="Arial"/>
                <a:sym typeface="Arial"/>
              </a:rPr>
              <a:t>Evtl. anhand eines Bild verdeutlichen. Kachel,</a:t>
            </a:r>
            <a:r>
              <a:rPr lang="de" sz="1400" b="0" i="0" u="none" strike="noStrike" cap="none" baseline="0" dirty="0">
                <a:solidFill>
                  <a:schemeClr val="dk1"/>
                </a:solidFill>
                <a:latin typeface="Arial"/>
                <a:ea typeface="Arial"/>
                <a:cs typeface="Arial"/>
                <a:sym typeface="Arial"/>
              </a:rPr>
              <a:t> LandingPage der Webanwendung, Pfeil (Target mapping)</a:t>
            </a:r>
          </a:p>
          <a:p>
            <a:pPr marL="0" marR="0" lvl="0" indent="0" algn="l" rtl="0">
              <a:spcBef>
                <a:spcPts val="0"/>
              </a:spcBef>
              <a:spcAft>
                <a:spcPts val="0"/>
              </a:spcAft>
              <a:buClr>
                <a:schemeClr val="dk1"/>
              </a:buClr>
              <a:buSzPts val="1400"/>
              <a:buFont typeface="Arial"/>
              <a:buNone/>
            </a:pPr>
            <a:endParaRPr lang="de" sz="1400" b="0" i="0" u="none" strike="noStrike" cap="none" baseline="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400"/>
              <a:buFont typeface="Arial"/>
              <a:buNone/>
            </a:pPr>
            <a:r>
              <a:rPr lang="de" sz="1400" b="0" i="0" u="none" strike="noStrike" cap="none" baseline="0" dirty="0">
                <a:solidFill>
                  <a:schemeClr val="dk1"/>
                </a:solidFill>
                <a:latin typeface="Arial"/>
                <a:ea typeface="Arial"/>
                <a:cs typeface="Arial"/>
                <a:sym typeface="Arial"/>
              </a:rPr>
              <a:t>Entität des semantischen Objekts, CRUD operations</a:t>
            </a:r>
            <a:endParaRPr sz="1400" b="0" i="0" u="none" strike="noStrike" cap="none" dirty="0">
              <a:solidFill>
                <a:srgbClr val="000000"/>
              </a:solidFill>
              <a:latin typeface="Arial"/>
              <a:ea typeface="Arial"/>
              <a:cs typeface="Arial"/>
              <a:sym typeface="Arial"/>
            </a:endParaRPr>
          </a:p>
        </p:txBody>
      </p:sp>
      <p:sp>
        <p:nvSpPr>
          <p:cNvPr id="269" name="Shape 269"/>
          <p:cNvSpPr txBox="1">
            <a:spLocks noGrp="1"/>
          </p:cNvSpPr>
          <p:nvPr>
            <p:ph type="sldNum" idx="12"/>
          </p:nvPr>
        </p:nvSpPr>
        <p:spPr>
          <a:xfrm>
            <a:off x="2957512" y="8915402"/>
            <a:ext cx="942900" cy="205500"/>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13</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Shape 289"/>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Shape 290"/>
          <p:cNvSpPr txBox="1">
            <a:spLocks noGrp="1"/>
          </p:cNvSpPr>
          <p:nvPr>
            <p:ph type="body" idx="1"/>
          </p:nvPr>
        </p:nvSpPr>
        <p:spPr>
          <a:xfrm>
            <a:off x="549000" y="4211843"/>
            <a:ext cx="5760000" cy="4349400"/>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r>
              <a:rPr lang="de" sz="1400" b="0" i="0" u="none" strike="noStrike" cap="none" dirty="0">
                <a:solidFill>
                  <a:schemeClr val="dk1"/>
                </a:solidFill>
                <a:latin typeface="Arial"/>
                <a:ea typeface="Arial"/>
                <a:cs typeface="Arial"/>
                <a:sym typeface="Arial"/>
              </a:rPr>
              <a:t/>
            </a:r>
            <a:br>
              <a:rPr lang="de" sz="1400" b="0" i="0" u="none" strike="noStrike" cap="none" dirty="0">
                <a:solidFill>
                  <a:schemeClr val="dk1"/>
                </a:solidFill>
                <a:latin typeface="Arial"/>
                <a:ea typeface="Arial"/>
                <a:cs typeface="Arial"/>
                <a:sym typeface="Arial"/>
              </a:rPr>
            </a:br>
            <a:r>
              <a:rPr lang="de" sz="1400" b="0" i="0" u="none" strike="noStrike" cap="none" dirty="0">
                <a:solidFill>
                  <a:schemeClr val="dk1"/>
                </a:solidFill>
                <a:latin typeface="Arial"/>
                <a:ea typeface="Arial"/>
                <a:cs typeface="Arial"/>
                <a:sym typeface="Arial"/>
              </a:rPr>
              <a:t>Ist das</a:t>
            </a:r>
            <a:r>
              <a:rPr lang="de" sz="1400" b="0" i="0" u="none" strike="noStrike" cap="none" baseline="0" dirty="0">
                <a:solidFill>
                  <a:schemeClr val="dk1"/>
                </a:solidFill>
                <a:latin typeface="Arial"/>
                <a:ea typeface="Arial"/>
                <a:cs typeface="Arial"/>
                <a:sym typeface="Arial"/>
              </a:rPr>
              <a:t> hier die Konfiguration des Target Mappings?</a:t>
            </a:r>
            <a:endParaRPr lang="de" sz="14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400"/>
              <a:buFont typeface="Arial"/>
              <a:buNone/>
            </a:pPr>
            <a:endParaRPr lang="de" sz="14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400"/>
              <a:buFont typeface="Arial"/>
              <a:buNone/>
            </a:pPr>
            <a:r>
              <a:rPr lang="de" sz="1400" b="0" i="0" u="none" strike="noStrike" cap="none" dirty="0">
                <a:solidFill>
                  <a:schemeClr val="dk1"/>
                </a:solidFill>
                <a:latin typeface="Arial"/>
                <a:ea typeface="Arial"/>
                <a:cs typeface="Arial"/>
                <a:sym typeface="Arial"/>
              </a:rPr>
              <a:t>Navigation bei intent? </a:t>
            </a:r>
            <a:r>
              <a:rPr lang="en-GB" sz="1400" b="0" i="0" u="none" strike="noStrike" cap="none" dirty="0">
                <a:solidFill>
                  <a:schemeClr val="dk1"/>
                </a:solidFill>
                <a:latin typeface="Arial"/>
                <a:ea typeface="Arial"/>
                <a:cs typeface="Arial"/>
                <a:sym typeface="Arial"/>
              </a:rPr>
              <a:t>O</a:t>
            </a:r>
            <a:r>
              <a:rPr lang="de" sz="1400" b="0" i="0" u="none" strike="noStrike" cap="none" dirty="0">
                <a:solidFill>
                  <a:schemeClr val="dk1"/>
                </a:solidFill>
                <a:latin typeface="Arial"/>
                <a:ea typeface="Arial"/>
                <a:cs typeface="Arial"/>
                <a:sym typeface="Arial"/>
              </a:rPr>
              <a:t>der ist das Navigation by URL?</a:t>
            </a:r>
            <a:endParaRPr sz="1400" b="0" i="0" u="none" strike="noStrike" cap="none" dirty="0">
              <a:solidFill>
                <a:srgbClr val="000000"/>
              </a:solidFill>
              <a:latin typeface="Arial"/>
              <a:ea typeface="Arial"/>
              <a:cs typeface="Arial"/>
              <a:sym typeface="Arial"/>
            </a:endParaRPr>
          </a:p>
        </p:txBody>
      </p:sp>
      <p:sp>
        <p:nvSpPr>
          <p:cNvPr id="291" name="Shape 291"/>
          <p:cNvSpPr txBox="1">
            <a:spLocks noGrp="1"/>
          </p:cNvSpPr>
          <p:nvPr>
            <p:ph type="sldNum" idx="12"/>
          </p:nvPr>
        </p:nvSpPr>
        <p:spPr>
          <a:xfrm>
            <a:off x="2957512" y="8915402"/>
            <a:ext cx="942900" cy="205500"/>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14</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Shape 282"/>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3" name="Shape 283"/>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r>
              <a:rPr lang="de" sz="1400" b="0" i="0" u="none" strike="noStrike" cap="none" dirty="0">
                <a:solidFill>
                  <a:schemeClr val="dk1"/>
                </a:solidFill>
                <a:latin typeface="Arial"/>
                <a:ea typeface="Arial"/>
                <a:cs typeface="Arial"/>
                <a:sym typeface="Arial"/>
              </a:rPr>
              <a:t/>
            </a:r>
            <a:br>
              <a:rPr lang="de" sz="1400" b="0" i="0" u="none" strike="noStrike" cap="none" dirty="0">
                <a:solidFill>
                  <a:schemeClr val="dk1"/>
                </a:solidFill>
                <a:latin typeface="Arial"/>
                <a:ea typeface="Arial"/>
                <a:cs typeface="Arial"/>
                <a:sym typeface="Arial"/>
              </a:rPr>
            </a:br>
            <a:r>
              <a:rPr lang="de" sz="1400" b="0" i="0" u="none" strike="noStrike" cap="none" dirty="0">
                <a:solidFill>
                  <a:schemeClr val="dk1"/>
                </a:solidFill>
                <a:latin typeface="Arial"/>
                <a:ea typeface="Arial"/>
                <a:cs typeface="Arial"/>
                <a:sym typeface="Arial"/>
              </a:rPr>
              <a:t>Ist nicht die Group ein Subset</a:t>
            </a:r>
            <a:r>
              <a:rPr lang="de" sz="1400" b="0" i="0" u="none" strike="noStrike" cap="none" baseline="0" dirty="0">
                <a:solidFill>
                  <a:schemeClr val="dk1"/>
                </a:solidFill>
                <a:latin typeface="Arial"/>
                <a:ea typeface="Arial"/>
                <a:cs typeface="Arial"/>
                <a:sym typeface="Arial"/>
              </a:rPr>
              <a:t> von Catalog</a:t>
            </a:r>
          </a:p>
          <a:p>
            <a:pPr marL="0" marR="0" lvl="0" indent="0" algn="l" rtl="0">
              <a:spcBef>
                <a:spcPts val="0"/>
              </a:spcBef>
              <a:spcAft>
                <a:spcPts val="0"/>
              </a:spcAft>
              <a:buClr>
                <a:schemeClr val="dk1"/>
              </a:buClr>
              <a:buSzPts val="1400"/>
              <a:buFont typeface="Arial"/>
              <a:buNone/>
            </a:pPr>
            <a:endParaRPr lang="de" sz="1400" b="0" i="0" u="none" strike="noStrike" cap="none" baseline="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400"/>
              <a:buFont typeface="Arial"/>
              <a:buNone/>
            </a:pPr>
            <a:r>
              <a:rPr lang="de" sz="1400" b="0" i="0" u="none" strike="noStrike" cap="none" baseline="0" dirty="0">
                <a:solidFill>
                  <a:schemeClr val="dk1"/>
                </a:solidFill>
                <a:latin typeface="Arial"/>
                <a:ea typeface="Arial"/>
                <a:cs typeface="Arial"/>
                <a:sym typeface="Arial"/>
              </a:rPr>
              <a:t>Was ist Application Storage?</a:t>
            </a:r>
          </a:p>
          <a:p>
            <a:pPr marL="0" marR="0" lvl="0" indent="0" algn="l" rtl="0">
              <a:spcBef>
                <a:spcPts val="0"/>
              </a:spcBef>
              <a:spcAft>
                <a:spcPts val="0"/>
              </a:spcAft>
              <a:buClr>
                <a:schemeClr val="dk1"/>
              </a:buClr>
              <a:buSzPts val="1400"/>
              <a:buFont typeface="Arial"/>
              <a:buNone/>
            </a:pPr>
            <a:endParaRPr lang="de" sz="1400" b="0" i="0" u="none" strike="noStrike" cap="none" baseline="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400"/>
              <a:buFont typeface="Arial"/>
              <a:buNone/>
            </a:pPr>
            <a:r>
              <a:rPr lang="de" sz="1400" b="0" i="0" u="none" strike="noStrike" cap="none" baseline="0" dirty="0">
                <a:solidFill>
                  <a:schemeClr val="dk1"/>
                </a:solidFill>
                <a:latin typeface="Arial"/>
                <a:ea typeface="Arial"/>
                <a:cs typeface="Arial"/>
                <a:sym typeface="Arial"/>
              </a:rPr>
              <a:t>Habe ich als Rolle immer die Berechtigung für einen Catalog oder kann ich das auch Gruppenweise vergeben</a:t>
            </a:r>
          </a:p>
          <a:p>
            <a:pPr marL="0" marR="0" lvl="0" indent="0" algn="l" rtl="0">
              <a:spcBef>
                <a:spcPts val="0"/>
              </a:spcBef>
              <a:spcAft>
                <a:spcPts val="0"/>
              </a:spcAft>
              <a:buClr>
                <a:schemeClr val="dk1"/>
              </a:buClr>
              <a:buSzPts val="1400"/>
              <a:buFont typeface="Arial"/>
              <a:buNone/>
            </a:pPr>
            <a:r>
              <a:rPr lang="de" sz="1400" b="0" i="0" u="none" strike="noStrike" cap="none" baseline="0" dirty="0">
                <a:solidFill>
                  <a:schemeClr val="dk1"/>
                </a:solidFill>
                <a:latin typeface="Arial"/>
                <a:ea typeface="Arial"/>
                <a:cs typeface="Arial"/>
                <a:sym typeface="Arial"/>
              </a:rPr>
              <a:t>(Gruppe ist sichtbar im Launchpad, Catalog ist nur eine Bibliothek von Apps die ich zur Verfügung habe)</a:t>
            </a:r>
          </a:p>
          <a:p>
            <a:pPr marL="0" marR="0" lvl="0" indent="0" algn="l" rtl="0">
              <a:spcBef>
                <a:spcPts val="0"/>
              </a:spcBef>
              <a:spcAft>
                <a:spcPts val="0"/>
              </a:spcAft>
              <a:buClr>
                <a:schemeClr val="dk1"/>
              </a:buClr>
              <a:buSzPts val="1400"/>
              <a:buFont typeface="Arial"/>
              <a:buNone/>
            </a:pPr>
            <a:endParaRPr lang="de" sz="1400" b="0" i="0" u="none" strike="noStrike" cap="none" baseline="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400"/>
              <a:buFont typeface="Arial"/>
              <a:buNone/>
            </a:pPr>
            <a:r>
              <a:rPr lang="de" sz="1400" b="0" i="0" u="none" strike="noStrike" cap="none" baseline="0" dirty="0">
                <a:solidFill>
                  <a:schemeClr val="dk1"/>
                </a:solidFill>
                <a:latin typeface="Arial"/>
                <a:ea typeface="Arial"/>
                <a:cs typeface="Arial"/>
                <a:sym typeface="Arial"/>
              </a:rPr>
              <a:t>Warum Target Mapping mit Catalog verbunden?</a:t>
            </a:r>
          </a:p>
          <a:p>
            <a:pPr marL="0" marR="0" lvl="0" indent="0" algn="l" rtl="0">
              <a:spcBef>
                <a:spcPts val="0"/>
              </a:spcBef>
              <a:spcAft>
                <a:spcPts val="0"/>
              </a:spcAft>
              <a:buClr>
                <a:schemeClr val="dk1"/>
              </a:buClr>
              <a:buSzPts val="1400"/>
              <a:buFont typeface="Arial"/>
              <a:buNone/>
            </a:pPr>
            <a:endParaRPr lang="de" sz="1400" b="0" i="0" u="none" strike="noStrike" cap="none" baseline="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84" name="Shape 284"/>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15</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Shape 297"/>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Shape 298"/>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r>
              <a:rPr lang="de" sz="1400" b="0" i="0" u="none" strike="noStrike" cap="none" dirty="0">
                <a:solidFill>
                  <a:schemeClr val="dk1"/>
                </a:solidFill>
                <a:latin typeface="Arial"/>
                <a:ea typeface="Arial"/>
                <a:cs typeface="Arial"/>
                <a:sym typeface="Arial"/>
              </a:rPr>
              <a:t/>
            </a:r>
            <a:br>
              <a:rPr lang="de" sz="1400" b="0" i="0" u="none" strike="noStrike" cap="none" dirty="0">
                <a:solidFill>
                  <a:schemeClr val="dk1"/>
                </a:solidFill>
                <a:latin typeface="Arial"/>
                <a:ea typeface="Arial"/>
                <a:cs typeface="Arial"/>
                <a:sym typeface="Arial"/>
              </a:rPr>
            </a:br>
            <a:r>
              <a:rPr lang="de" sz="1400" b="0" i="0" u="none" strike="noStrike" cap="none" dirty="0">
                <a:solidFill>
                  <a:schemeClr val="dk1"/>
                </a:solidFill>
                <a:latin typeface="Arial"/>
                <a:ea typeface="Arial"/>
                <a:cs typeface="Arial"/>
                <a:sym typeface="Arial"/>
              </a:rPr>
              <a:t>Implementierung der App Archetypes? -&gt; wählt man zu beginn eine App aus oder sind diese Templates mit den Tile Types gleichzusetzen?</a:t>
            </a:r>
          </a:p>
          <a:p>
            <a:pPr marL="0" marR="0" lvl="0" indent="0" algn="l" rtl="0">
              <a:spcBef>
                <a:spcPts val="0"/>
              </a:spcBef>
              <a:spcAft>
                <a:spcPts val="0"/>
              </a:spcAft>
              <a:buClr>
                <a:schemeClr val="dk1"/>
              </a:buClr>
              <a:buSzPts val="1400"/>
              <a:buFont typeface="Arial"/>
              <a:buNone/>
            </a:pPr>
            <a:endParaRPr lang="de" sz="14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99" name="Shape 299"/>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16</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Shape 304"/>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Shape 305"/>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r>
              <a:rPr lang="de" sz="1400" b="0" i="0" u="none" strike="noStrike" cap="none" dirty="0">
                <a:solidFill>
                  <a:schemeClr val="dk1"/>
                </a:solidFill>
                <a:latin typeface="Arial"/>
                <a:ea typeface="Arial"/>
                <a:cs typeface="Arial"/>
                <a:sym typeface="Arial"/>
              </a:rPr>
              <a:t/>
            </a:r>
            <a:br>
              <a:rPr lang="de" sz="1400" b="0" i="0" u="none" strike="noStrike" cap="none" dirty="0">
                <a:solidFill>
                  <a:schemeClr val="dk1"/>
                </a:solidFill>
                <a:latin typeface="Arial"/>
                <a:ea typeface="Arial"/>
                <a:cs typeface="Arial"/>
                <a:sym typeface="Arial"/>
              </a:rPr>
            </a:br>
            <a:r>
              <a:rPr lang="de" sz="1400" b="0" i="0" u="none" strike="noStrike" cap="none" dirty="0">
                <a:solidFill>
                  <a:schemeClr val="dk1"/>
                </a:solidFill>
                <a:latin typeface="Arial"/>
                <a:ea typeface="Arial"/>
                <a:cs typeface="Arial"/>
                <a:sym typeface="Arial"/>
              </a:rPr>
              <a:t>Sind die verschiedenen Tile Types alle auch ohne HANA verfügbar</a:t>
            </a:r>
            <a:endParaRPr sz="1400" b="0" i="0" u="none" strike="noStrike" cap="none" dirty="0">
              <a:solidFill>
                <a:srgbClr val="000000"/>
              </a:solidFill>
              <a:latin typeface="Arial"/>
              <a:ea typeface="Arial"/>
              <a:cs typeface="Arial"/>
              <a:sym typeface="Arial"/>
            </a:endParaRPr>
          </a:p>
        </p:txBody>
      </p:sp>
      <p:sp>
        <p:nvSpPr>
          <p:cNvPr id="306" name="Shape 306"/>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17</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Shape 312"/>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3" name="Shape 313"/>
          <p:cNvSpPr txBox="1">
            <a:spLocks noGrp="1"/>
          </p:cNvSpPr>
          <p:nvPr>
            <p:ph type="body" idx="1"/>
          </p:nvPr>
        </p:nvSpPr>
        <p:spPr>
          <a:xfrm>
            <a:off x="549000" y="4211843"/>
            <a:ext cx="5760000" cy="4349400"/>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r>
              <a:rPr lang="de" sz="1400" b="0" i="0" u="none" strike="noStrike" cap="none">
                <a:solidFill>
                  <a:schemeClr val="dk1"/>
                </a:solidFill>
                <a:latin typeface="Arial"/>
                <a:ea typeface="Arial"/>
                <a:cs typeface="Arial"/>
                <a:sym typeface="Arial"/>
              </a:rPr>
              <a:t/>
            </a:r>
            <a:br>
              <a:rPr lang="de" sz="1400" b="0" i="0" u="none" strike="noStrike" cap="none">
                <a:solidFill>
                  <a:schemeClr val="dk1"/>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
        <p:nvSpPr>
          <p:cNvPr id="314" name="Shape 314"/>
          <p:cNvSpPr txBox="1">
            <a:spLocks noGrp="1"/>
          </p:cNvSpPr>
          <p:nvPr>
            <p:ph type="sldNum" idx="12"/>
          </p:nvPr>
        </p:nvSpPr>
        <p:spPr>
          <a:xfrm>
            <a:off x="2957512" y="8915402"/>
            <a:ext cx="942900" cy="205500"/>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18</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Shape 319"/>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0" name="Shape 320"/>
          <p:cNvSpPr txBox="1">
            <a:spLocks noGrp="1"/>
          </p:cNvSpPr>
          <p:nvPr>
            <p:ph type="body" idx="1"/>
          </p:nvPr>
        </p:nvSpPr>
        <p:spPr>
          <a:xfrm>
            <a:off x="549000" y="4211843"/>
            <a:ext cx="5760000" cy="4349400"/>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r>
              <a:rPr lang="de" sz="1400" b="0" i="0" u="none" strike="noStrike" cap="none">
                <a:solidFill>
                  <a:schemeClr val="dk1"/>
                </a:solidFill>
                <a:latin typeface="Arial"/>
                <a:ea typeface="Arial"/>
                <a:cs typeface="Arial"/>
                <a:sym typeface="Arial"/>
              </a:rPr>
              <a:t/>
            </a:r>
            <a:br>
              <a:rPr lang="de" sz="1400" b="0" i="0" u="none" strike="noStrike" cap="none">
                <a:solidFill>
                  <a:schemeClr val="dk1"/>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
        <p:nvSpPr>
          <p:cNvPr id="321" name="Shape 321"/>
          <p:cNvSpPr txBox="1">
            <a:spLocks noGrp="1"/>
          </p:cNvSpPr>
          <p:nvPr>
            <p:ph type="sldNum" idx="12"/>
          </p:nvPr>
        </p:nvSpPr>
        <p:spPr>
          <a:xfrm>
            <a:off x="2957512" y="8915402"/>
            <a:ext cx="942900" cy="205500"/>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19</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Shape 327"/>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8" name="Shape 328"/>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r>
              <a:rPr lang="de" sz="1400" b="0" i="0" u="none" strike="noStrike" cap="none">
                <a:solidFill>
                  <a:schemeClr val="dk1"/>
                </a:solidFill>
                <a:latin typeface="Arial"/>
                <a:ea typeface="Arial"/>
                <a:cs typeface="Arial"/>
                <a:sym typeface="Arial"/>
              </a:rPr>
              <a:t/>
            </a:r>
            <a:br>
              <a:rPr lang="de" sz="1400" b="0" i="0" u="none" strike="noStrike" cap="none">
                <a:solidFill>
                  <a:schemeClr val="dk1"/>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
        <p:nvSpPr>
          <p:cNvPr id="329" name="Shape 329"/>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20</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Shape 333"/>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Shape 334"/>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r>
              <a:rPr lang="de" sz="1400" b="0" i="0" u="none" strike="noStrike" cap="none">
                <a:solidFill>
                  <a:schemeClr val="dk1"/>
                </a:solidFill>
                <a:latin typeface="Arial"/>
                <a:ea typeface="Arial"/>
                <a:cs typeface="Arial"/>
                <a:sym typeface="Arial"/>
              </a:rPr>
              <a:t/>
            </a:r>
            <a:br>
              <a:rPr lang="de" sz="1400" b="0" i="0" u="none" strike="noStrike" cap="none">
                <a:solidFill>
                  <a:schemeClr val="dk1"/>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
        <p:nvSpPr>
          <p:cNvPr id="335" name="Shape 335"/>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21</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Shape 340"/>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1" name="Shape 341"/>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r>
              <a:rPr lang="de" sz="1400" b="0" i="0" u="none" strike="noStrike" cap="none">
                <a:solidFill>
                  <a:schemeClr val="dk1"/>
                </a:solidFill>
                <a:latin typeface="Arial"/>
                <a:ea typeface="Arial"/>
                <a:cs typeface="Arial"/>
                <a:sym typeface="Arial"/>
              </a:rPr>
              <a:t/>
            </a:r>
            <a:br>
              <a:rPr lang="de" sz="1400" b="0" i="0" u="none" strike="noStrike" cap="none">
                <a:solidFill>
                  <a:schemeClr val="dk1"/>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
        <p:nvSpPr>
          <p:cNvPr id="342" name="Shape 342"/>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22</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Shape 346"/>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7" name="Shape 347"/>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r>
              <a:rPr lang="de" sz="1400" b="0" i="0" u="none" strike="noStrike" cap="none">
                <a:solidFill>
                  <a:schemeClr val="dk1"/>
                </a:solidFill>
                <a:latin typeface="Arial"/>
                <a:ea typeface="Arial"/>
                <a:cs typeface="Arial"/>
                <a:sym typeface="Arial"/>
              </a:rPr>
              <a:t/>
            </a:r>
            <a:br>
              <a:rPr lang="de" sz="1400" b="0" i="0" u="none" strike="noStrike" cap="none">
                <a:solidFill>
                  <a:schemeClr val="dk1"/>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
        <p:nvSpPr>
          <p:cNvPr id="348" name="Shape 348"/>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23</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Shape 354"/>
          <p:cNvSpPr txBox="1">
            <a:spLocks noGrp="1"/>
          </p:cNvSpPr>
          <p:nvPr>
            <p:ph type="body" idx="1"/>
          </p:nvPr>
        </p:nvSpPr>
        <p:spPr>
          <a:xfrm>
            <a:off x="549000" y="4211843"/>
            <a:ext cx="5760000" cy="4349354"/>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5" name="Shape 355"/>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hyperlink" Target="http://global12.sap.com/corporate-en/legal/copyright/index.epx" TargetMode="Externa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hyperlink" Target="http://global.sap.com/corporate-de/legal/copyright/index.epx" TargetMode="Externa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Shape 11"/>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Shape 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Shape 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Shape 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Shape 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Shape 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Shape 22"/>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Shape 23"/>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Shape 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Shape 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Shape 30"/>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Shape 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Shape 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Shape 3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7" name="Shape 37"/>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Shape 38"/>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Shape 3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Shape 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Shape 4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lstStyle>
            <a:lvl1pPr marL="457200" lvl="0" indent="-228600">
              <a:lnSpc>
                <a:spcPct val="100000"/>
              </a:lnSpc>
              <a:spcBef>
                <a:spcPts val="0"/>
              </a:spcBef>
              <a:spcAft>
                <a:spcPts val="0"/>
              </a:spcAft>
              <a:buSzPts val="1800"/>
              <a:buNone/>
              <a:defRPr/>
            </a:lvl1pPr>
          </a:lstStyle>
          <a:p>
            <a:endParaRPr/>
          </a:p>
        </p:txBody>
      </p:sp>
      <p:sp>
        <p:nvSpPr>
          <p:cNvPr id="43" name="Shape 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Shape 45"/>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Shape 46"/>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Shape 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Shape 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2_Title with picture - short">
  <p:cSld name="2_Title with picture - short">
    <p:bg>
      <p:bgPr>
        <a:solidFill>
          <a:srgbClr val="E0E0E0"/>
        </a:solidFill>
        <a:effectLst/>
      </p:bgPr>
    </p:bg>
    <p:spTree>
      <p:nvGrpSpPr>
        <p:cNvPr id="1" name="Shape 59"/>
        <p:cNvGrpSpPr/>
        <p:nvPr/>
      </p:nvGrpSpPr>
      <p:grpSpPr>
        <a:xfrm>
          <a:off x="0" y="0"/>
          <a:ext cx="0" cy="0"/>
          <a:chOff x="0" y="0"/>
          <a:chExt cx="0" cy="0"/>
        </a:xfrm>
      </p:grpSpPr>
      <p:pic>
        <p:nvPicPr>
          <p:cNvPr id="60" name="Shape 60"/>
          <p:cNvPicPr preferRelativeResize="0"/>
          <p:nvPr/>
        </p:nvPicPr>
        <p:blipFill rotWithShape="1">
          <a:blip r:embed="rId2">
            <a:alphaModFix/>
          </a:blip>
          <a:srcRect t="5637" b="637"/>
          <a:stretch/>
        </p:blipFill>
        <p:spPr>
          <a:xfrm>
            <a:off x="-1" y="0"/>
            <a:ext cx="9144001" cy="5142319"/>
          </a:xfrm>
          <a:prstGeom prst="rect">
            <a:avLst/>
          </a:prstGeom>
          <a:noFill/>
          <a:ln>
            <a:noFill/>
          </a:ln>
        </p:spPr>
      </p:pic>
      <p:sp>
        <p:nvSpPr>
          <p:cNvPr id="61" name="Shape 61"/>
          <p:cNvSpPr/>
          <p:nvPr/>
        </p:nvSpPr>
        <p:spPr>
          <a:xfrm>
            <a:off x="242937" y="0"/>
            <a:ext cx="8656646" cy="1619628"/>
          </a:xfrm>
          <a:prstGeom prst="rect">
            <a:avLst/>
          </a:prstGeom>
          <a:solidFill>
            <a:schemeClr val="lt1">
              <a:alpha val="74901"/>
            </a:schemeClr>
          </a:solidFill>
          <a:ln>
            <a:noFill/>
          </a:ln>
        </p:spPr>
        <p:txBody>
          <a:bodyPr spcFirstLastPara="1" wrap="square" lIns="80350" tIns="64275" rIns="80350" bIns="64275" anchor="ctr" anchorCtr="0">
            <a:noAutofit/>
          </a:bodyPr>
          <a:lstStyle/>
          <a:p>
            <a:pPr marL="0" marR="0" lvl="0" indent="0" algn="ctr" rtl="0">
              <a:spcBef>
                <a:spcPts val="0"/>
              </a:spcBef>
              <a:spcAft>
                <a:spcPts val="0"/>
              </a:spcAft>
              <a:buNone/>
            </a:pPr>
            <a:endParaRPr sz="1600" b="0" i="0" u="none" strike="noStrike" cap="none">
              <a:solidFill>
                <a:srgbClr val="000000"/>
              </a:solidFill>
              <a:latin typeface="Arial"/>
              <a:ea typeface="Arial"/>
              <a:cs typeface="Arial"/>
              <a:sym typeface="Arial"/>
            </a:endParaRPr>
          </a:p>
        </p:txBody>
      </p:sp>
      <p:sp>
        <p:nvSpPr>
          <p:cNvPr id="62" name="Shape 62"/>
          <p:cNvSpPr txBox="1">
            <a:spLocks noGrp="1"/>
          </p:cNvSpPr>
          <p:nvPr>
            <p:ph type="title"/>
          </p:nvPr>
        </p:nvSpPr>
        <p:spPr>
          <a:xfrm>
            <a:off x="350908" y="243000"/>
            <a:ext cx="7962926" cy="692338"/>
          </a:xfrm>
          <a:prstGeom prst="rect">
            <a:avLst/>
          </a:prstGeom>
          <a:noFill/>
          <a:ln>
            <a:noFill/>
          </a:ln>
        </p:spPr>
        <p:txBody>
          <a:bodyPr spcFirstLastPara="1" wrap="square" lIns="68550" tIns="68550" rIns="68550" bIns="68550" anchor="t" anchorCtr="0"/>
          <a:lstStyle>
            <a:lvl1pPr marR="0" lvl="0" algn="l" rtl="0">
              <a:spcBef>
                <a:spcPts val="0"/>
              </a:spcBef>
              <a:spcAft>
                <a:spcPts val="0"/>
              </a:spcAft>
              <a:buClr>
                <a:schemeClr val="dk1"/>
              </a:buClr>
              <a:buSzPts val="4500"/>
              <a:buFont typeface="Arial"/>
              <a:buNone/>
              <a:defRPr sz="4500" b="1" i="0" u="none" strike="noStrike" cap="none">
                <a:solidFill>
                  <a:schemeClr val="dk1"/>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63" name="Shape 63"/>
          <p:cNvSpPr/>
          <p:nvPr/>
        </p:nvSpPr>
        <p:spPr>
          <a:xfrm>
            <a:off x="242937" y="0"/>
            <a:ext cx="8656646" cy="121501"/>
          </a:xfrm>
          <a:prstGeom prst="rect">
            <a:avLst/>
          </a:prstGeom>
          <a:solidFill>
            <a:schemeClr val="accent1"/>
          </a:solidFill>
          <a:ln>
            <a:noFill/>
          </a:ln>
        </p:spPr>
        <p:txBody>
          <a:bodyPr spcFirstLastPara="1" wrap="square" lIns="80350" tIns="64275" rIns="80350" bIns="64275" anchor="ctr" anchorCtr="0">
            <a:noAutofit/>
          </a:bodyPr>
          <a:lstStyle/>
          <a:p>
            <a:pPr marL="0" marR="0" lvl="0" indent="0" algn="ctr" rtl="0">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4" name="Shape 64"/>
          <p:cNvSpPr txBox="1">
            <a:spLocks noGrp="1"/>
          </p:cNvSpPr>
          <p:nvPr>
            <p:ph type="subTitle" idx="1"/>
          </p:nvPr>
        </p:nvSpPr>
        <p:spPr>
          <a:xfrm>
            <a:off x="350908" y="1155125"/>
            <a:ext cx="7962926" cy="415403"/>
          </a:xfrm>
          <a:prstGeom prst="rect">
            <a:avLst/>
          </a:prstGeom>
          <a:noFill/>
          <a:ln>
            <a:noFill/>
          </a:ln>
        </p:spPr>
        <p:txBody>
          <a:bodyPr spcFirstLastPara="1" wrap="square" lIns="68550" tIns="68550" rIns="68550" bIns="68550" anchor="b" anchorCtr="0"/>
          <a:lstStyle>
            <a:lvl1pPr marR="0" lvl="0" algn="l" rtl="0">
              <a:lnSpc>
                <a:spcPct val="100000"/>
              </a:lnSpc>
              <a:spcBef>
                <a:spcPts val="0"/>
              </a:spcBef>
              <a:spcAft>
                <a:spcPts val="0"/>
              </a:spcAft>
              <a:buClr>
                <a:schemeClr val="accent1"/>
              </a:buClr>
              <a:buSzPts val="1100"/>
              <a:buFont typeface="Arial"/>
              <a:buNone/>
              <a:defRPr sz="1300" b="0" i="0" u="none" strike="noStrike" cap="none">
                <a:solidFill>
                  <a:srgbClr val="000000"/>
                </a:solidFill>
                <a:latin typeface="Arial"/>
                <a:ea typeface="Arial"/>
                <a:cs typeface="Arial"/>
                <a:sym typeface="Arial"/>
              </a:defRPr>
            </a:lvl1pPr>
            <a:lvl2pPr marR="0" lvl="1" algn="ctr" rtl="0">
              <a:spcBef>
                <a:spcPts val="400"/>
              </a:spcBef>
              <a:spcAft>
                <a:spcPts val="0"/>
              </a:spcAft>
              <a:buClr>
                <a:schemeClr val="accent1"/>
              </a:buClr>
              <a:buSzPts val="1200"/>
              <a:buFont typeface="Noto Sans Symbols"/>
              <a:buNone/>
              <a:defRPr sz="1500" b="0" i="0" u="none" strike="noStrike" cap="none">
                <a:solidFill>
                  <a:srgbClr val="888888"/>
                </a:solidFill>
                <a:latin typeface="Arial"/>
                <a:ea typeface="Arial"/>
                <a:cs typeface="Arial"/>
                <a:sym typeface="Arial"/>
              </a:defRPr>
            </a:lvl2pPr>
            <a:lvl3pPr marR="0" lvl="2" algn="ctr" rtl="0">
              <a:spcBef>
                <a:spcPts val="300"/>
              </a:spcBef>
              <a:spcAft>
                <a:spcPts val="0"/>
              </a:spcAft>
              <a:buClr>
                <a:schemeClr val="accent1"/>
              </a:buClr>
              <a:buSzPts val="1300"/>
              <a:buFont typeface="Noto Sans Symbols"/>
              <a:buNone/>
              <a:defRPr sz="1300" b="0" i="0" u="none" strike="noStrike" cap="none">
                <a:solidFill>
                  <a:srgbClr val="888888"/>
                </a:solidFill>
                <a:latin typeface="Arial"/>
                <a:ea typeface="Arial"/>
                <a:cs typeface="Arial"/>
                <a:sym typeface="Arial"/>
              </a:defRPr>
            </a:lvl3pPr>
            <a:lvl4pPr marR="0" lvl="3" algn="ctr" rtl="0">
              <a:spcBef>
                <a:spcPts val="300"/>
              </a:spcBef>
              <a:spcAft>
                <a:spcPts val="0"/>
              </a:spcAft>
              <a:buClr>
                <a:schemeClr val="dk1"/>
              </a:buClr>
              <a:buSzPts val="1300"/>
              <a:buFont typeface="Arial"/>
              <a:buNone/>
              <a:defRPr sz="1300" b="0" i="0" u="none" strike="noStrike" cap="none">
                <a:solidFill>
                  <a:srgbClr val="888888"/>
                </a:solidFill>
                <a:latin typeface="Arial"/>
                <a:ea typeface="Arial"/>
                <a:cs typeface="Arial"/>
                <a:sym typeface="Arial"/>
              </a:defRPr>
            </a:lvl4pPr>
            <a:lvl5pPr marR="0" lvl="4" algn="ctr" rtl="0">
              <a:spcBef>
                <a:spcPts val="200"/>
              </a:spcBef>
              <a:spcAft>
                <a:spcPts val="0"/>
              </a:spcAft>
              <a:buClr>
                <a:schemeClr val="dk1"/>
              </a:buClr>
              <a:buSzPts val="1200"/>
              <a:buFont typeface="Courier New"/>
              <a:buNone/>
              <a:defRPr sz="1200" b="0" i="0" u="none" strike="noStrike" cap="none">
                <a:solidFill>
                  <a:srgbClr val="888888"/>
                </a:solidFill>
                <a:latin typeface="Arial"/>
                <a:ea typeface="Arial"/>
                <a:cs typeface="Arial"/>
                <a:sym typeface="Arial"/>
              </a:defRPr>
            </a:lvl5pPr>
            <a:lvl6pPr marR="0" lvl="5"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6pPr>
            <a:lvl7pPr marR="0" lvl="6"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7pPr>
            <a:lvl8pPr marR="0" lvl="7"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8pPr>
            <a:lvl9pPr marR="0" lvl="8"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9pPr>
          </a:lstStyle>
          <a:p>
            <a:endParaRPr/>
          </a:p>
        </p:txBody>
      </p:sp>
      <p:pic>
        <p:nvPicPr>
          <p:cNvPr id="65" name="Shape 65"/>
          <p:cNvPicPr preferRelativeResize="0"/>
          <p:nvPr/>
        </p:nvPicPr>
        <p:blipFill rotWithShape="1">
          <a:blip r:embed="rId3">
            <a:alphaModFix/>
          </a:blip>
          <a:srcRect/>
          <a:stretch/>
        </p:blipFill>
        <p:spPr>
          <a:xfrm>
            <a:off x="244015" y="4561746"/>
            <a:ext cx="687390" cy="340111"/>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Title - two lines">
  <p:cSld name="Title - two lines">
    <p:bg>
      <p:bgPr>
        <a:solidFill>
          <a:schemeClr val="lt1"/>
        </a:solidFill>
        <a:effectLst/>
      </p:bgPr>
    </p:bg>
    <p:spTree>
      <p:nvGrpSpPr>
        <p:cNvPr id="1" name="Shape 66"/>
        <p:cNvGrpSpPr/>
        <p:nvPr/>
      </p:nvGrpSpPr>
      <p:grpSpPr>
        <a:xfrm>
          <a:off x="0" y="0"/>
          <a:ext cx="0" cy="0"/>
          <a:chOff x="0" y="0"/>
          <a:chExt cx="0" cy="0"/>
        </a:xfrm>
      </p:grpSpPr>
      <p:pic>
        <p:nvPicPr>
          <p:cNvPr id="67" name="Shape 67"/>
          <p:cNvPicPr preferRelativeResize="0"/>
          <p:nvPr/>
        </p:nvPicPr>
        <p:blipFill/>
        <p:spPr>
          <a:xfrm>
            <a:off x="1191" y="1191"/>
            <a:ext cx="1190" cy="1190"/>
          </a:xfrm>
          <a:prstGeom prst="rect">
            <a:avLst/>
          </a:prstGeom>
          <a:solidFill>
            <a:srgbClr val="FFFFFF"/>
          </a:solidFill>
          <a:ln>
            <a:noFill/>
          </a:ln>
        </p:spPr>
      </p:pic>
      <p:sp>
        <p:nvSpPr>
          <p:cNvPr id="68" name="Shape 68"/>
          <p:cNvSpPr txBox="1">
            <a:spLocks noGrp="1"/>
          </p:cNvSpPr>
          <p:nvPr>
            <p:ph type="subTitle" idx="1"/>
          </p:nvPr>
        </p:nvSpPr>
        <p:spPr>
          <a:xfrm>
            <a:off x="242937" y="1154118"/>
            <a:ext cx="7962926" cy="415403"/>
          </a:xfrm>
          <a:prstGeom prst="rect">
            <a:avLst/>
          </a:prstGeom>
          <a:noFill/>
          <a:ln>
            <a:noFill/>
          </a:ln>
        </p:spPr>
        <p:txBody>
          <a:bodyPr spcFirstLastPara="1" wrap="square" lIns="68550" tIns="68550" rIns="68550" bIns="68550" anchor="b" anchorCtr="0"/>
          <a:lstStyle>
            <a:lvl1pPr marR="0" lvl="0" algn="l" rtl="0">
              <a:lnSpc>
                <a:spcPct val="100000"/>
              </a:lnSpc>
              <a:spcBef>
                <a:spcPts val="0"/>
              </a:spcBef>
              <a:spcAft>
                <a:spcPts val="0"/>
              </a:spcAft>
              <a:buClr>
                <a:schemeClr val="accent1"/>
              </a:buClr>
              <a:buSzPts val="1100"/>
              <a:buFont typeface="Arial"/>
              <a:buNone/>
              <a:defRPr sz="1300" b="0" i="0" u="none" strike="noStrike" cap="none">
                <a:solidFill>
                  <a:srgbClr val="000000"/>
                </a:solidFill>
                <a:latin typeface="Arial"/>
                <a:ea typeface="Arial"/>
                <a:cs typeface="Arial"/>
                <a:sym typeface="Arial"/>
              </a:defRPr>
            </a:lvl1pPr>
            <a:lvl2pPr marR="0" lvl="1" algn="ctr" rtl="0">
              <a:spcBef>
                <a:spcPts val="400"/>
              </a:spcBef>
              <a:spcAft>
                <a:spcPts val="0"/>
              </a:spcAft>
              <a:buClr>
                <a:schemeClr val="accent1"/>
              </a:buClr>
              <a:buSzPts val="1200"/>
              <a:buFont typeface="Noto Sans Symbols"/>
              <a:buNone/>
              <a:defRPr sz="1500" b="0" i="0" u="none" strike="noStrike" cap="none">
                <a:solidFill>
                  <a:srgbClr val="888888"/>
                </a:solidFill>
                <a:latin typeface="Arial"/>
                <a:ea typeface="Arial"/>
                <a:cs typeface="Arial"/>
                <a:sym typeface="Arial"/>
              </a:defRPr>
            </a:lvl2pPr>
            <a:lvl3pPr marR="0" lvl="2" algn="ctr" rtl="0">
              <a:spcBef>
                <a:spcPts val="300"/>
              </a:spcBef>
              <a:spcAft>
                <a:spcPts val="0"/>
              </a:spcAft>
              <a:buClr>
                <a:schemeClr val="accent1"/>
              </a:buClr>
              <a:buSzPts val="1300"/>
              <a:buFont typeface="Noto Sans Symbols"/>
              <a:buNone/>
              <a:defRPr sz="1300" b="0" i="0" u="none" strike="noStrike" cap="none">
                <a:solidFill>
                  <a:srgbClr val="888888"/>
                </a:solidFill>
                <a:latin typeface="Arial"/>
                <a:ea typeface="Arial"/>
                <a:cs typeface="Arial"/>
                <a:sym typeface="Arial"/>
              </a:defRPr>
            </a:lvl3pPr>
            <a:lvl4pPr marR="0" lvl="3" algn="ctr" rtl="0">
              <a:spcBef>
                <a:spcPts val="300"/>
              </a:spcBef>
              <a:spcAft>
                <a:spcPts val="0"/>
              </a:spcAft>
              <a:buClr>
                <a:schemeClr val="dk1"/>
              </a:buClr>
              <a:buSzPts val="1300"/>
              <a:buFont typeface="Arial"/>
              <a:buNone/>
              <a:defRPr sz="1300" b="0" i="0" u="none" strike="noStrike" cap="none">
                <a:solidFill>
                  <a:srgbClr val="888888"/>
                </a:solidFill>
                <a:latin typeface="Arial"/>
                <a:ea typeface="Arial"/>
                <a:cs typeface="Arial"/>
                <a:sym typeface="Arial"/>
              </a:defRPr>
            </a:lvl4pPr>
            <a:lvl5pPr marR="0" lvl="4" algn="ctr" rtl="0">
              <a:spcBef>
                <a:spcPts val="200"/>
              </a:spcBef>
              <a:spcAft>
                <a:spcPts val="0"/>
              </a:spcAft>
              <a:buClr>
                <a:schemeClr val="dk1"/>
              </a:buClr>
              <a:buSzPts val="1200"/>
              <a:buFont typeface="Courier New"/>
              <a:buNone/>
              <a:defRPr sz="1200" b="0" i="0" u="none" strike="noStrike" cap="none">
                <a:solidFill>
                  <a:srgbClr val="888888"/>
                </a:solidFill>
                <a:latin typeface="Arial"/>
                <a:ea typeface="Arial"/>
                <a:cs typeface="Arial"/>
                <a:sym typeface="Arial"/>
              </a:defRPr>
            </a:lvl5pPr>
            <a:lvl6pPr marR="0" lvl="5"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6pPr>
            <a:lvl7pPr marR="0" lvl="6"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7pPr>
            <a:lvl8pPr marR="0" lvl="7"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8pPr>
            <a:lvl9pPr marR="0" lvl="8"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9pPr>
          </a:lstStyle>
          <a:p>
            <a:endParaRPr/>
          </a:p>
        </p:txBody>
      </p:sp>
      <p:sp>
        <p:nvSpPr>
          <p:cNvPr id="69" name="Shape 69"/>
          <p:cNvSpPr txBox="1">
            <a:spLocks noGrp="1"/>
          </p:cNvSpPr>
          <p:nvPr>
            <p:ph type="ctrTitle"/>
          </p:nvPr>
        </p:nvSpPr>
        <p:spPr>
          <a:xfrm>
            <a:off x="242936" y="243000"/>
            <a:ext cx="7962926" cy="830806"/>
          </a:xfrm>
          <a:prstGeom prst="rect">
            <a:avLst/>
          </a:prstGeom>
          <a:noFill/>
          <a:ln>
            <a:noFill/>
          </a:ln>
        </p:spPr>
        <p:txBody>
          <a:bodyPr spcFirstLastPara="1" wrap="square" lIns="68550" tIns="68550" rIns="68550" bIns="68550" anchor="t" anchorCtr="0"/>
          <a:lstStyle>
            <a:lvl1pPr marR="0" lvl="0" algn="l" rtl="0">
              <a:spcBef>
                <a:spcPts val="0"/>
              </a:spcBef>
              <a:spcAft>
                <a:spcPts val="0"/>
              </a:spcAft>
              <a:buClr>
                <a:srgbClr val="000000"/>
              </a:buClr>
              <a:buSzPts val="2700"/>
              <a:buFont typeface="Arial"/>
              <a:buNone/>
              <a:defRPr sz="2700" b="1" i="0" u="none" strike="noStrike" cap="none">
                <a:solidFill>
                  <a:srgbClr val="000000"/>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70" name="Shape 70"/>
          <p:cNvSpPr/>
          <p:nvPr/>
        </p:nvSpPr>
        <p:spPr>
          <a:xfrm>
            <a:off x="242937" y="0"/>
            <a:ext cx="8656646" cy="121501"/>
          </a:xfrm>
          <a:prstGeom prst="rect">
            <a:avLst/>
          </a:prstGeom>
          <a:solidFill>
            <a:schemeClr val="accent1"/>
          </a:solidFill>
          <a:ln>
            <a:noFill/>
          </a:ln>
        </p:spPr>
        <p:txBody>
          <a:bodyPr spcFirstLastPara="1" wrap="square" lIns="80350" tIns="64275" rIns="80350" bIns="64275" anchor="ctr" anchorCtr="0">
            <a:noAutofit/>
          </a:bodyPr>
          <a:lstStyle/>
          <a:p>
            <a:pPr marL="0" marR="0" lvl="0" indent="0" algn="ctr" rtl="0">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71" name="Shape 71"/>
          <p:cNvPicPr preferRelativeResize="0"/>
          <p:nvPr/>
        </p:nvPicPr>
        <p:blipFill rotWithShape="1">
          <a:blip r:embed="rId2">
            <a:alphaModFix/>
          </a:blip>
          <a:srcRect/>
          <a:stretch/>
        </p:blipFill>
        <p:spPr>
          <a:xfrm>
            <a:off x="244015" y="4561746"/>
            <a:ext cx="687390" cy="34011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2"/>
        <p:cNvGrpSpPr/>
        <p:nvPr/>
      </p:nvGrpSpPr>
      <p:grpSpPr>
        <a:xfrm>
          <a:off x="0" y="0"/>
          <a:ext cx="0" cy="0"/>
          <a:chOff x="0" y="0"/>
          <a:chExt cx="0" cy="0"/>
        </a:xfrm>
      </p:grpSpPr>
      <p:pic>
        <p:nvPicPr>
          <p:cNvPr id="73" name="Shape 73"/>
          <p:cNvPicPr preferRelativeResize="0"/>
          <p:nvPr/>
        </p:nvPicPr>
        <p:blipFill/>
        <p:spPr>
          <a:xfrm>
            <a:off x="1191" y="1191"/>
            <a:ext cx="1190" cy="1190"/>
          </a:xfrm>
          <a:prstGeom prst="rect">
            <a:avLst/>
          </a:prstGeom>
          <a:solidFill>
            <a:srgbClr val="FFFFFF"/>
          </a:solidFill>
          <a:ln>
            <a:noFill/>
          </a:ln>
        </p:spPr>
      </p:pic>
      <p:sp>
        <p:nvSpPr>
          <p:cNvPr id="74" name="Shape 74"/>
          <p:cNvSpPr txBox="1">
            <a:spLocks noGrp="1"/>
          </p:cNvSpPr>
          <p:nvPr>
            <p:ph type="title"/>
          </p:nvPr>
        </p:nvSpPr>
        <p:spPr>
          <a:xfrm>
            <a:off x="242937" y="243000"/>
            <a:ext cx="8656646" cy="567001"/>
          </a:xfrm>
          <a:prstGeom prst="rect">
            <a:avLst/>
          </a:prstGeom>
          <a:noFill/>
          <a:ln>
            <a:noFill/>
          </a:ln>
        </p:spPr>
        <p:txBody>
          <a:bodyPr spcFirstLastPara="1" wrap="square" lIns="68550" tIns="68550" rIns="68550" bIns="68550" anchor="ctr" anchorCtr="0"/>
          <a:lstStyle>
            <a:lvl1pPr marR="0" lvl="0" algn="l" rtl="0">
              <a:spcBef>
                <a:spcPts val="0"/>
              </a:spcBef>
              <a:spcAft>
                <a:spcPts val="0"/>
              </a:spcAft>
              <a:buClr>
                <a:schemeClr val="accent2"/>
              </a:buClr>
              <a:buSzPts val="2100"/>
              <a:buFont typeface="Arial"/>
              <a:buNone/>
              <a:defRPr sz="2100" b="1" i="0" u="none" strike="noStrike" cap="none">
                <a:solidFill>
                  <a:schemeClr val="accent2"/>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75" name="Shape 75"/>
          <p:cNvSpPr txBox="1">
            <a:spLocks noGrp="1"/>
          </p:cNvSpPr>
          <p:nvPr>
            <p:ph type="body" idx="1"/>
          </p:nvPr>
        </p:nvSpPr>
        <p:spPr>
          <a:xfrm>
            <a:off x="242937" y="1269001"/>
            <a:ext cx="8656646" cy="3294006"/>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0"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Divider Page">
  <p:cSld name="Divider Page">
    <p:bg>
      <p:bgPr>
        <a:solidFill>
          <a:schemeClr val="lt1"/>
        </a:solidFill>
        <a:effectLst/>
      </p:bgPr>
    </p:bg>
    <p:spTree>
      <p:nvGrpSpPr>
        <p:cNvPr id="1" name="Shape 76"/>
        <p:cNvGrpSpPr/>
        <p:nvPr/>
      </p:nvGrpSpPr>
      <p:grpSpPr>
        <a:xfrm>
          <a:off x="0" y="0"/>
          <a:ext cx="0" cy="0"/>
          <a:chOff x="0" y="0"/>
          <a:chExt cx="0" cy="0"/>
        </a:xfrm>
      </p:grpSpPr>
      <p:pic>
        <p:nvPicPr>
          <p:cNvPr id="77" name="Shape 77"/>
          <p:cNvPicPr preferRelativeResize="0"/>
          <p:nvPr/>
        </p:nvPicPr>
        <p:blipFill/>
        <p:spPr>
          <a:xfrm>
            <a:off x="1191" y="1191"/>
            <a:ext cx="1190" cy="1190"/>
          </a:xfrm>
          <a:prstGeom prst="rect">
            <a:avLst/>
          </a:prstGeom>
          <a:solidFill>
            <a:srgbClr val="FFFFFF"/>
          </a:solidFill>
          <a:ln>
            <a:noFill/>
          </a:ln>
        </p:spPr>
      </p:pic>
      <p:sp>
        <p:nvSpPr>
          <p:cNvPr id="78" name="Shape 78"/>
          <p:cNvSpPr/>
          <p:nvPr/>
        </p:nvSpPr>
        <p:spPr>
          <a:xfrm>
            <a:off x="242937" y="0"/>
            <a:ext cx="8656646" cy="1721647"/>
          </a:xfrm>
          <a:prstGeom prst="rect">
            <a:avLst/>
          </a:prstGeom>
          <a:solidFill>
            <a:schemeClr val="accent1"/>
          </a:solidFill>
          <a:ln>
            <a:noFill/>
          </a:ln>
        </p:spPr>
        <p:txBody>
          <a:bodyPr spcFirstLastPara="1" wrap="square" lIns="80350" tIns="64275" rIns="80350" bIns="64275" anchor="ctr" anchorCtr="0">
            <a:noAutofit/>
          </a:bodyPr>
          <a:lstStyle/>
          <a:p>
            <a:pPr marL="0" marR="0" lvl="0" indent="0" algn="ctr" rtl="0">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9" name="Shape 79"/>
          <p:cNvSpPr txBox="1">
            <a:spLocks noGrp="1"/>
          </p:cNvSpPr>
          <p:nvPr>
            <p:ph type="ctrTitle"/>
          </p:nvPr>
        </p:nvSpPr>
        <p:spPr>
          <a:xfrm>
            <a:off x="242937" y="1833303"/>
            <a:ext cx="8656646" cy="692338"/>
          </a:xfrm>
          <a:prstGeom prst="rect">
            <a:avLst/>
          </a:prstGeom>
          <a:noFill/>
          <a:ln>
            <a:noFill/>
          </a:ln>
        </p:spPr>
        <p:txBody>
          <a:bodyPr spcFirstLastPara="1" wrap="square" lIns="68550" tIns="68550" rIns="68550" bIns="68550" anchor="t" anchorCtr="0"/>
          <a:lstStyle>
            <a:lvl1pPr marR="0" lvl="0" algn="l" rtl="0">
              <a:spcBef>
                <a:spcPts val="0"/>
              </a:spcBef>
              <a:spcAft>
                <a:spcPts val="0"/>
              </a:spcAft>
              <a:buClr>
                <a:schemeClr val="dk1"/>
              </a:buClr>
              <a:buSzPts val="4500"/>
              <a:buFont typeface="Arial"/>
              <a:buNone/>
              <a:defRPr sz="4500" b="1" i="0" u="none" strike="noStrike" cap="none">
                <a:solidFill>
                  <a:schemeClr val="dk1"/>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80" name="Shape 80"/>
          <p:cNvSpPr txBox="1">
            <a:spLocks noGrp="1"/>
          </p:cNvSpPr>
          <p:nvPr>
            <p:ph type="body" idx="1"/>
          </p:nvPr>
        </p:nvSpPr>
        <p:spPr>
          <a:xfrm>
            <a:off x="242937" y="2629805"/>
            <a:ext cx="8656646" cy="465536"/>
          </a:xfrm>
          <a:prstGeom prst="rect">
            <a:avLst/>
          </a:prstGeom>
          <a:noFill/>
          <a:ln>
            <a:noFill/>
          </a:ln>
        </p:spPr>
        <p:txBody>
          <a:bodyPr spcFirstLastPara="1" wrap="square" lIns="68550" tIns="68550" rIns="68550" bIns="68550" anchor="t" anchorCtr="0"/>
          <a:lstStyle>
            <a:lvl1pPr marL="457200" marR="0" lvl="0" indent="-228600" algn="l" rtl="0">
              <a:spcBef>
                <a:spcPts val="1100"/>
              </a:spcBef>
              <a:spcAft>
                <a:spcPts val="0"/>
              </a:spcAft>
              <a:buClr>
                <a:schemeClr val="accent1"/>
              </a:buClr>
              <a:buSzPts val="1100"/>
              <a:buFont typeface="Arial"/>
              <a:buNone/>
              <a:defRPr sz="1400" b="0"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81" name="Shape 81"/>
          <p:cNvPicPr preferRelativeResize="0"/>
          <p:nvPr/>
        </p:nvPicPr>
        <p:blipFill rotWithShape="1">
          <a:blip r:embed="rId2">
            <a:alphaModFix/>
          </a:blip>
          <a:srcRect/>
          <a:stretch/>
        </p:blipFill>
        <p:spPr>
          <a:xfrm>
            <a:off x="244015" y="4561746"/>
            <a:ext cx="687390" cy="340111"/>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and Text">
  <p:cSld name="1_Title and Text">
    <p:spTree>
      <p:nvGrpSpPr>
        <p:cNvPr id="1" name="Shape 82"/>
        <p:cNvGrpSpPr/>
        <p:nvPr/>
      </p:nvGrpSpPr>
      <p:grpSpPr>
        <a:xfrm>
          <a:off x="0" y="0"/>
          <a:ext cx="0" cy="0"/>
          <a:chOff x="0" y="0"/>
          <a:chExt cx="0" cy="0"/>
        </a:xfrm>
      </p:grpSpPr>
      <p:sp>
        <p:nvSpPr>
          <p:cNvPr id="83" name="Shape 83"/>
          <p:cNvSpPr txBox="1">
            <a:spLocks noGrp="1"/>
          </p:cNvSpPr>
          <p:nvPr>
            <p:ph type="title"/>
          </p:nvPr>
        </p:nvSpPr>
        <p:spPr>
          <a:xfrm>
            <a:off x="242937" y="243000"/>
            <a:ext cx="8656646" cy="567001"/>
          </a:xfrm>
          <a:prstGeom prst="rect">
            <a:avLst/>
          </a:prstGeom>
          <a:noFill/>
          <a:ln>
            <a:noFill/>
          </a:ln>
        </p:spPr>
        <p:txBody>
          <a:bodyPr spcFirstLastPara="1" wrap="square" lIns="68550" tIns="68550" rIns="68550" bIns="68550" anchor="ctr" anchorCtr="0"/>
          <a:lstStyle>
            <a:lvl1pPr marR="0" lvl="0" algn="l" rtl="0">
              <a:spcBef>
                <a:spcPts val="0"/>
              </a:spcBef>
              <a:spcAft>
                <a:spcPts val="0"/>
              </a:spcAft>
              <a:buClr>
                <a:schemeClr val="accent2"/>
              </a:buClr>
              <a:buSzPts val="2100"/>
              <a:buFont typeface="Arial"/>
              <a:buNone/>
              <a:defRPr sz="2100" b="1" i="0" u="none" strike="noStrike" cap="none">
                <a:solidFill>
                  <a:schemeClr val="accent2"/>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84" name="Shape 84"/>
          <p:cNvSpPr txBox="1">
            <a:spLocks noGrp="1"/>
          </p:cNvSpPr>
          <p:nvPr>
            <p:ph type="body" idx="1"/>
          </p:nvPr>
        </p:nvSpPr>
        <p:spPr>
          <a:xfrm>
            <a:off x="242937" y="1268017"/>
            <a:ext cx="8656646" cy="3293276"/>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pyright">
  <p:cSld name="Copyright">
    <p:bg>
      <p:bgPr>
        <a:solidFill>
          <a:schemeClr val="lt1"/>
        </a:solidFill>
        <a:effectLst/>
      </p:bgPr>
    </p:bg>
    <p:spTree>
      <p:nvGrpSpPr>
        <p:cNvPr id="1" name="Shape 85"/>
        <p:cNvGrpSpPr/>
        <p:nvPr/>
      </p:nvGrpSpPr>
      <p:grpSpPr>
        <a:xfrm>
          <a:off x="0" y="0"/>
          <a:ext cx="0" cy="0"/>
          <a:chOff x="0" y="0"/>
          <a:chExt cx="0" cy="0"/>
        </a:xfrm>
      </p:grpSpPr>
      <p:pic>
        <p:nvPicPr>
          <p:cNvPr id="86" name="Shape 86"/>
          <p:cNvPicPr preferRelativeResize="0"/>
          <p:nvPr/>
        </p:nvPicPr>
        <p:blipFill/>
        <p:spPr>
          <a:xfrm>
            <a:off x="1191" y="1191"/>
            <a:ext cx="1190" cy="1190"/>
          </a:xfrm>
          <a:prstGeom prst="rect">
            <a:avLst/>
          </a:prstGeom>
          <a:solidFill>
            <a:srgbClr val="FFFFFF"/>
          </a:solidFill>
          <a:ln>
            <a:noFill/>
          </a:ln>
        </p:spPr>
      </p:pic>
      <p:sp>
        <p:nvSpPr>
          <p:cNvPr id="87" name="Shape 87"/>
          <p:cNvSpPr txBox="1"/>
          <p:nvPr/>
        </p:nvSpPr>
        <p:spPr>
          <a:xfrm>
            <a:off x="242937" y="243000"/>
            <a:ext cx="8658238" cy="56700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de" sz="2200" b="1" i="0" u="none" strike="noStrike" cap="none" dirty="0">
                <a:solidFill>
                  <a:srgbClr val="666666"/>
                </a:solidFill>
                <a:latin typeface="Arial"/>
                <a:ea typeface="Arial"/>
                <a:cs typeface="Arial"/>
                <a:sym typeface="Arial"/>
              </a:rPr>
              <a:t>© </a:t>
            </a:r>
            <a:r>
              <a:rPr lang="de" sz="2200" b="1" i="0" u="none" strike="noStrike" cap="none" dirty="0" smtClean="0">
                <a:solidFill>
                  <a:srgbClr val="666666"/>
                </a:solidFill>
                <a:latin typeface="Arial"/>
                <a:ea typeface="Arial"/>
                <a:cs typeface="Arial"/>
                <a:sym typeface="Arial"/>
              </a:rPr>
              <a:t>2018 </a:t>
            </a:r>
            <a:r>
              <a:rPr lang="de" sz="2200" b="1" i="0" u="none" strike="noStrike" cap="none" dirty="0">
                <a:solidFill>
                  <a:srgbClr val="666666"/>
                </a:solidFill>
                <a:latin typeface="Arial"/>
                <a:ea typeface="Arial"/>
                <a:cs typeface="Arial"/>
                <a:sym typeface="Arial"/>
              </a:rPr>
              <a:t>SAP SE or an SAP affiliate company. All rights reserved.</a:t>
            </a:r>
            <a:endParaRPr sz="1000" dirty="0"/>
          </a:p>
        </p:txBody>
      </p:sp>
      <p:sp>
        <p:nvSpPr>
          <p:cNvPr id="88" name="Shape 88"/>
          <p:cNvSpPr txBox="1"/>
          <p:nvPr/>
        </p:nvSpPr>
        <p:spPr>
          <a:xfrm>
            <a:off x="242936" y="1268709"/>
            <a:ext cx="8658239" cy="265396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de" sz="900" b="0" i="0" u="none" strike="noStrike" cap="none">
                <a:solidFill>
                  <a:srgbClr val="000000"/>
                </a:solidFill>
                <a:latin typeface="Arial"/>
                <a:ea typeface="Arial"/>
                <a:cs typeface="Arial"/>
                <a:sym typeface="Arial"/>
              </a:rPr>
              <a:t>No part of this publication may be reproduced or transmitted in any form or for any purpose without the express permission of SAP SE or an SAP affiliate company.</a:t>
            </a:r>
            <a:endParaRPr sz="1000"/>
          </a:p>
          <a:p>
            <a:pPr marL="0" marR="0" lvl="0" indent="0" algn="l" rtl="0">
              <a:spcBef>
                <a:spcPts val="900"/>
              </a:spcBef>
              <a:spcAft>
                <a:spcPts val="0"/>
              </a:spcAft>
              <a:buNone/>
            </a:pPr>
            <a:r>
              <a:rPr lang="de" sz="900">
                <a:solidFill>
                  <a:srgbClr val="000000"/>
                </a:solidFill>
                <a:latin typeface="Arial"/>
                <a:ea typeface="Arial"/>
                <a:cs typeface="Arial"/>
                <a:sym typeface="Arial"/>
              </a:rPr>
              <a:t>SAP and other SAP products and services mentioned herein as well as their respective logos are trademarks or registered trademarks of SAP SE (or an SAP affiliate company) in Germany and other countries. Please see </a:t>
            </a:r>
            <a:r>
              <a:rPr lang="de" sz="900" u="sng">
                <a:solidFill>
                  <a:schemeClr val="hlink"/>
                </a:solidFill>
                <a:latin typeface="Arial"/>
                <a:ea typeface="Arial"/>
                <a:cs typeface="Arial"/>
                <a:sym typeface="Arial"/>
                <a:hlinkClick r:id="rId2"/>
              </a:rPr>
              <a:t>http://global12.sap.com/corporate-en/legal/copyright/index.epx</a:t>
            </a:r>
            <a:r>
              <a:rPr lang="de" sz="900">
                <a:solidFill>
                  <a:srgbClr val="000000"/>
                </a:solidFill>
                <a:latin typeface="Arial"/>
                <a:ea typeface="Arial"/>
                <a:cs typeface="Arial"/>
                <a:sym typeface="Arial"/>
              </a:rPr>
              <a:t> for additional trademark information and notices.</a:t>
            </a:r>
            <a:endParaRPr sz="1000"/>
          </a:p>
          <a:p>
            <a:pPr marL="0" marR="0" lvl="0" indent="0" algn="l" rtl="0">
              <a:spcBef>
                <a:spcPts val="900"/>
              </a:spcBef>
              <a:spcAft>
                <a:spcPts val="0"/>
              </a:spcAft>
              <a:buNone/>
            </a:pPr>
            <a:r>
              <a:rPr lang="de" sz="900">
                <a:solidFill>
                  <a:srgbClr val="000000"/>
                </a:solidFill>
                <a:latin typeface="Arial"/>
                <a:ea typeface="Arial"/>
                <a:cs typeface="Arial"/>
                <a:sym typeface="Arial"/>
              </a:rPr>
              <a:t>Some software products marketed by SAP SE and its distributors contain proprietary software components of other software vendors.</a:t>
            </a:r>
            <a:endParaRPr sz="1000"/>
          </a:p>
          <a:p>
            <a:pPr marL="0" marR="0" lvl="0" indent="0" algn="l" rtl="0">
              <a:spcBef>
                <a:spcPts val="900"/>
              </a:spcBef>
              <a:spcAft>
                <a:spcPts val="0"/>
              </a:spcAft>
              <a:buNone/>
            </a:pPr>
            <a:r>
              <a:rPr lang="de" sz="900">
                <a:solidFill>
                  <a:srgbClr val="000000"/>
                </a:solidFill>
                <a:latin typeface="Arial"/>
                <a:ea typeface="Arial"/>
                <a:cs typeface="Arial"/>
                <a:sym typeface="Arial"/>
              </a:rPr>
              <a:t>National product specifications may vary.</a:t>
            </a:r>
            <a:endParaRPr sz="1000"/>
          </a:p>
          <a:p>
            <a:pPr marL="0" marR="0" lvl="0" indent="0" algn="l" rtl="0">
              <a:spcBef>
                <a:spcPts val="900"/>
              </a:spcBef>
              <a:spcAft>
                <a:spcPts val="0"/>
              </a:spcAft>
              <a:buNone/>
            </a:pPr>
            <a:r>
              <a:rPr lang="de" sz="900">
                <a:solidFill>
                  <a:srgbClr val="000000"/>
                </a:solidFill>
                <a:latin typeface="Arial"/>
                <a:ea typeface="Arial"/>
                <a:cs typeface="Arial"/>
                <a:sym typeface="Arial"/>
              </a:rPr>
              <a:t>These materials are provided by SAP SE or an SAP affiliate company for informational purposes only, without representation or warranty of any kind, and SAP SE or its affiliated companies shall not be liable for errors or omissions with respect to the materials. The only warranties for SAP SE or SAP affiliate company products and </a:t>
            </a:r>
            <a:br>
              <a:rPr lang="de" sz="900">
                <a:solidFill>
                  <a:srgbClr val="000000"/>
                </a:solidFill>
                <a:latin typeface="Arial"/>
                <a:ea typeface="Arial"/>
                <a:cs typeface="Arial"/>
                <a:sym typeface="Arial"/>
              </a:rPr>
            </a:br>
            <a:r>
              <a:rPr lang="de" sz="900">
                <a:solidFill>
                  <a:srgbClr val="000000"/>
                </a:solidFill>
                <a:latin typeface="Arial"/>
                <a:ea typeface="Arial"/>
                <a:cs typeface="Arial"/>
                <a:sym typeface="Arial"/>
              </a:rPr>
              <a:t>services are those that are set forth in the express warranty statements accompanying such products and services, if any. Nothing herein should be construed as constituting an additional warranty. </a:t>
            </a:r>
            <a:endParaRPr sz="1000"/>
          </a:p>
          <a:p>
            <a:pPr marL="0" marR="0" lvl="0" indent="0" algn="l" rtl="0">
              <a:spcBef>
                <a:spcPts val="900"/>
              </a:spcBef>
              <a:spcAft>
                <a:spcPts val="0"/>
              </a:spcAft>
              <a:buNone/>
            </a:pPr>
            <a:r>
              <a:rPr lang="de" sz="900">
                <a:solidFill>
                  <a:srgbClr val="000000"/>
                </a:solidFill>
                <a:latin typeface="Arial"/>
                <a:ea typeface="Arial"/>
                <a:cs typeface="Arial"/>
                <a:sym typeface="Arial"/>
              </a:rPr>
              <a:t>In particular, SAP SE or its affiliated companies have no obligation to pursue any course of business outlined in this document or any related presentation, or to develop </a:t>
            </a:r>
            <a:br>
              <a:rPr lang="de" sz="900">
                <a:solidFill>
                  <a:srgbClr val="000000"/>
                </a:solidFill>
                <a:latin typeface="Arial"/>
                <a:ea typeface="Arial"/>
                <a:cs typeface="Arial"/>
                <a:sym typeface="Arial"/>
              </a:rPr>
            </a:br>
            <a:r>
              <a:rPr lang="de" sz="900">
                <a:solidFill>
                  <a:srgbClr val="000000"/>
                </a:solidFill>
                <a:latin typeface="Arial"/>
                <a:ea typeface="Arial"/>
                <a:cs typeface="Arial"/>
                <a:sym typeface="Arial"/>
              </a:rPr>
              <a:t>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a:t>
            </a:r>
            <a:br>
              <a:rPr lang="de" sz="900">
                <a:solidFill>
                  <a:srgbClr val="000000"/>
                </a:solidFill>
                <a:latin typeface="Arial"/>
                <a:ea typeface="Arial"/>
                <a:cs typeface="Arial"/>
                <a:sym typeface="Arial"/>
              </a:rPr>
            </a:br>
            <a:r>
              <a:rPr lang="de" sz="900">
                <a:solidFill>
                  <a:srgbClr val="000000"/>
                </a:solidFill>
                <a:latin typeface="Arial"/>
                <a:ea typeface="Arial"/>
                <a:cs typeface="Arial"/>
                <a:sym typeface="Arial"/>
              </a:rPr>
              <a:t>for any reason without notice. The information in this document is not a commitment, promise, or legal obligation to deliver any material, code, or functionality. All forward-looking statements are subject to various risks and uncertainties that could cause actual results to differ materially from expectations. Readers are cautioned not to place undue reliance on these forward-looking statements, which speak only as of their dates, and they should not be relied upon in making purchasing decisions.</a:t>
            </a:r>
            <a:endParaRPr sz="100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Title - short">
  <p:cSld name="Title - short">
    <p:bg>
      <p:bgPr>
        <a:solidFill>
          <a:schemeClr val="lt1"/>
        </a:solidFill>
        <a:effectLst/>
      </p:bgPr>
    </p:bg>
    <p:spTree>
      <p:nvGrpSpPr>
        <p:cNvPr id="1" name="Shape 89"/>
        <p:cNvGrpSpPr/>
        <p:nvPr/>
      </p:nvGrpSpPr>
      <p:grpSpPr>
        <a:xfrm>
          <a:off x="0" y="0"/>
          <a:ext cx="0" cy="0"/>
          <a:chOff x="0" y="0"/>
          <a:chExt cx="0" cy="0"/>
        </a:xfrm>
      </p:grpSpPr>
      <p:pic>
        <p:nvPicPr>
          <p:cNvPr id="90" name="Shape 90"/>
          <p:cNvPicPr preferRelativeResize="0"/>
          <p:nvPr/>
        </p:nvPicPr>
        <p:blipFill/>
        <p:spPr>
          <a:xfrm>
            <a:off x="1191" y="1191"/>
            <a:ext cx="1190" cy="1190"/>
          </a:xfrm>
          <a:prstGeom prst="rect">
            <a:avLst/>
          </a:prstGeom>
          <a:solidFill>
            <a:srgbClr val="FFFFFF"/>
          </a:solidFill>
          <a:ln>
            <a:noFill/>
          </a:ln>
        </p:spPr>
      </p:pic>
      <p:sp>
        <p:nvSpPr>
          <p:cNvPr id="91" name="Shape 91"/>
          <p:cNvSpPr txBox="1">
            <a:spLocks noGrp="1"/>
          </p:cNvSpPr>
          <p:nvPr>
            <p:ph type="title"/>
          </p:nvPr>
        </p:nvSpPr>
        <p:spPr>
          <a:xfrm>
            <a:off x="242936" y="243000"/>
            <a:ext cx="7962926" cy="692338"/>
          </a:xfrm>
          <a:prstGeom prst="rect">
            <a:avLst/>
          </a:prstGeom>
          <a:noFill/>
          <a:ln>
            <a:noFill/>
          </a:ln>
        </p:spPr>
        <p:txBody>
          <a:bodyPr spcFirstLastPara="1" wrap="square" lIns="68550" tIns="68550" rIns="68550" bIns="68550" anchor="t" anchorCtr="0"/>
          <a:lstStyle>
            <a:lvl1pPr marR="0" lvl="0" algn="l" rtl="0">
              <a:spcBef>
                <a:spcPts val="0"/>
              </a:spcBef>
              <a:spcAft>
                <a:spcPts val="0"/>
              </a:spcAft>
              <a:buClr>
                <a:schemeClr val="dk1"/>
              </a:buClr>
              <a:buSzPts val="4500"/>
              <a:buFont typeface="Arial"/>
              <a:buNone/>
              <a:defRPr sz="4500" b="1" i="0" u="none" strike="noStrike" cap="none">
                <a:solidFill>
                  <a:schemeClr val="dk1"/>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92" name="Shape 92"/>
          <p:cNvSpPr txBox="1">
            <a:spLocks noGrp="1"/>
          </p:cNvSpPr>
          <p:nvPr>
            <p:ph type="subTitle" idx="1"/>
          </p:nvPr>
        </p:nvSpPr>
        <p:spPr>
          <a:xfrm>
            <a:off x="242937" y="1154118"/>
            <a:ext cx="7962926" cy="415403"/>
          </a:xfrm>
          <a:prstGeom prst="rect">
            <a:avLst/>
          </a:prstGeom>
          <a:noFill/>
          <a:ln>
            <a:noFill/>
          </a:ln>
        </p:spPr>
        <p:txBody>
          <a:bodyPr spcFirstLastPara="1" wrap="square" lIns="68550" tIns="68550" rIns="68550" bIns="68550" anchor="b" anchorCtr="0"/>
          <a:lstStyle>
            <a:lvl1pPr marR="0" lvl="0" algn="l" rtl="0">
              <a:lnSpc>
                <a:spcPct val="100000"/>
              </a:lnSpc>
              <a:spcBef>
                <a:spcPts val="0"/>
              </a:spcBef>
              <a:spcAft>
                <a:spcPts val="0"/>
              </a:spcAft>
              <a:buClr>
                <a:schemeClr val="accent1"/>
              </a:buClr>
              <a:buSzPts val="1100"/>
              <a:buFont typeface="Arial"/>
              <a:buNone/>
              <a:defRPr sz="1300" b="0" i="0" u="none" strike="noStrike" cap="none">
                <a:solidFill>
                  <a:srgbClr val="000000"/>
                </a:solidFill>
                <a:latin typeface="Arial"/>
                <a:ea typeface="Arial"/>
                <a:cs typeface="Arial"/>
                <a:sym typeface="Arial"/>
              </a:defRPr>
            </a:lvl1pPr>
            <a:lvl2pPr marR="0" lvl="1" algn="ctr" rtl="0">
              <a:spcBef>
                <a:spcPts val="400"/>
              </a:spcBef>
              <a:spcAft>
                <a:spcPts val="0"/>
              </a:spcAft>
              <a:buClr>
                <a:schemeClr val="accent1"/>
              </a:buClr>
              <a:buSzPts val="1200"/>
              <a:buFont typeface="Noto Sans Symbols"/>
              <a:buNone/>
              <a:defRPr sz="1500" b="0" i="0" u="none" strike="noStrike" cap="none">
                <a:solidFill>
                  <a:srgbClr val="888888"/>
                </a:solidFill>
                <a:latin typeface="Arial"/>
                <a:ea typeface="Arial"/>
                <a:cs typeface="Arial"/>
                <a:sym typeface="Arial"/>
              </a:defRPr>
            </a:lvl2pPr>
            <a:lvl3pPr marR="0" lvl="2" algn="ctr" rtl="0">
              <a:spcBef>
                <a:spcPts val="300"/>
              </a:spcBef>
              <a:spcAft>
                <a:spcPts val="0"/>
              </a:spcAft>
              <a:buClr>
                <a:schemeClr val="accent1"/>
              </a:buClr>
              <a:buSzPts val="1300"/>
              <a:buFont typeface="Noto Sans Symbols"/>
              <a:buNone/>
              <a:defRPr sz="1300" b="0" i="0" u="none" strike="noStrike" cap="none">
                <a:solidFill>
                  <a:srgbClr val="888888"/>
                </a:solidFill>
                <a:latin typeface="Arial"/>
                <a:ea typeface="Arial"/>
                <a:cs typeface="Arial"/>
                <a:sym typeface="Arial"/>
              </a:defRPr>
            </a:lvl3pPr>
            <a:lvl4pPr marR="0" lvl="3" algn="ctr" rtl="0">
              <a:spcBef>
                <a:spcPts val="300"/>
              </a:spcBef>
              <a:spcAft>
                <a:spcPts val="0"/>
              </a:spcAft>
              <a:buClr>
                <a:schemeClr val="dk1"/>
              </a:buClr>
              <a:buSzPts val="1300"/>
              <a:buFont typeface="Arial"/>
              <a:buNone/>
              <a:defRPr sz="1300" b="0" i="0" u="none" strike="noStrike" cap="none">
                <a:solidFill>
                  <a:srgbClr val="888888"/>
                </a:solidFill>
                <a:latin typeface="Arial"/>
                <a:ea typeface="Arial"/>
                <a:cs typeface="Arial"/>
                <a:sym typeface="Arial"/>
              </a:defRPr>
            </a:lvl4pPr>
            <a:lvl5pPr marR="0" lvl="4" algn="ctr" rtl="0">
              <a:spcBef>
                <a:spcPts val="200"/>
              </a:spcBef>
              <a:spcAft>
                <a:spcPts val="0"/>
              </a:spcAft>
              <a:buClr>
                <a:schemeClr val="dk1"/>
              </a:buClr>
              <a:buSzPts val="1200"/>
              <a:buFont typeface="Courier New"/>
              <a:buNone/>
              <a:defRPr sz="1200" b="0" i="0" u="none" strike="noStrike" cap="none">
                <a:solidFill>
                  <a:srgbClr val="888888"/>
                </a:solidFill>
                <a:latin typeface="Arial"/>
                <a:ea typeface="Arial"/>
                <a:cs typeface="Arial"/>
                <a:sym typeface="Arial"/>
              </a:defRPr>
            </a:lvl5pPr>
            <a:lvl6pPr marR="0" lvl="5"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6pPr>
            <a:lvl7pPr marR="0" lvl="6"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7pPr>
            <a:lvl8pPr marR="0" lvl="7"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8pPr>
            <a:lvl9pPr marR="0" lvl="8"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9pPr>
          </a:lstStyle>
          <a:p>
            <a:endParaRPr/>
          </a:p>
        </p:txBody>
      </p:sp>
      <p:sp>
        <p:nvSpPr>
          <p:cNvPr id="93" name="Shape 93"/>
          <p:cNvSpPr/>
          <p:nvPr/>
        </p:nvSpPr>
        <p:spPr>
          <a:xfrm>
            <a:off x="242937" y="0"/>
            <a:ext cx="8656646" cy="121501"/>
          </a:xfrm>
          <a:prstGeom prst="rect">
            <a:avLst/>
          </a:prstGeom>
          <a:solidFill>
            <a:schemeClr val="accent1"/>
          </a:solidFill>
          <a:ln>
            <a:noFill/>
          </a:ln>
        </p:spPr>
        <p:txBody>
          <a:bodyPr spcFirstLastPara="1" wrap="square" lIns="80350" tIns="64275" rIns="80350" bIns="64275" anchor="ctr" anchorCtr="0">
            <a:noAutofit/>
          </a:bodyPr>
          <a:lstStyle/>
          <a:p>
            <a:pPr marL="0" marR="0" lvl="0" indent="0" algn="ctr" rtl="0">
              <a:spcBef>
                <a:spcPts val="0"/>
              </a:spcBef>
              <a:spcAft>
                <a:spcPts val="0"/>
              </a:spcAft>
              <a:buNone/>
            </a:pPr>
            <a:endParaRPr sz="1400">
              <a:solidFill>
                <a:srgbClr val="000000"/>
              </a:solidFill>
              <a:latin typeface="Arial"/>
              <a:ea typeface="Arial"/>
              <a:cs typeface="Arial"/>
              <a:sym typeface="Arial"/>
            </a:endParaRPr>
          </a:p>
        </p:txBody>
      </p:sp>
      <p:pic>
        <p:nvPicPr>
          <p:cNvPr id="94" name="Shape 94"/>
          <p:cNvPicPr preferRelativeResize="0"/>
          <p:nvPr/>
        </p:nvPicPr>
        <p:blipFill rotWithShape="1">
          <a:blip r:embed="rId2">
            <a:alphaModFix/>
          </a:blip>
          <a:srcRect/>
          <a:stretch/>
        </p:blipFill>
        <p:spPr>
          <a:xfrm>
            <a:off x="244015" y="4561746"/>
            <a:ext cx="687390" cy="340111"/>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Title with picture - short">
  <p:cSld name="Title with picture - short">
    <p:bg>
      <p:bgPr>
        <a:solidFill>
          <a:srgbClr val="E0E0E0"/>
        </a:solidFill>
        <a:effectLst/>
      </p:bgPr>
    </p:bg>
    <p:spTree>
      <p:nvGrpSpPr>
        <p:cNvPr id="1" name="Shape 95"/>
        <p:cNvGrpSpPr/>
        <p:nvPr/>
      </p:nvGrpSpPr>
      <p:grpSpPr>
        <a:xfrm>
          <a:off x="0" y="0"/>
          <a:ext cx="0" cy="0"/>
          <a:chOff x="0" y="0"/>
          <a:chExt cx="0" cy="0"/>
        </a:xfrm>
      </p:grpSpPr>
      <p:pic>
        <p:nvPicPr>
          <p:cNvPr id="96" name="Shape 96"/>
          <p:cNvPicPr preferRelativeResize="0"/>
          <p:nvPr/>
        </p:nvPicPr>
        <p:blipFill/>
        <p:spPr>
          <a:xfrm>
            <a:off x="1191" y="1191"/>
            <a:ext cx="1190" cy="1190"/>
          </a:xfrm>
          <a:prstGeom prst="rect">
            <a:avLst/>
          </a:prstGeom>
          <a:solidFill>
            <a:srgbClr val="FFFFFF"/>
          </a:solidFill>
          <a:ln>
            <a:noFill/>
          </a:ln>
        </p:spPr>
      </p:pic>
      <p:sp>
        <p:nvSpPr>
          <p:cNvPr id="97" name="Shape 97"/>
          <p:cNvSpPr/>
          <p:nvPr/>
        </p:nvSpPr>
        <p:spPr>
          <a:xfrm>
            <a:off x="242937" y="0"/>
            <a:ext cx="8656646" cy="1619628"/>
          </a:xfrm>
          <a:prstGeom prst="rect">
            <a:avLst/>
          </a:prstGeom>
          <a:solidFill>
            <a:schemeClr val="lt1">
              <a:alpha val="74901"/>
            </a:schemeClr>
          </a:solidFill>
          <a:ln>
            <a:noFill/>
          </a:ln>
        </p:spPr>
        <p:txBody>
          <a:bodyPr spcFirstLastPara="1" wrap="square" lIns="80350" tIns="64275" rIns="80350" bIns="64275" anchor="ctr" anchorCtr="0">
            <a:noAutofit/>
          </a:bodyPr>
          <a:lstStyle/>
          <a:p>
            <a:pPr marL="0" marR="0" lvl="0" indent="0" algn="ctr" rtl="0">
              <a:spcBef>
                <a:spcPts val="0"/>
              </a:spcBef>
              <a:spcAft>
                <a:spcPts val="0"/>
              </a:spcAft>
              <a:buNone/>
            </a:pPr>
            <a:endParaRPr sz="1600">
              <a:solidFill>
                <a:srgbClr val="000000"/>
              </a:solidFill>
              <a:latin typeface="Arial"/>
              <a:ea typeface="Arial"/>
              <a:cs typeface="Arial"/>
              <a:sym typeface="Arial"/>
            </a:endParaRPr>
          </a:p>
        </p:txBody>
      </p:sp>
      <p:sp>
        <p:nvSpPr>
          <p:cNvPr id="98" name="Shape 98"/>
          <p:cNvSpPr txBox="1">
            <a:spLocks noGrp="1"/>
          </p:cNvSpPr>
          <p:nvPr>
            <p:ph type="title"/>
          </p:nvPr>
        </p:nvSpPr>
        <p:spPr>
          <a:xfrm>
            <a:off x="350908" y="243000"/>
            <a:ext cx="7962926" cy="692338"/>
          </a:xfrm>
          <a:prstGeom prst="rect">
            <a:avLst/>
          </a:prstGeom>
          <a:noFill/>
          <a:ln>
            <a:noFill/>
          </a:ln>
        </p:spPr>
        <p:txBody>
          <a:bodyPr spcFirstLastPara="1" wrap="square" lIns="68550" tIns="68550" rIns="68550" bIns="68550" anchor="t" anchorCtr="0"/>
          <a:lstStyle>
            <a:lvl1pPr marR="0" lvl="0" algn="l" rtl="0">
              <a:spcBef>
                <a:spcPts val="0"/>
              </a:spcBef>
              <a:spcAft>
                <a:spcPts val="0"/>
              </a:spcAft>
              <a:buClr>
                <a:schemeClr val="dk1"/>
              </a:buClr>
              <a:buSzPts val="4500"/>
              <a:buFont typeface="Arial"/>
              <a:buNone/>
              <a:defRPr sz="4500" b="1" i="0" u="none" strike="noStrike" cap="none">
                <a:solidFill>
                  <a:schemeClr val="dk1"/>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99" name="Shape 99"/>
          <p:cNvSpPr/>
          <p:nvPr/>
        </p:nvSpPr>
        <p:spPr>
          <a:xfrm>
            <a:off x="242937" y="0"/>
            <a:ext cx="8656646" cy="121501"/>
          </a:xfrm>
          <a:prstGeom prst="rect">
            <a:avLst/>
          </a:prstGeom>
          <a:solidFill>
            <a:schemeClr val="accent1"/>
          </a:solidFill>
          <a:ln>
            <a:noFill/>
          </a:ln>
        </p:spPr>
        <p:txBody>
          <a:bodyPr spcFirstLastPara="1" wrap="square" lIns="80350" tIns="64275" rIns="80350" bIns="64275" anchor="ctr" anchorCtr="0">
            <a:noAutofit/>
          </a:bodyPr>
          <a:lstStyle/>
          <a:p>
            <a:pPr marL="0" marR="0" lvl="0" indent="0" algn="ctr" rtl="0">
              <a:spcBef>
                <a:spcPts val="0"/>
              </a:spcBef>
              <a:spcAft>
                <a:spcPts val="0"/>
              </a:spcAft>
              <a:buNone/>
            </a:pPr>
            <a:endParaRPr sz="1400">
              <a:solidFill>
                <a:srgbClr val="000000"/>
              </a:solidFill>
              <a:latin typeface="Arial"/>
              <a:ea typeface="Arial"/>
              <a:cs typeface="Arial"/>
              <a:sym typeface="Arial"/>
            </a:endParaRPr>
          </a:p>
        </p:txBody>
      </p:sp>
      <p:sp>
        <p:nvSpPr>
          <p:cNvPr id="100" name="Shape 100"/>
          <p:cNvSpPr txBox="1">
            <a:spLocks noGrp="1"/>
          </p:cNvSpPr>
          <p:nvPr>
            <p:ph type="subTitle" idx="1"/>
          </p:nvPr>
        </p:nvSpPr>
        <p:spPr>
          <a:xfrm>
            <a:off x="350908" y="1155125"/>
            <a:ext cx="7962926" cy="415403"/>
          </a:xfrm>
          <a:prstGeom prst="rect">
            <a:avLst/>
          </a:prstGeom>
          <a:noFill/>
          <a:ln>
            <a:noFill/>
          </a:ln>
        </p:spPr>
        <p:txBody>
          <a:bodyPr spcFirstLastPara="1" wrap="square" lIns="68550" tIns="68550" rIns="68550" bIns="68550" anchor="b" anchorCtr="0"/>
          <a:lstStyle>
            <a:lvl1pPr marR="0" lvl="0" algn="l" rtl="0">
              <a:lnSpc>
                <a:spcPct val="100000"/>
              </a:lnSpc>
              <a:spcBef>
                <a:spcPts val="0"/>
              </a:spcBef>
              <a:spcAft>
                <a:spcPts val="0"/>
              </a:spcAft>
              <a:buClr>
                <a:schemeClr val="accent1"/>
              </a:buClr>
              <a:buSzPts val="1100"/>
              <a:buFont typeface="Arial"/>
              <a:buNone/>
              <a:defRPr sz="1300" b="0" i="0" u="none" strike="noStrike" cap="none">
                <a:solidFill>
                  <a:srgbClr val="000000"/>
                </a:solidFill>
                <a:latin typeface="Arial"/>
                <a:ea typeface="Arial"/>
                <a:cs typeface="Arial"/>
                <a:sym typeface="Arial"/>
              </a:defRPr>
            </a:lvl1pPr>
            <a:lvl2pPr marR="0" lvl="1" algn="ctr" rtl="0">
              <a:spcBef>
                <a:spcPts val="400"/>
              </a:spcBef>
              <a:spcAft>
                <a:spcPts val="0"/>
              </a:spcAft>
              <a:buClr>
                <a:schemeClr val="accent1"/>
              </a:buClr>
              <a:buSzPts val="1200"/>
              <a:buFont typeface="Noto Sans Symbols"/>
              <a:buNone/>
              <a:defRPr sz="1500" b="0" i="0" u="none" strike="noStrike" cap="none">
                <a:solidFill>
                  <a:srgbClr val="888888"/>
                </a:solidFill>
                <a:latin typeface="Arial"/>
                <a:ea typeface="Arial"/>
                <a:cs typeface="Arial"/>
                <a:sym typeface="Arial"/>
              </a:defRPr>
            </a:lvl2pPr>
            <a:lvl3pPr marR="0" lvl="2" algn="ctr" rtl="0">
              <a:spcBef>
                <a:spcPts val="300"/>
              </a:spcBef>
              <a:spcAft>
                <a:spcPts val="0"/>
              </a:spcAft>
              <a:buClr>
                <a:schemeClr val="accent1"/>
              </a:buClr>
              <a:buSzPts val="1300"/>
              <a:buFont typeface="Noto Sans Symbols"/>
              <a:buNone/>
              <a:defRPr sz="1300" b="0" i="0" u="none" strike="noStrike" cap="none">
                <a:solidFill>
                  <a:srgbClr val="888888"/>
                </a:solidFill>
                <a:latin typeface="Arial"/>
                <a:ea typeface="Arial"/>
                <a:cs typeface="Arial"/>
                <a:sym typeface="Arial"/>
              </a:defRPr>
            </a:lvl3pPr>
            <a:lvl4pPr marR="0" lvl="3" algn="ctr" rtl="0">
              <a:spcBef>
                <a:spcPts val="300"/>
              </a:spcBef>
              <a:spcAft>
                <a:spcPts val="0"/>
              </a:spcAft>
              <a:buClr>
                <a:schemeClr val="dk1"/>
              </a:buClr>
              <a:buSzPts val="1300"/>
              <a:buFont typeface="Arial"/>
              <a:buNone/>
              <a:defRPr sz="1300" b="0" i="0" u="none" strike="noStrike" cap="none">
                <a:solidFill>
                  <a:srgbClr val="888888"/>
                </a:solidFill>
                <a:latin typeface="Arial"/>
                <a:ea typeface="Arial"/>
                <a:cs typeface="Arial"/>
                <a:sym typeface="Arial"/>
              </a:defRPr>
            </a:lvl4pPr>
            <a:lvl5pPr marR="0" lvl="4" algn="ctr" rtl="0">
              <a:spcBef>
                <a:spcPts val="200"/>
              </a:spcBef>
              <a:spcAft>
                <a:spcPts val="0"/>
              </a:spcAft>
              <a:buClr>
                <a:schemeClr val="dk1"/>
              </a:buClr>
              <a:buSzPts val="1200"/>
              <a:buFont typeface="Courier New"/>
              <a:buNone/>
              <a:defRPr sz="1200" b="0" i="0" u="none" strike="noStrike" cap="none">
                <a:solidFill>
                  <a:srgbClr val="888888"/>
                </a:solidFill>
                <a:latin typeface="Arial"/>
                <a:ea typeface="Arial"/>
                <a:cs typeface="Arial"/>
                <a:sym typeface="Arial"/>
              </a:defRPr>
            </a:lvl5pPr>
            <a:lvl6pPr marR="0" lvl="5"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6pPr>
            <a:lvl7pPr marR="0" lvl="6"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7pPr>
            <a:lvl8pPr marR="0" lvl="7"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8pPr>
            <a:lvl9pPr marR="0" lvl="8"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9pPr>
          </a:lstStyle>
          <a:p>
            <a:endParaRPr/>
          </a:p>
        </p:txBody>
      </p:sp>
      <p:sp>
        <p:nvSpPr>
          <p:cNvPr id="101" name="Shape 101"/>
          <p:cNvSpPr txBox="1"/>
          <p:nvPr/>
        </p:nvSpPr>
        <p:spPr>
          <a:xfrm rot="-240007">
            <a:off x="3158519" y="2720869"/>
            <a:ext cx="2826962" cy="20770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de" sz="1300">
                <a:solidFill>
                  <a:srgbClr val="000000"/>
                </a:solidFill>
                <a:latin typeface="Arial"/>
                <a:ea typeface="Arial"/>
                <a:cs typeface="Arial"/>
                <a:sym typeface="Arial"/>
              </a:rPr>
              <a:t>Use this title slide only with an image</a:t>
            </a:r>
            <a:endParaRPr sz="1000"/>
          </a:p>
        </p:txBody>
      </p:sp>
      <p:pic>
        <p:nvPicPr>
          <p:cNvPr id="102" name="Shape 102"/>
          <p:cNvPicPr preferRelativeResize="0"/>
          <p:nvPr/>
        </p:nvPicPr>
        <p:blipFill rotWithShape="1">
          <a:blip r:embed="rId2">
            <a:alphaModFix/>
          </a:blip>
          <a:srcRect/>
          <a:stretch/>
        </p:blipFill>
        <p:spPr>
          <a:xfrm>
            <a:off x="244015" y="4561746"/>
            <a:ext cx="687390" cy="340111"/>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Title with picture - two lines">
  <p:cSld name="Title with picture - two lines">
    <p:bg>
      <p:bgPr>
        <a:solidFill>
          <a:srgbClr val="E0E0E0"/>
        </a:solidFill>
        <a:effectLst/>
      </p:bgPr>
    </p:bg>
    <p:spTree>
      <p:nvGrpSpPr>
        <p:cNvPr id="1" name="Shape 103"/>
        <p:cNvGrpSpPr/>
        <p:nvPr/>
      </p:nvGrpSpPr>
      <p:grpSpPr>
        <a:xfrm>
          <a:off x="0" y="0"/>
          <a:ext cx="0" cy="0"/>
          <a:chOff x="0" y="0"/>
          <a:chExt cx="0" cy="0"/>
        </a:xfrm>
      </p:grpSpPr>
      <p:pic>
        <p:nvPicPr>
          <p:cNvPr id="104" name="Shape 104"/>
          <p:cNvPicPr preferRelativeResize="0"/>
          <p:nvPr/>
        </p:nvPicPr>
        <p:blipFill/>
        <p:spPr>
          <a:xfrm>
            <a:off x="1191" y="1191"/>
            <a:ext cx="1190" cy="1190"/>
          </a:xfrm>
          <a:prstGeom prst="rect">
            <a:avLst/>
          </a:prstGeom>
          <a:solidFill>
            <a:srgbClr val="FFFFFF"/>
          </a:solidFill>
          <a:ln>
            <a:noFill/>
          </a:ln>
        </p:spPr>
      </p:pic>
      <p:sp>
        <p:nvSpPr>
          <p:cNvPr id="105" name="Shape 105"/>
          <p:cNvSpPr/>
          <p:nvPr/>
        </p:nvSpPr>
        <p:spPr>
          <a:xfrm>
            <a:off x="242937" y="0"/>
            <a:ext cx="8656646" cy="1619628"/>
          </a:xfrm>
          <a:prstGeom prst="rect">
            <a:avLst/>
          </a:prstGeom>
          <a:solidFill>
            <a:schemeClr val="lt1">
              <a:alpha val="74901"/>
            </a:schemeClr>
          </a:solidFill>
          <a:ln>
            <a:noFill/>
          </a:ln>
        </p:spPr>
        <p:txBody>
          <a:bodyPr spcFirstLastPara="1" wrap="square" lIns="80350" tIns="64275" rIns="80350" bIns="64275" anchor="b" anchorCtr="0">
            <a:noAutofit/>
          </a:bodyPr>
          <a:lstStyle/>
          <a:p>
            <a:pPr marL="0" marR="0" lvl="0" indent="0" algn="ctr" rtl="0">
              <a:spcBef>
                <a:spcPts val="0"/>
              </a:spcBef>
              <a:spcAft>
                <a:spcPts val="0"/>
              </a:spcAft>
              <a:buNone/>
            </a:pPr>
            <a:endParaRPr sz="1600">
              <a:solidFill>
                <a:srgbClr val="000000"/>
              </a:solidFill>
              <a:latin typeface="Arial"/>
              <a:ea typeface="Arial"/>
              <a:cs typeface="Arial"/>
              <a:sym typeface="Arial"/>
            </a:endParaRPr>
          </a:p>
        </p:txBody>
      </p:sp>
      <p:sp>
        <p:nvSpPr>
          <p:cNvPr id="106" name="Shape 106"/>
          <p:cNvSpPr/>
          <p:nvPr/>
        </p:nvSpPr>
        <p:spPr>
          <a:xfrm>
            <a:off x="242937" y="0"/>
            <a:ext cx="8656646" cy="121501"/>
          </a:xfrm>
          <a:prstGeom prst="rect">
            <a:avLst/>
          </a:prstGeom>
          <a:solidFill>
            <a:schemeClr val="accent1"/>
          </a:solidFill>
          <a:ln>
            <a:noFill/>
          </a:ln>
        </p:spPr>
        <p:txBody>
          <a:bodyPr spcFirstLastPara="1" wrap="square" lIns="80350" tIns="64275" rIns="80350" bIns="64275" anchor="ctr" anchorCtr="0">
            <a:noAutofit/>
          </a:bodyPr>
          <a:lstStyle/>
          <a:p>
            <a:pPr marL="0" marR="0" lvl="0" indent="0" algn="ctr" rtl="0">
              <a:spcBef>
                <a:spcPts val="0"/>
              </a:spcBef>
              <a:spcAft>
                <a:spcPts val="0"/>
              </a:spcAft>
              <a:buNone/>
            </a:pPr>
            <a:endParaRPr sz="1400">
              <a:solidFill>
                <a:srgbClr val="000000"/>
              </a:solidFill>
              <a:latin typeface="Arial"/>
              <a:ea typeface="Arial"/>
              <a:cs typeface="Arial"/>
              <a:sym typeface="Arial"/>
            </a:endParaRPr>
          </a:p>
        </p:txBody>
      </p:sp>
      <p:sp>
        <p:nvSpPr>
          <p:cNvPr id="107" name="Shape 107"/>
          <p:cNvSpPr txBox="1">
            <a:spLocks noGrp="1"/>
          </p:cNvSpPr>
          <p:nvPr>
            <p:ph type="subTitle" idx="1"/>
          </p:nvPr>
        </p:nvSpPr>
        <p:spPr>
          <a:xfrm>
            <a:off x="350908" y="1154118"/>
            <a:ext cx="7962926" cy="415403"/>
          </a:xfrm>
          <a:prstGeom prst="rect">
            <a:avLst/>
          </a:prstGeom>
          <a:noFill/>
          <a:ln>
            <a:noFill/>
          </a:ln>
        </p:spPr>
        <p:txBody>
          <a:bodyPr spcFirstLastPara="1" wrap="square" lIns="68550" tIns="68550" rIns="68550" bIns="68550" anchor="b" anchorCtr="0"/>
          <a:lstStyle>
            <a:lvl1pPr marR="0" lvl="0" algn="l" rtl="0">
              <a:lnSpc>
                <a:spcPct val="100000"/>
              </a:lnSpc>
              <a:spcBef>
                <a:spcPts val="0"/>
              </a:spcBef>
              <a:spcAft>
                <a:spcPts val="0"/>
              </a:spcAft>
              <a:buClr>
                <a:schemeClr val="accent1"/>
              </a:buClr>
              <a:buSzPts val="1100"/>
              <a:buFont typeface="Arial"/>
              <a:buNone/>
              <a:defRPr sz="1300" b="0" i="0" u="none" strike="noStrike" cap="none">
                <a:solidFill>
                  <a:srgbClr val="000000"/>
                </a:solidFill>
                <a:latin typeface="Arial"/>
                <a:ea typeface="Arial"/>
                <a:cs typeface="Arial"/>
                <a:sym typeface="Arial"/>
              </a:defRPr>
            </a:lvl1pPr>
            <a:lvl2pPr marR="0" lvl="1" algn="ctr" rtl="0">
              <a:spcBef>
                <a:spcPts val="400"/>
              </a:spcBef>
              <a:spcAft>
                <a:spcPts val="0"/>
              </a:spcAft>
              <a:buClr>
                <a:schemeClr val="accent1"/>
              </a:buClr>
              <a:buSzPts val="1200"/>
              <a:buFont typeface="Noto Sans Symbols"/>
              <a:buNone/>
              <a:defRPr sz="1500" b="0" i="0" u="none" strike="noStrike" cap="none">
                <a:solidFill>
                  <a:srgbClr val="888888"/>
                </a:solidFill>
                <a:latin typeface="Arial"/>
                <a:ea typeface="Arial"/>
                <a:cs typeface="Arial"/>
                <a:sym typeface="Arial"/>
              </a:defRPr>
            </a:lvl2pPr>
            <a:lvl3pPr marR="0" lvl="2" algn="ctr" rtl="0">
              <a:spcBef>
                <a:spcPts val="300"/>
              </a:spcBef>
              <a:spcAft>
                <a:spcPts val="0"/>
              </a:spcAft>
              <a:buClr>
                <a:schemeClr val="accent1"/>
              </a:buClr>
              <a:buSzPts val="1300"/>
              <a:buFont typeface="Noto Sans Symbols"/>
              <a:buNone/>
              <a:defRPr sz="1300" b="0" i="0" u="none" strike="noStrike" cap="none">
                <a:solidFill>
                  <a:srgbClr val="888888"/>
                </a:solidFill>
                <a:latin typeface="Arial"/>
                <a:ea typeface="Arial"/>
                <a:cs typeface="Arial"/>
                <a:sym typeface="Arial"/>
              </a:defRPr>
            </a:lvl3pPr>
            <a:lvl4pPr marR="0" lvl="3" algn="ctr" rtl="0">
              <a:spcBef>
                <a:spcPts val="300"/>
              </a:spcBef>
              <a:spcAft>
                <a:spcPts val="0"/>
              </a:spcAft>
              <a:buClr>
                <a:schemeClr val="dk1"/>
              </a:buClr>
              <a:buSzPts val="1300"/>
              <a:buFont typeface="Arial"/>
              <a:buNone/>
              <a:defRPr sz="1300" b="0" i="0" u="none" strike="noStrike" cap="none">
                <a:solidFill>
                  <a:srgbClr val="888888"/>
                </a:solidFill>
                <a:latin typeface="Arial"/>
                <a:ea typeface="Arial"/>
                <a:cs typeface="Arial"/>
                <a:sym typeface="Arial"/>
              </a:defRPr>
            </a:lvl4pPr>
            <a:lvl5pPr marR="0" lvl="4" algn="ctr" rtl="0">
              <a:spcBef>
                <a:spcPts val="200"/>
              </a:spcBef>
              <a:spcAft>
                <a:spcPts val="0"/>
              </a:spcAft>
              <a:buClr>
                <a:schemeClr val="dk1"/>
              </a:buClr>
              <a:buSzPts val="1200"/>
              <a:buFont typeface="Courier New"/>
              <a:buNone/>
              <a:defRPr sz="1200" b="0" i="0" u="none" strike="noStrike" cap="none">
                <a:solidFill>
                  <a:srgbClr val="888888"/>
                </a:solidFill>
                <a:latin typeface="Arial"/>
                <a:ea typeface="Arial"/>
                <a:cs typeface="Arial"/>
                <a:sym typeface="Arial"/>
              </a:defRPr>
            </a:lvl5pPr>
            <a:lvl6pPr marR="0" lvl="5"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6pPr>
            <a:lvl7pPr marR="0" lvl="6"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7pPr>
            <a:lvl8pPr marR="0" lvl="7"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8pPr>
            <a:lvl9pPr marR="0" lvl="8"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9pPr>
          </a:lstStyle>
          <a:p>
            <a:endParaRPr/>
          </a:p>
        </p:txBody>
      </p:sp>
      <p:sp>
        <p:nvSpPr>
          <p:cNvPr id="108" name="Shape 108"/>
          <p:cNvSpPr txBox="1">
            <a:spLocks noGrp="1"/>
          </p:cNvSpPr>
          <p:nvPr>
            <p:ph type="ctrTitle"/>
          </p:nvPr>
        </p:nvSpPr>
        <p:spPr>
          <a:xfrm>
            <a:off x="350908" y="243000"/>
            <a:ext cx="7962926" cy="830806"/>
          </a:xfrm>
          <a:prstGeom prst="rect">
            <a:avLst/>
          </a:prstGeom>
          <a:noFill/>
          <a:ln>
            <a:noFill/>
          </a:ln>
        </p:spPr>
        <p:txBody>
          <a:bodyPr spcFirstLastPara="1" wrap="square" lIns="68550" tIns="68550" rIns="68550" bIns="68550" anchor="t" anchorCtr="0"/>
          <a:lstStyle>
            <a:lvl1pPr marR="0" lvl="0" algn="l" rtl="0">
              <a:spcBef>
                <a:spcPts val="0"/>
              </a:spcBef>
              <a:spcAft>
                <a:spcPts val="0"/>
              </a:spcAft>
              <a:buClr>
                <a:srgbClr val="000000"/>
              </a:buClr>
              <a:buSzPts val="2700"/>
              <a:buFont typeface="Arial"/>
              <a:buNone/>
              <a:defRPr sz="2700" b="1" i="0" u="none" strike="noStrike" cap="none">
                <a:solidFill>
                  <a:srgbClr val="000000"/>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09" name="Shape 109"/>
          <p:cNvSpPr txBox="1"/>
          <p:nvPr/>
        </p:nvSpPr>
        <p:spPr>
          <a:xfrm rot="-240007">
            <a:off x="3158519" y="2720869"/>
            <a:ext cx="2826962" cy="20770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de" sz="1300">
                <a:solidFill>
                  <a:srgbClr val="000000"/>
                </a:solidFill>
                <a:latin typeface="Arial"/>
                <a:ea typeface="Arial"/>
                <a:cs typeface="Arial"/>
                <a:sym typeface="Arial"/>
              </a:rPr>
              <a:t>Use this title slide only with an image</a:t>
            </a:r>
            <a:endParaRPr sz="1000"/>
          </a:p>
        </p:txBody>
      </p:sp>
      <p:pic>
        <p:nvPicPr>
          <p:cNvPr id="110" name="Shape 110"/>
          <p:cNvPicPr preferRelativeResize="0"/>
          <p:nvPr/>
        </p:nvPicPr>
        <p:blipFill rotWithShape="1">
          <a:blip r:embed="rId2">
            <a:alphaModFix/>
          </a:blip>
          <a:srcRect/>
          <a:stretch/>
        </p:blipFill>
        <p:spPr>
          <a:xfrm>
            <a:off x="244015" y="4561746"/>
            <a:ext cx="687390" cy="340111"/>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Divider Page with picture">
  <p:cSld name="Divider Page with picture">
    <p:bg>
      <p:bgPr>
        <a:solidFill>
          <a:schemeClr val="lt1"/>
        </a:solidFill>
        <a:effectLst/>
      </p:bgPr>
    </p:bg>
    <p:spTree>
      <p:nvGrpSpPr>
        <p:cNvPr id="1" name="Shape 111"/>
        <p:cNvGrpSpPr/>
        <p:nvPr/>
      </p:nvGrpSpPr>
      <p:grpSpPr>
        <a:xfrm>
          <a:off x="0" y="0"/>
          <a:ext cx="0" cy="0"/>
          <a:chOff x="0" y="0"/>
          <a:chExt cx="0" cy="0"/>
        </a:xfrm>
      </p:grpSpPr>
      <p:pic>
        <p:nvPicPr>
          <p:cNvPr id="112" name="Shape 112"/>
          <p:cNvPicPr preferRelativeResize="0"/>
          <p:nvPr/>
        </p:nvPicPr>
        <p:blipFill/>
        <p:spPr>
          <a:xfrm>
            <a:off x="1191" y="1191"/>
            <a:ext cx="1190" cy="1190"/>
          </a:xfrm>
          <a:prstGeom prst="rect">
            <a:avLst/>
          </a:prstGeom>
          <a:solidFill>
            <a:srgbClr val="FFFFFF"/>
          </a:solidFill>
          <a:ln>
            <a:noFill/>
          </a:ln>
        </p:spPr>
      </p:pic>
      <p:sp>
        <p:nvSpPr>
          <p:cNvPr id="113" name="Shape 113"/>
          <p:cNvSpPr>
            <a:spLocks noGrp="1"/>
          </p:cNvSpPr>
          <p:nvPr>
            <p:ph type="pic" idx="2"/>
          </p:nvPr>
        </p:nvSpPr>
        <p:spPr>
          <a:xfrm>
            <a:off x="242937" y="121501"/>
            <a:ext cx="8656646" cy="1601103"/>
          </a:xfrm>
          <a:prstGeom prst="rect">
            <a:avLst/>
          </a:prstGeom>
          <a:solidFill>
            <a:srgbClr val="F2F2F2"/>
          </a:solidFill>
          <a:ln>
            <a:noFill/>
          </a:ln>
        </p:spPr>
        <p:txBody>
          <a:bodyPr spcFirstLastPara="1" wrap="square" lIns="68550" tIns="68550" rIns="68550" bIns="68550" anchor="t" anchorCtr="0"/>
          <a:lstStyle>
            <a:lvl1pPr marR="0" lvl="0" algn="ctr" rtl="0">
              <a:spcBef>
                <a:spcPts val="1800"/>
              </a:spcBef>
              <a:spcAft>
                <a:spcPts val="0"/>
              </a:spcAft>
              <a:buClr>
                <a:schemeClr val="accent1"/>
              </a:buClr>
              <a:buSzPts val="1200"/>
              <a:buFont typeface="Arial"/>
              <a:buNone/>
              <a:defRPr sz="1500" b="0" i="0" u="none" strike="noStrike" cap="none">
                <a:solidFill>
                  <a:schemeClr val="dk1"/>
                </a:solidFill>
                <a:latin typeface="Arial"/>
                <a:ea typeface="Arial"/>
                <a:cs typeface="Arial"/>
                <a:sym typeface="Arial"/>
              </a:defRPr>
            </a:lvl1pPr>
            <a:lvl2pPr marR="0" lvl="1"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R="0" lvl="2"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R="0" lvl="3"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R="0" lvl="4"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4" name="Shape 114"/>
          <p:cNvSpPr txBox="1">
            <a:spLocks noGrp="1"/>
          </p:cNvSpPr>
          <p:nvPr>
            <p:ph type="ctrTitle"/>
          </p:nvPr>
        </p:nvSpPr>
        <p:spPr>
          <a:xfrm>
            <a:off x="242937" y="1833303"/>
            <a:ext cx="8656646" cy="692338"/>
          </a:xfrm>
          <a:prstGeom prst="rect">
            <a:avLst/>
          </a:prstGeom>
          <a:noFill/>
          <a:ln>
            <a:noFill/>
          </a:ln>
        </p:spPr>
        <p:txBody>
          <a:bodyPr spcFirstLastPara="1" wrap="square" lIns="68550" tIns="68550" rIns="68550" bIns="68550" anchor="t" anchorCtr="0"/>
          <a:lstStyle>
            <a:lvl1pPr marR="0" lvl="0" algn="l" rtl="0">
              <a:spcBef>
                <a:spcPts val="0"/>
              </a:spcBef>
              <a:spcAft>
                <a:spcPts val="0"/>
              </a:spcAft>
              <a:buClr>
                <a:schemeClr val="dk1"/>
              </a:buClr>
              <a:buSzPts val="4500"/>
              <a:buFont typeface="Arial"/>
              <a:buNone/>
              <a:defRPr sz="4500" b="1" i="0" u="none" strike="noStrike" cap="none">
                <a:solidFill>
                  <a:schemeClr val="dk1"/>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15" name="Shape 115"/>
          <p:cNvSpPr/>
          <p:nvPr/>
        </p:nvSpPr>
        <p:spPr>
          <a:xfrm>
            <a:off x="242937" y="0"/>
            <a:ext cx="8656646" cy="121501"/>
          </a:xfrm>
          <a:prstGeom prst="rect">
            <a:avLst/>
          </a:prstGeom>
          <a:solidFill>
            <a:schemeClr val="accent1"/>
          </a:solidFill>
          <a:ln>
            <a:noFill/>
          </a:ln>
        </p:spPr>
        <p:txBody>
          <a:bodyPr spcFirstLastPara="1" wrap="square" lIns="80350" tIns="64275" rIns="80350" bIns="64275" anchor="ctr" anchorCtr="0">
            <a:noAutofit/>
          </a:bodyPr>
          <a:lstStyle/>
          <a:p>
            <a:pPr marL="0" marR="0" lvl="0" indent="0" algn="ctr" rtl="0">
              <a:spcBef>
                <a:spcPts val="0"/>
              </a:spcBef>
              <a:spcAft>
                <a:spcPts val="0"/>
              </a:spcAft>
              <a:buNone/>
            </a:pPr>
            <a:endParaRPr sz="1400">
              <a:solidFill>
                <a:srgbClr val="000000"/>
              </a:solidFill>
              <a:latin typeface="Arial"/>
              <a:ea typeface="Arial"/>
              <a:cs typeface="Arial"/>
              <a:sym typeface="Arial"/>
            </a:endParaRPr>
          </a:p>
        </p:txBody>
      </p:sp>
      <p:sp>
        <p:nvSpPr>
          <p:cNvPr id="116" name="Shape 116"/>
          <p:cNvSpPr txBox="1">
            <a:spLocks noGrp="1"/>
          </p:cNvSpPr>
          <p:nvPr>
            <p:ph type="body" idx="1"/>
          </p:nvPr>
        </p:nvSpPr>
        <p:spPr>
          <a:xfrm>
            <a:off x="242937" y="2629805"/>
            <a:ext cx="8656646" cy="465536"/>
          </a:xfrm>
          <a:prstGeom prst="rect">
            <a:avLst/>
          </a:prstGeom>
          <a:noFill/>
          <a:ln>
            <a:noFill/>
          </a:ln>
        </p:spPr>
        <p:txBody>
          <a:bodyPr spcFirstLastPara="1" wrap="square" lIns="68550" tIns="68550" rIns="68550" bIns="68550" anchor="t" anchorCtr="0"/>
          <a:lstStyle>
            <a:lvl1pPr marL="457200" marR="0" lvl="0" indent="-228600" algn="l" rtl="0">
              <a:spcBef>
                <a:spcPts val="1100"/>
              </a:spcBef>
              <a:spcAft>
                <a:spcPts val="0"/>
              </a:spcAft>
              <a:buClr>
                <a:schemeClr val="accent1"/>
              </a:buClr>
              <a:buSzPts val="1100"/>
              <a:buFont typeface="Arial"/>
              <a:buNone/>
              <a:defRPr sz="1400" b="0"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117" name="Shape 117"/>
          <p:cNvPicPr preferRelativeResize="0"/>
          <p:nvPr/>
        </p:nvPicPr>
        <p:blipFill rotWithShape="1">
          <a:blip r:embed="rId2">
            <a:alphaModFix/>
          </a:blip>
          <a:srcRect/>
          <a:stretch/>
        </p:blipFill>
        <p:spPr>
          <a:xfrm>
            <a:off x="244015" y="4561746"/>
            <a:ext cx="687390" cy="340111"/>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Agenda">
  <p:cSld name="Agenda">
    <p:bg>
      <p:bgPr>
        <a:solidFill>
          <a:schemeClr val="lt1"/>
        </a:solidFill>
        <a:effectLst/>
      </p:bgPr>
    </p:bg>
    <p:spTree>
      <p:nvGrpSpPr>
        <p:cNvPr id="1" name="Shape 118"/>
        <p:cNvGrpSpPr/>
        <p:nvPr/>
      </p:nvGrpSpPr>
      <p:grpSpPr>
        <a:xfrm>
          <a:off x="0" y="0"/>
          <a:ext cx="0" cy="0"/>
          <a:chOff x="0" y="0"/>
          <a:chExt cx="0" cy="0"/>
        </a:xfrm>
      </p:grpSpPr>
      <p:pic>
        <p:nvPicPr>
          <p:cNvPr id="119" name="Shape 119"/>
          <p:cNvPicPr preferRelativeResize="0"/>
          <p:nvPr/>
        </p:nvPicPr>
        <p:blipFill/>
        <p:spPr>
          <a:xfrm>
            <a:off x="1191" y="1191"/>
            <a:ext cx="1190" cy="1190"/>
          </a:xfrm>
          <a:prstGeom prst="rect">
            <a:avLst/>
          </a:prstGeom>
          <a:solidFill>
            <a:srgbClr val="FFFFFF"/>
          </a:solidFill>
          <a:ln>
            <a:noFill/>
          </a:ln>
        </p:spPr>
      </p:pic>
      <p:sp>
        <p:nvSpPr>
          <p:cNvPr id="120" name="Shape 120"/>
          <p:cNvSpPr txBox="1">
            <a:spLocks noGrp="1"/>
          </p:cNvSpPr>
          <p:nvPr>
            <p:ph type="title"/>
          </p:nvPr>
        </p:nvSpPr>
        <p:spPr>
          <a:xfrm>
            <a:off x="242937" y="243000"/>
            <a:ext cx="8656646" cy="567001"/>
          </a:xfrm>
          <a:prstGeom prst="rect">
            <a:avLst/>
          </a:prstGeom>
          <a:noFill/>
          <a:ln>
            <a:noFill/>
          </a:ln>
        </p:spPr>
        <p:txBody>
          <a:bodyPr spcFirstLastPara="1" wrap="square" lIns="68550" tIns="68550" rIns="68550" bIns="68550" anchor="ctr" anchorCtr="0"/>
          <a:lstStyle>
            <a:lvl1pPr marR="0" lvl="0" algn="l" rtl="0">
              <a:spcBef>
                <a:spcPts val="0"/>
              </a:spcBef>
              <a:spcAft>
                <a:spcPts val="0"/>
              </a:spcAft>
              <a:buClr>
                <a:schemeClr val="accent2"/>
              </a:buClr>
              <a:buSzPts val="2100"/>
              <a:buFont typeface="Arial"/>
              <a:buNone/>
              <a:defRPr sz="2100" b="1" i="0" u="none" strike="noStrike" cap="none">
                <a:solidFill>
                  <a:schemeClr val="accent2"/>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21" name="Shape 121"/>
          <p:cNvSpPr txBox="1">
            <a:spLocks noGrp="1"/>
          </p:cNvSpPr>
          <p:nvPr>
            <p:ph type="body" idx="1"/>
          </p:nvPr>
        </p:nvSpPr>
        <p:spPr>
          <a:xfrm>
            <a:off x="242937" y="1269003"/>
            <a:ext cx="8656646" cy="2873869"/>
          </a:xfrm>
          <a:prstGeom prst="rect">
            <a:avLst/>
          </a:prstGeom>
          <a:noFill/>
          <a:ln>
            <a:noFill/>
          </a:ln>
        </p:spPr>
        <p:txBody>
          <a:bodyPr spcFirstLastPara="1" wrap="square" lIns="68550" tIns="68550" rIns="68550" bIns="68550" anchor="t" anchorCtr="0"/>
          <a:lstStyle>
            <a:lvl1pPr marL="457200" marR="0" lvl="0" indent="-228600" algn="l" rtl="0">
              <a:lnSpc>
                <a:spcPct val="100000"/>
              </a:lnSpc>
              <a:spcBef>
                <a:spcPts val="1800"/>
              </a:spcBef>
              <a:spcAft>
                <a:spcPts val="0"/>
              </a:spcAft>
              <a:buClr>
                <a:schemeClr val="accent1"/>
              </a:buClr>
              <a:buSzPts val="1200"/>
              <a:buFont typeface="Arial"/>
              <a:buNone/>
              <a:defRPr sz="1500" b="0" i="0" u="none" strike="noStrike" cap="none">
                <a:solidFill>
                  <a:schemeClr val="dk1"/>
                </a:solidFill>
                <a:latin typeface="Arial"/>
                <a:ea typeface="Arial"/>
                <a:cs typeface="Arial"/>
                <a:sym typeface="Arial"/>
              </a:defRPr>
            </a:lvl1pPr>
            <a:lvl2pPr marL="914400" marR="0" lvl="1" indent="-311150" algn="l" rtl="0">
              <a:lnSpc>
                <a:spcPct val="100000"/>
              </a:lnSpc>
              <a:spcBef>
                <a:spcPts val="4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2pPr>
            <a:lvl3pPr marL="1371600" marR="0" lvl="2" indent="-311150" algn="l" rtl="0">
              <a:lnSpc>
                <a:spcPct val="100000"/>
              </a:lnSpc>
              <a:spcBef>
                <a:spcPts val="300"/>
              </a:spcBef>
              <a:spcAft>
                <a:spcPts val="0"/>
              </a:spcAft>
              <a:buClr>
                <a:schemeClr val="accent2"/>
              </a:buClr>
              <a:buSzPts val="1300"/>
              <a:buFont typeface="Arial"/>
              <a:buChar char="–"/>
              <a:defRPr sz="1300" b="0" i="0" u="none" strike="noStrike" cap="none">
                <a:solidFill>
                  <a:schemeClr val="dk1"/>
                </a:solidFill>
                <a:latin typeface="Arial"/>
                <a:ea typeface="Arial"/>
                <a:cs typeface="Arial"/>
                <a:sym typeface="Arial"/>
              </a:defRPr>
            </a:lvl3pPr>
            <a:lvl4pPr marL="1828800" marR="0" lvl="3" indent="-304800" algn="l" rtl="0">
              <a:lnSpc>
                <a:spcPct val="100000"/>
              </a:lnSpc>
              <a:spcBef>
                <a:spcPts val="200"/>
              </a:spcBef>
              <a:spcAft>
                <a:spcPts val="0"/>
              </a:spcAft>
              <a:buClr>
                <a:schemeClr val="accent2"/>
              </a:buClr>
              <a:buSzPts val="1200"/>
              <a:buFont typeface="Courier New"/>
              <a:buChar char="o"/>
              <a:defRPr sz="12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accent2"/>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22"/>
        <p:cNvGrpSpPr/>
        <p:nvPr/>
      </p:nvGrpSpPr>
      <p:grpSpPr>
        <a:xfrm>
          <a:off x="0" y="0"/>
          <a:ext cx="0" cy="0"/>
          <a:chOff x="0" y="0"/>
          <a:chExt cx="0" cy="0"/>
        </a:xfrm>
      </p:grpSpPr>
      <p:pic>
        <p:nvPicPr>
          <p:cNvPr id="123" name="Shape 123"/>
          <p:cNvPicPr preferRelativeResize="0"/>
          <p:nvPr/>
        </p:nvPicPr>
        <p:blipFill/>
        <p:spPr>
          <a:xfrm>
            <a:off x="1191" y="1191"/>
            <a:ext cx="1190" cy="1190"/>
          </a:xfrm>
          <a:prstGeom prst="rect">
            <a:avLst/>
          </a:prstGeom>
          <a:solidFill>
            <a:srgbClr val="FFFFFF"/>
          </a:solidFill>
          <a:ln>
            <a:noFill/>
          </a:ln>
        </p:spPr>
      </p:pic>
      <p:sp>
        <p:nvSpPr>
          <p:cNvPr id="124" name="Shape 124"/>
          <p:cNvSpPr txBox="1">
            <a:spLocks noGrp="1"/>
          </p:cNvSpPr>
          <p:nvPr>
            <p:ph type="title"/>
          </p:nvPr>
        </p:nvSpPr>
        <p:spPr>
          <a:xfrm>
            <a:off x="242937" y="243000"/>
            <a:ext cx="8656646" cy="567001"/>
          </a:xfrm>
          <a:prstGeom prst="rect">
            <a:avLst/>
          </a:prstGeom>
          <a:noFill/>
          <a:ln>
            <a:noFill/>
          </a:ln>
        </p:spPr>
        <p:txBody>
          <a:bodyPr spcFirstLastPara="1" wrap="square" lIns="68550" tIns="68550" rIns="68550" bIns="68550" anchor="ctr" anchorCtr="0"/>
          <a:lstStyle>
            <a:lvl1pPr marR="0" lvl="0" algn="l" rtl="0">
              <a:spcBef>
                <a:spcPts val="0"/>
              </a:spcBef>
              <a:spcAft>
                <a:spcPts val="0"/>
              </a:spcAft>
              <a:buClr>
                <a:schemeClr val="accent2"/>
              </a:buClr>
              <a:buSzPts val="2100"/>
              <a:buFont typeface="Arial"/>
              <a:buNone/>
              <a:defRPr sz="2100" b="1" i="0" u="none" strike="noStrike" cap="none">
                <a:solidFill>
                  <a:schemeClr val="accent2"/>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25" name="Shape 125"/>
          <p:cNvSpPr txBox="1">
            <a:spLocks noGrp="1"/>
          </p:cNvSpPr>
          <p:nvPr>
            <p:ph type="body" idx="1"/>
          </p:nvPr>
        </p:nvSpPr>
        <p:spPr>
          <a:xfrm>
            <a:off x="242937" y="1268017"/>
            <a:ext cx="8656646" cy="3293276"/>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ext: 2 columns">
  <p:cSld name="Title and Text: 2 columns">
    <p:spTree>
      <p:nvGrpSpPr>
        <p:cNvPr id="1" name="Shape 126"/>
        <p:cNvGrpSpPr/>
        <p:nvPr/>
      </p:nvGrpSpPr>
      <p:grpSpPr>
        <a:xfrm>
          <a:off x="0" y="0"/>
          <a:ext cx="0" cy="0"/>
          <a:chOff x="0" y="0"/>
          <a:chExt cx="0" cy="0"/>
        </a:xfrm>
      </p:grpSpPr>
      <p:pic>
        <p:nvPicPr>
          <p:cNvPr id="127" name="Shape 127"/>
          <p:cNvPicPr preferRelativeResize="0"/>
          <p:nvPr/>
        </p:nvPicPr>
        <p:blipFill/>
        <p:spPr>
          <a:xfrm>
            <a:off x="1191" y="1191"/>
            <a:ext cx="1190" cy="1190"/>
          </a:xfrm>
          <a:prstGeom prst="rect">
            <a:avLst/>
          </a:prstGeom>
          <a:solidFill>
            <a:srgbClr val="FFFFFF"/>
          </a:solidFill>
          <a:ln>
            <a:noFill/>
          </a:ln>
        </p:spPr>
      </p:pic>
      <p:sp>
        <p:nvSpPr>
          <p:cNvPr id="128" name="Shape 128"/>
          <p:cNvSpPr txBox="1">
            <a:spLocks noGrp="1"/>
          </p:cNvSpPr>
          <p:nvPr>
            <p:ph type="title"/>
          </p:nvPr>
        </p:nvSpPr>
        <p:spPr>
          <a:xfrm>
            <a:off x="242937" y="243000"/>
            <a:ext cx="8656646" cy="567001"/>
          </a:xfrm>
          <a:prstGeom prst="rect">
            <a:avLst/>
          </a:prstGeom>
          <a:noFill/>
          <a:ln>
            <a:noFill/>
          </a:ln>
        </p:spPr>
        <p:txBody>
          <a:bodyPr spcFirstLastPara="1" wrap="square" lIns="68550" tIns="68550" rIns="68550" bIns="68550" anchor="ctr" anchorCtr="0"/>
          <a:lstStyle>
            <a:lvl1pPr marR="0" lvl="0" algn="l" rtl="0">
              <a:spcBef>
                <a:spcPts val="0"/>
              </a:spcBef>
              <a:spcAft>
                <a:spcPts val="0"/>
              </a:spcAft>
              <a:buClr>
                <a:schemeClr val="accent2"/>
              </a:buClr>
              <a:buSzPts val="2100"/>
              <a:buFont typeface="Arial"/>
              <a:buNone/>
              <a:defRPr sz="2100" b="1" i="0" u="none" strike="noStrike" cap="none">
                <a:solidFill>
                  <a:schemeClr val="accent2"/>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29" name="Shape 129"/>
          <p:cNvSpPr txBox="1">
            <a:spLocks noGrp="1"/>
          </p:cNvSpPr>
          <p:nvPr>
            <p:ph type="body" idx="1"/>
          </p:nvPr>
        </p:nvSpPr>
        <p:spPr>
          <a:xfrm>
            <a:off x="242937" y="1269002"/>
            <a:ext cx="4245994" cy="3294006"/>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30" name="Shape 130"/>
          <p:cNvSpPr txBox="1">
            <a:spLocks noGrp="1"/>
          </p:cNvSpPr>
          <p:nvPr>
            <p:ph type="body" idx="2"/>
          </p:nvPr>
        </p:nvSpPr>
        <p:spPr>
          <a:xfrm>
            <a:off x="4654800" y="1269002"/>
            <a:ext cx="4245994" cy="3294006"/>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ext: 3 columns">
  <p:cSld name="Title and Text: 3 columns">
    <p:spTree>
      <p:nvGrpSpPr>
        <p:cNvPr id="1" name="Shape 131"/>
        <p:cNvGrpSpPr/>
        <p:nvPr/>
      </p:nvGrpSpPr>
      <p:grpSpPr>
        <a:xfrm>
          <a:off x="0" y="0"/>
          <a:ext cx="0" cy="0"/>
          <a:chOff x="0" y="0"/>
          <a:chExt cx="0" cy="0"/>
        </a:xfrm>
      </p:grpSpPr>
      <p:pic>
        <p:nvPicPr>
          <p:cNvPr id="132" name="Shape 132"/>
          <p:cNvPicPr preferRelativeResize="0"/>
          <p:nvPr/>
        </p:nvPicPr>
        <p:blipFill/>
        <p:spPr>
          <a:xfrm>
            <a:off x="1191" y="1191"/>
            <a:ext cx="1190" cy="1190"/>
          </a:xfrm>
          <a:prstGeom prst="rect">
            <a:avLst/>
          </a:prstGeom>
          <a:solidFill>
            <a:srgbClr val="FFFFFF"/>
          </a:solidFill>
          <a:ln>
            <a:noFill/>
          </a:ln>
        </p:spPr>
      </p:pic>
      <p:sp>
        <p:nvSpPr>
          <p:cNvPr id="133" name="Shape 133"/>
          <p:cNvSpPr txBox="1">
            <a:spLocks noGrp="1"/>
          </p:cNvSpPr>
          <p:nvPr>
            <p:ph type="title"/>
          </p:nvPr>
        </p:nvSpPr>
        <p:spPr>
          <a:xfrm>
            <a:off x="242937" y="243000"/>
            <a:ext cx="8656646" cy="567001"/>
          </a:xfrm>
          <a:prstGeom prst="rect">
            <a:avLst/>
          </a:prstGeom>
          <a:noFill/>
          <a:ln>
            <a:noFill/>
          </a:ln>
        </p:spPr>
        <p:txBody>
          <a:bodyPr spcFirstLastPara="1" wrap="square" lIns="68550" tIns="68550" rIns="68550" bIns="68550" anchor="ctr" anchorCtr="0"/>
          <a:lstStyle>
            <a:lvl1pPr marR="0" lvl="0" algn="l" rtl="0">
              <a:spcBef>
                <a:spcPts val="0"/>
              </a:spcBef>
              <a:spcAft>
                <a:spcPts val="0"/>
              </a:spcAft>
              <a:buClr>
                <a:schemeClr val="accent2"/>
              </a:buClr>
              <a:buSzPts val="2100"/>
              <a:buFont typeface="Arial"/>
              <a:buNone/>
              <a:defRPr sz="2100" b="1" i="0" u="none" strike="noStrike" cap="none">
                <a:solidFill>
                  <a:schemeClr val="accent2"/>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34" name="Shape 134"/>
          <p:cNvSpPr txBox="1">
            <a:spLocks noGrp="1"/>
          </p:cNvSpPr>
          <p:nvPr>
            <p:ph type="body" idx="1"/>
          </p:nvPr>
        </p:nvSpPr>
        <p:spPr>
          <a:xfrm>
            <a:off x="242937" y="1269002"/>
            <a:ext cx="2804570" cy="3294006"/>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35" name="Shape 135"/>
          <p:cNvSpPr txBox="1">
            <a:spLocks noGrp="1"/>
          </p:cNvSpPr>
          <p:nvPr>
            <p:ph type="body" idx="2"/>
          </p:nvPr>
        </p:nvSpPr>
        <p:spPr>
          <a:xfrm>
            <a:off x="6098400" y="1269002"/>
            <a:ext cx="2804570" cy="3294006"/>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36" name="Shape 136"/>
          <p:cNvSpPr txBox="1">
            <a:spLocks noGrp="1"/>
          </p:cNvSpPr>
          <p:nvPr>
            <p:ph type="body" idx="3"/>
          </p:nvPr>
        </p:nvSpPr>
        <p:spPr>
          <a:xfrm>
            <a:off x="3170668" y="1269002"/>
            <a:ext cx="2804570" cy="3294006"/>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ext with picture right 1">
  <p:cSld name="Title and Text with picture right 1">
    <p:spTree>
      <p:nvGrpSpPr>
        <p:cNvPr id="1" name="Shape 137"/>
        <p:cNvGrpSpPr/>
        <p:nvPr/>
      </p:nvGrpSpPr>
      <p:grpSpPr>
        <a:xfrm>
          <a:off x="0" y="0"/>
          <a:ext cx="0" cy="0"/>
          <a:chOff x="0" y="0"/>
          <a:chExt cx="0" cy="0"/>
        </a:xfrm>
      </p:grpSpPr>
      <p:pic>
        <p:nvPicPr>
          <p:cNvPr id="138" name="Shape 138"/>
          <p:cNvPicPr preferRelativeResize="0"/>
          <p:nvPr/>
        </p:nvPicPr>
        <p:blipFill/>
        <p:spPr>
          <a:xfrm>
            <a:off x="1191" y="1191"/>
            <a:ext cx="1190" cy="1190"/>
          </a:xfrm>
          <a:prstGeom prst="rect">
            <a:avLst/>
          </a:prstGeom>
          <a:solidFill>
            <a:srgbClr val="FFFFFF"/>
          </a:solidFill>
          <a:ln>
            <a:noFill/>
          </a:ln>
        </p:spPr>
      </p:pic>
      <p:sp>
        <p:nvSpPr>
          <p:cNvPr id="139" name="Shape 139"/>
          <p:cNvSpPr txBox="1">
            <a:spLocks noGrp="1"/>
          </p:cNvSpPr>
          <p:nvPr>
            <p:ph type="title"/>
          </p:nvPr>
        </p:nvSpPr>
        <p:spPr>
          <a:xfrm>
            <a:off x="242937" y="243000"/>
            <a:ext cx="8656646" cy="567001"/>
          </a:xfrm>
          <a:prstGeom prst="rect">
            <a:avLst/>
          </a:prstGeom>
          <a:noFill/>
          <a:ln>
            <a:noFill/>
          </a:ln>
        </p:spPr>
        <p:txBody>
          <a:bodyPr spcFirstLastPara="1" wrap="square" lIns="68550" tIns="68550" rIns="68550" bIns="68550" anchor="ctr" anchorCtr="0"/>
          <a:lstStyle>
            <a:lvl1pPr marR="0" lvl="0" algn="l" rtl="0">
              <a:spcBef>
                <a:spcPts val="0"/>
              </a:spcBef>
              <a:spcAft>
                <a:spcPts val="0"/>
              </a:spcAft>
              <a:buClr>
                <a:schemeClr val="accent2"/>
              </a:buClr>
              <a:buSzPts val="2100"/>
              <a:buFont typeface="Arial"/>
              <a:buNone/>
              <a:defRPr sz="2100" b="1" i="0" u="none" strike="noStrike" cap="none">
                <a:solidFill>
                  <a:schemeClr val="accent2"/>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40" name="Shape 140"/>
          <p:cNvSpPr>
            <a:spLocks noGrp="1"/>
          </p:cNvSpPr>
          <p:nvPr>
            <p:ph type="pic" idx="2"/>
          </p:nvPr>
        </p:nvSpPr>
        <p:spPr>
          <a:xfrm>
            <a:off x="5727796" y="1268018"/>
            <a:ext cx="3173380" cy="3293275"/>
          </a:xfrm>
          <a:prstGeom prst="rect">
            <a:avLst/>
          </a:prstGeom>
          <a:solidFill>
            <a:srgbClr val="F2F2F2"/>
          </a:solidFill>
          <a:ln>
            <a:noFill/>
          </a:ln>
        </p:spPr>
        <p:txBody>
          <a:bodyPr spcFirstLastPara="1" wrap="square" lIns="68550" tIns="68550" rIns="68550" bIns="68550" anchor="t" anchorCtr="0"/>
          <a:lstStyle>
            <a:lvl1pPr marR="0" lvl="0" algn="ctr" rtl="0">
              <a:spcBef>
                <a:spcPts val="1800"/>
              </a:spcBef>
              <a:spcAft>
                <a:spcPts val="0"/>
              </a:spcAft>
              <a:buClr>
                <a:schemeClr val="accent1"/>
              </a:buClr>
              <a:buSzPts val="1200"/>
              <a:buFont typeface="Arial"/>
              <a:buNone/>
              <a:defRPr sz="1500" b="0" i="0" u="none" strike="noStrike" cap="none">
                <a:solidFill>
                  <a:schemeClr val="dk1"/>
                </a:solidFill>
                <a:latin typeface="Arial"/>
                <a:ea typeface="Arial"/>
                <a:cs typeface="Arial"/>
                <a:sym typeface="Arial"/>
              </a:defRPr>
            </a:lvl1pPr>
            <a:lvl2pPr marR="0" lvl="1"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R="0" lvl="2"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R="0" lvl="3"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R="0" lvl="4"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1" name="Shape 141"/>
          <p:cNvSpPr txBox="1">
            <a:spLocks noGrp="1"/>
          </p:cNvSpPr>
          <p:nvPr>
            <p:ph type="body" idx="1"/>
          </p:nvPr>
        </p:nvSpPr>
        <p:spPr>
          <a:xfrm>
            <a:off x="242937" y="1268018"/>
            <a:ext cx="5361067" cy="3293275"/>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with picture right 2">
  <p:cSld name="Title and Text with picture right 2">
    <p:spTree>
      <p:nvGrpSpPr>
        <p:cNvPr id="1" name="Shape 142"/>
        <p:cNvGrpSpPr/>
        <p:nvPr/>
      </p:nvGrpSpPr>
      <p:grpSpPr>
        <a:xfrm>
          <a:off x="0" y="0"/>
          <a:ext cx="0" cy="0"/>
          <a:chOff x="0" y="0"/>
          <a:chExt cx="0" cy="0"/>
        </a:xfrm>
      </p:grpSpPr>
      <p:pic>
        <p:nvPicPr>
          <p:cNvPr id="143" name="Shape 143"/>
          <p:cNvPicPr preferRelativeResize="0"/>
          <p:nvPr/>
        </p:nvPicPr>
        <p:blipFill/>
        <p:spPr>
          <a:xfrm>
            <a:off x="1191" y="1191"/>
            <a:ext cx="1190" cy="1190"/>
          </a:xfrm>
          <a:prstGeom prst="rect">
            <a:avLst/>
          </a:prstGeom>
          <a:solidFill>
            <a:srgbClr val="FFFFFF"/>
          </a:solidFill>
          <a:ln>
            <a:noFill/>
          </a:ln>
        </p:spPr>
      </p:pic>
      <p:sp>
        <p:nvSpPr>
          <p:cNvPr id="144" name="Shape 144"/>
          <p:cNvSpPr txBox="1">
            <a:spLocks noGrp="1"/>
          </p:cNvSpPr>
          <p:nvPr>
            <p:ph type="title"/>
          </p:nvPr>
        </p:nvSpPr>
        <p:spPr>
          <a:xfrm>
            <a:off x="242937" y="243000"/>
            <a:ext cx="8656646" cy="567001"/>
          </a:xfrm>
          <a:prstGeom prst="rect">
            <a:avLst/>
          </a:prstGeom>
          <a:noFill/>
          <a:ln>
            <a:noFill/>
          </a:ln>
        </p:spPr>
        <p:txBody>
          <a:bodyPr spcFirstLastPara="1" wrap="square" lIns="68550" tIns="68550" rIns="68550" bIns="68550" anchor="ctr" anchorCtr="0"/>
          <a:lstStyle>
            <a:lvl1pPr marR="0" lvl="0" algn="l" rtl="0">
              <a:spcBef>
                <a:spcPts val="0"/>
              </a:spcBef>
              <a:spcAft>
                <a:spcPts val="0"/>
              </a:spcAft>
              <a:buClr>
                <a:schemeClr val="accent2"/>
              </a:buClr>
              <a:buSzPts val="2100"/>
              <a:buFont typeface="Arial"/>
              <a:buNone/>
              <a:defRPr sz="2100" b="1" i="0" u="none" strike="noStrike" cap="none">
                <a:solidFill>
                  <a:schemeClr val="accent2"/>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45" name="Shape 145"/>
          <p:cNvSpPr>
            <a:spLocks noGrp="1"/>
          </p:cNvSpPr>
          <p:nvPr>
            <p:ph type="pic" idx="2"/>
          </p:nvPr>
        </p:nvSpPr>
        <p:spPr>
          <a:xfrm>
            <a:off x="4654800" y="1269003"/>
            <a:ext cx="4245994" cy="3294006"/>
          </a:xfrm>
          <a:prstGeom prst="rect">
            <a:avLst/>
          </a:prstGeom>
          <a:solidFill>
            <a:srgbClr val="F2F2F2"/>
          </a:solidFill>
          <a:ln>
            <a:noFill/>
          </a:ln>
        </p:spPr>
        <p:txBody>
          <a:bodyPr spcFirstLastPara="1" wrap="square" lIns="68550" tIns="68550" rIns="68550" bIns="68550" anchor="t" anchorCtr="0"/>
          <a:lstStyle>
            <a:lvl1pPr marR="0" lvl="0" algn="ctr" rtl="0">
              <a:spcBef>
                <a:spcPts val="1400"/>
              </a:spcBef>
              <a:spcAft>
                <a:spcPts val="0"/>
              </a:spcAft>
              <a:buClr>
                <a:schemeClr val="accent1"/>
              </a:buClr>
              <a:buSzPts val="1300"/>
              <a:buFont typeface="Arial"/>
              <a:buNone/>
              <a:defRPr sz="1600" b="0" i="0" u="none" strike="noStrike" cap="none">
                <a:solidFill>
                  <a:schemeClr val="dk1"/>
                </a:solidFill>
                <a:latin typeface="Arial"/>
                <a:ea typeface="Arial"/>
                <a:cs typeface="Arial"/>
                <a:sym typeface="Arial"/>
              </a:defRPr>
            </a:lvl1pPr>
            <a:lvl2pPr marR="0" lvl="1"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R="0" lvl="2"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R="0" lvl="3"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R="0" lvl="4"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6" name="Shape 146"/>
          <p:cNvSpPr txBox="1">
            <a:spLocks noGrp="1"/>
          </p:cNvSpPr>
          <p:nvPr>
            <p:ph type="body" idx="1"/>
          </p:nvPr>
        </p:nvSpPr>
        <p:spPr>
          <a:xfrm>
            <a:off x="242937" y="1269003"/>
            <a:ext cx="4245994" cy="3294006"/>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with picture right 3">
  <p:cSld name="Title and Text with picture right 3">
    <p:spTree>
      <p:nvGrpSpPr>
        <p:cNvPr id="1" name="Shape 147"/>
        <p:cNvGrpSpPr/>
        <p:nvPr/>
      </p:nvGrpSpPr>
      <p:grpSpPr>
        <a:xfrm>
          <a:off x="0" y="0"/>
          <a:ext cx="0" cy="0"/>
          <a:chOff x="0" y="0"/>
          <a:chExt cx="0" cy="0"/>
        </a:xfrm>
      </p:grpSpPr>
      <p:pic>
        <p:nvPicPr>
          <p:cNvPr id="148" name="Shape 148"/>
          <p:cNvPicPr preferRelativeResize="0"/>
          <p:nvPr/>
        </p:nvPicPr>
        <p:blipFill/>
        <p:spPr>
          <a:xfrm>
            <a:off x="1191" y="1191"/>
            <a:ext cx="1190" cy="1190"/>
          </a:xfrm>
          <a:prstGeom prst="rect">
            <a:avLst/>
          </a:prstGeom>
          <a:solidFill>
            <a:srgbClr val="FFFFFF"/>
          </a:solidFill>
          <a:ln>
            <a:noFill/>
          </a:ln>
        </p:spPr>
      </p:pic>
      <p:sp>
        <p:nvSpPr>
          <p:cNvPr id="149" name="Shape 149"/>
          <p:cNvSpPr txBox="1">
            <a:spLocks noGrp="1"/>
          </p:cNvSpPr>
          <p:nvPr>
            <p:ph type="title"/>
          </p:nvPr>
        </p:nvSpPr>
        <p:spPr>
          <a:xfrm>
            <a:off x="242937" y="243000"/>
            <a:ext cx="8656646" cy="567001"/>
          </a:xfrm>
          <a:prstGeom prst="rect">
            <a:avLst/>
          </a:prstGeom>
          <a:noFill/>
          <a:ln>
            <a:noFill/>
          </a:ln>
        </p:spPr>
        <p:txBody>
          <a:bodyPr spcFirstLastPara="1" wrap="square" lIns="68550" tIns="68550" rIns="68550" bIns="68550" anchor="ctr" anchorCtr="0"/>
          <a:lstStyle>
            <a:lvl1pPr marR="0" lvl="0" algn="l" rtl="0">
              <a:spcBef>
                <a:spcPts val="0"/>
              </a:spcBef>
              <a:spcAft>
                <a:spcPts val="0"/>
              </a:spcAft>
              <a:buClr>
                <a:schemeClr val="accent2"/>
              </a:buClr>
              <a:buSzPts val="2100"/>
              <a:buFont typeface="Arial"/>
              <a:buNone/>
              <a:defRPr sz="2100" b="1" i="0" u="none" strike="noStrike" cap="none">
                <a:solidFill>
                  <a:schemeClr val="accent2"/>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50" name="Shape 150"/>
          <p:cNvSpPr>
            <a:spLocks noGrp="1"/>
          </p:cNvSpPr>
          <p:nvPr>
            <p:ph type="pic" idx="2"/>
          </p:nvPr>
        </p:nvSpPr>
        <p:spPr>
          <a:xfrm>
            <a:off x="3529284" y="1269003"/>
            <a:ext cx="5371891" cy="3294006"/>
          </a:xfrm>
          <a:prstGeom prst="rect">
            <a:avLst/>
          </a:prstGeom>
          <a:solidFill>
            <a:srgbClr val="F2F2F2"/>
          </a:solidFill>
          <a:ln>
            <a:noFill/>
          </a:ln>
        </p:spPr>
        <p:txBody>
          <a:bodyPr spcFirstLastPara="1" wrap="square" lIns="68550" tIns="68550" rIns="68550" bIns="68550" anchor="t" anchorCtr="0"/>
          <a:lstStyle>
            <a:lvl1pPr marR="0" lvl="0" algn="ctr" rtl="0">
              <a:spcBef>
                <a:spcPts val="1400"/>
              </a:spcBef>
              <a:spcAft>
                <a:spcPts val="0"/>
              </a:spcAft>
              <a:buClr>
                <a:schemeClr val="accent1"/>
              </a:buClr>
              <a:buSzPts val="1300"/>
              <a:buFont typeface="Arial"/>
              <a:buNone/>
              <a:defRPr sz="1600" b="0" i="0" u="none" strike="noStrike" cap="none">
                <a:solidFill>
                  <a:schemeClr val="dk1"/>
                </a:solidFill>
                <a:latin typeface="Arial"/>
                <a:ea typeface="Arial"/>
                <a:cs typeface="Arial"/>
                <a:sym typeface="Arial"/>
              </a:defRPr>
            </a:lvl1pPr>
            <a:lvl2pPr marR="0" lvl="1"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R="0" lvl="2"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R="0" lvl="3"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R="0" lvl="4"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51" name="Shape 151"/>
          <p:cNvSpPr txBox="1">
            <a:spLocks noGrp="1"/>
          </p:cNvSpPr>
          <p:nvPr>
            <p:ph type="body" idx="1"/>
          </p:nvPr>
        </p:nvSpPr>
        <p:spPr>
          <a:xfrm>
            <a:off x="242937" y="1269003"/>
            <a:ext cx="3167316" cy="3294006"/>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ext with picture: 2 columns">
  <p:cSld name="Title and Text with picture: 2 columns">
    <p:spTree>
      <p:nvGrpSpPr>
        <p:cNvPr id="1" name="Shape 152"/>
        <p:cNvGrpSpPr/>
        <p:nvPr/>
      </p:nvGrpSpPr>
      <p:grpSpPr>
        <a:xfrm>
          <a:off x="0" y="0"/>
          <a:ext cx="0" cy="0"/>
          <a:chOff x="0" y="0"/>
          <a:chExt cx="0" cy="0"/>
        </a:xfrm>
      </p:grpSpPr>
      <p:pic>
        <p:nvPicPr>
          <p:cNvPr id="153" name="Shape 153"/>
          <p:cNvPicPr preferRelativeResize="0"/>
          <p:nvPr/>
        </p:nvPicPr>
        <p:blipFill/>
        <p:spPr>
          <a:xfrm>
            <a:off x="1191" y="1191"/>
            <a:ext cx="1190" cy="1190"/>
          </a:xfrm>
          <a:prstGeom prst="rect">
            <a:avLst/>
          </a:prstGeom>
          <a:solidFill>
            <a:srgbClr val="FFFFFF"/>
          </a:solidFill>
          <a:ln>
            <a:noFill/>
          </a:ln>
        </p:spPr>
      </p:pic>
      <p:sp>
        <p:nvSpPr>
          <p:cNvPr id="154" name="Shape 154"/>
          <p:cNvSpPr txBox="1">
            <a:spLocks noGrp="1"/>
          </p:cNvSpPr>
          <p:nvPr>
            <p:ph type="title"/>
          </p:nvPr>
        </p:nvSpPr>
        <p:spPr>
          <a:xfrm>
            <a:off x="242937" y="243000"/>
            <a:ext cx="8656646" cy="567001"/>
          </a:xfrm>
          <a:prstGeom prst="rect">
            <a:avLst/>
          </a:prstGeom>
          <a:noFill/>
          <a:ln>
            <a:noFill/>
          </a:ln>
        </p:spPr>
        <p:txBody>
          <a:bodyPr spcFirstLastPara="1" wrap="square" lIns="68550" tIns="68550" rIns="68550" bIns="68550" anchor="ctr" anchorCtr="0"/>
          <a:lstStyle>
            <a:lvl1pPr marR="0" lvl="0" algn="l" rtl="0">
              <a:spcBef>
                <a:spcPts val="0"/>
              </a:spcBef>
              <a:spcAft>
                <a:spcPts val="0"/>
              </a:spcAft>
              <a:buClr>
                <a:schemeClr val="accent2"/>
              </a:buClr>
              <a:buSzPts val="2100"/>
              <a:buFont typeface="Arial"/>
              <a:buNone/>
              <a:defRPr sz="2100" b="1" i="0" u="none" strike="noStrike" cap="none">
                <a:solidFill>
                  <a:schemeClr val="accent2"/>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55" name="Shape 155"/>
          <p:cNvSpPr txBox="1">
            <a:spLocks noGrp="1"/>
          </p:cNvSpPr>
          <p:nvPr>
            <p:ph type="body" idx="1"/>
          </p:nvPr>
        </p:nvSpPr>
        <p:spPr>
          <a:xfrm>
            <a:off x="242937" y="1268019"/>
            <a:ext cx="4245994" cy="1290602"/>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56" name="Shape 156"/>
          <p:cNvSpPr txBox="1">
            <a:spLocks noGrp="1"/>
          </p:cNvSpPr>
          <p:nvPr>
            <p:ph type="body" idx="2"/>
          </p:nvPr>
        </p:nvSpPr>
        <p:spPr>
          <a:xfrm>
            <a:off x="4654800" y="1268019"/>
            <a:ext cx="4245994" cy="1290602"/>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57" name="Shape 157"/>
          <p:cNvSpPr>
            <a:spLocks noGrp="1"/>
          </p:cNvSpPr>
          <p:nvPr>
            <p:ph type="pic" idx="3"/>
          </p:nvPr>
        </p:nvSpPr>
        <p:spPr>
          <a:xfrm>
            <a:off x="242937" y="2680123"/>
            <a:ext cx="4245994" cy="1881171"/>
          </a:xfrm>
          <a:prstGeom prst="rect">
            <a:avLst/>
          </a:prstGeom>
          <a:solidFill>
            <a:srgbClr val="F2F2F2"/>
          </a:solidFill>
          <a:ln>
            <a:noFill/>
          </a:ln>
        </p:spPr>
        <p:txBody>
          <a:bodyPr spcFirstLastPara="1" wrap="square" lIns="68550" tIns="68550" rIns="68550" bIns="68550" anchor="t" anchorCtr="0"/>
          <a:lstStyle>
            <a:lvl1pPr marR="0" lvl="0" algn="ctr" rtl="0">
              <a:spcBef>
                <a:spcPts val="1800"/>
              </a:spcBef>
              <a:spcAft>
                <a:spcPts val="0"/>
              </a:spcAft>
              <a:buClr>
                <a:schemeClr val="accent1"/>
              </a:buClr>
              <a:buSzPts val="1200"/>
              <a:buFont typeface="Arial"/>
              <a:buNone/>
              <a:defRPr sz="1500" b="0" i="0" u="none" strike="noStrike" cap="none">
                <a:solidFill>
                  <a:schemeClr val="dk1"/>
                </a:solidFill>
                <a:latin typeface="Arial"/>
                <a:ea typeface="Arial"/>
                <a:cs typeface="Arial"/>
                <a:sym typeface="Arial"/>
              </a:defRPr>
            </a:lvl1pPr>
            <a:lvl2pPr marR="0" lvl="1"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R="0" lvl="2"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R="0" lvl="3"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R="0" lvl="4"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58" name="Shape 158"/>
          <p:cNvSpPr>
            <a:spLocks noGrp="1"/>
          </p:cNvSpPr>
          <p:nvPr>
            <p:ph type="pic" idx="4"/>
          </p:nvPr>
        </p:nvSpPr>
        <p:spPr>
          <a:xfrm>
            <a:off x="4654800" y="2680123"/>
            <a:ext cx="4245994" cy="1881171"/>
          </a:xfrm>
          <a:prstGeom prst="rect">
            <a:avLst/>
          </a:prstGeom>
          <a:solidFill>
            <a:srgbClr val="F2F2F2"/>
          </a:solidFill>
          <a:ln>
            <a:noFill/>
          </a:ln>
        </p:spPr>
        <p:txBody>
          <a:bodyPr spcFirstLastPara="1" wrap="square" lIns="68550" tIns="68550" rIns="68550" bIns="68550" anchor="t" anchorCtr="0"/>
          <a:lstStyle>
            <a:lvl1pPr marR="0" lvl="0" algn="ctr" rtl="0">
              <a:spcBef>
                <a:spcPts val="1800"/>
              </a:spcBef>
              <a:spcAft>
                <a:spcPts val="0"/>
              </a:spcAft>
              <a:buClr>
                <a:schemeClr val="accent1"/>
              </a:buClr>
              <a:buSzPts val="1200"/>
              <a:buFont typeface="Arial"/>
              <a:buNone/>
              <a:defRPr sz="1500" b="0" i="0" u="none" strike="noStrike" cap="none">
                <a:solidFill>
                  <a:schemeClr val="dk1"/>
                </a:solidFill>
                <a:latin typeface="Arial"/>
                <a:ea typeface="Arial"/>
                <a:cs typeface="Arial"/>
                <a:sym typeface="Arial"/>
              </a:defRPr>
            </a:lvl1pPr>
            <a:lvl2pPr marR="0" lvl="1"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R="0" lvl="2"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R="0" lvl="3"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R="0" lvl="4"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ext">
  <p:cSld name="Text">
    <p:bg>
      <p:bgPr>
        <a:solidFill>
          <a:schemeClr val="lt1"/>
        </a:solidFill>
        <a:effectLst/>
      </p:bgPr>
    </p:bg>
    <p:spTree>
      <p:nvGrpSpPr>
        <p:cNvPr id="1" name="Shape 159"/>
        <p:cNvGrpSpPr/>
        <p:nvPr/>
      </p:nvGrpSpPr>
      <p:grpSpPr>
        <a:xfrm>
          <a:off x="0" y="0"/>
          <a:ext cx="0" cy="0"/>
          <a:chOff x="0" y="0"/>
          <a:chExt cx="0" cy="0"/>
        </a:xfrm>
      </p:grpSpPr>
      <p:pic>
        <p:nvPicPr>
          <p:cNvPr id="160" name="Shape 160"/>
          <p:cNvPicPr preferRelativeResize="0"/>
          <p:nvPr/>
        </p:nvPicPr>
        <p:blipFill/>
        <p:spPr>
          <a:xfrm>
            <a:off x="1191" y="1191"/>
            <a:ext cx="1190" cy="1190"/>
          </a:xfrm>
          <a:prstGeom prst="rect">
            <a:avLst/>
          </a:prstGeom>
          <a:solidFill>
            <a:srgbClr val="FFFFFF"/>
          </a:solidFill>
          <a:ln>
            <a:noFill/>
          </a:ln>
        </p:spPr>
      </p:pic>
      <p:sp>
        <p:nvSpPr>
          <p:cNvPr id="161" name="Shape 161"/>
          <p:cNvSpPr txBox="1">
            <a:spLocks noGrp="1"/>
          </p:cNvSpPr>
          <p:nvPr>
            <p:ph type="ctrTitle"/>
          </p:nvPr>
        </p:nvSpPr>
        <p:spPr>
          <a:xfrm>
            <a:off x="242937" y="1349690"/>
            <a:ext cx="8656646" cy="692338"/>
          </a:xfrm>
          <a:prstGeom prst="rect">
            <a:avLst/>
          </a:prstGeom>
          <a:noFill/>
          <a:ln>
            <a:noFill/>
          </a:ln>
        </p:spPr>
        <p:txBody>
          <a:bodyPr spcFirstLastPara="1" wrap="square" lIns="68550" tIns="68550" rIns="68550" bIns="68550" anchor="b" anchorCtr="0"/>
          <a:lstStyle>
            <a:lvl1pPr marR="0" lvl="0" algn="l" rtl="0">
              <a:spcBef>
                <a:spcPts val="0"/>
              </a:spcBef>
              <a:spcAft>
                <a:spcPts val="0"/>
              </a:spcAft>
              <a:buClr>
                <a:schemeClr val="dk1"/>
              </a:buClr>
              <a:buSzPts val="4500"/>
              <a:buFont typeface="Arial"/>
              <a:buNone/>
              <a:defRPr sz="4500" b="1" i="0" u="none" strike="noStrike" cap="none">
                <a:solidFill>
                  <a:schemeClr val="dk1"/>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62" name="Shape 162"/>
          <p:cNvSpPr/>
          <p:nvPr/>
        </p:nvSpPr>
        <p:spPr>
          <a:xfrm>
            <a:off x="130181" y="815828"/>
            <a:ext cx="8852328" cy="243012"/>
          </a:xfrm>
          <a:prstGeom prst="rect">
            <a:avLst/>
          </a:prstGeom>
          <a:solidFill>
            <a:schemeClr val="lt1"/>
          </a:solidFill>
          <a:ln>
            <a:noFill/>
          </a:ln>
        </p:spPr>
        <p:txBody>
          <a:bodyPr spcFirstLastPara="1" wrap="square" lIns="67475" tIns="53975" rIns="67475" bIns="53975" anchor="ctr" anchorCtr="0">
            <a:noAutofit/>
          </a:bodyPr>
          <a:lstStyle/>
          <a:p>
            <a:pPr marL="0" marR="0" lvl="0" indent="0" algn="ctr" rtl="0">
              <a:spcBef>
                <a:spcPts val="0"/>
              </a:spcBef>
              <a:spcAft>
                <a:spcPts val="0"/>
              </a:spcAft>
              <a:buNone/>
            </a:pPr>
            <a:endParaRPr sz="1500">
              <a:solidFill>
                <a:srgbClr val="000000"/>
              </a:solidFill>
              <a:latin typeface="Arial"/>
              <a:ea typeface="Arial"/>
              <a:cs typeface="Arial"/>
              <a:sym typeface="Arial"/>
            </a:endParaRPr>
          </a:p>
        </p:txBody>
      </p:sp>
      <p:sp>
        <p:nvSpPr>
          <p:cNvPr id="163" name="Shape 163"/>
          <p:cNvSpPr/>
          <p:nvPr/>
        </p:nvSpPr>
        <p:spPr>
          <a:xfrm>
            <a:off x="130181" y="815828"/>
            <a:ext cx="8852328" cy="243012"/>
          </a:xfrm>
          <a:prstGeom prst="rect">
            <a:avLst/>
          </a:prstGeom>
          <a:solidFill>
            <a:schemeClr val="lt1"/>
          </a:solidFill>
          <a:ln>
            <a:noFill/>
          </a:ln>
        </p:spPr>
        <p:txBody>
          <a:bodyPr spcFirstLastPara="1" wrap="square" lIns="67475" tIns="53975" rIns="67475" bIns="53975" anchor="ctr" anchorCtr="0">
            <a:noAutofit/>
          </a:bodyPr>
          <a:lstStyle/>
          <a:p>
            <a:pPr marL="0" marR="0" lvl="0" indent="0" algn="ctr" rtl="0">
              <a:spcBef>
                <a:spcPts val="0"/>
              </a:spcBef>
              <a:spcAft>
                <a:spcPts val="0"/>
              </a:spcAft>
              <a:buNone/>
            </a:pPr>
            <a:endParaRPr sz="1500">
              <a:solidFill>
                <a:srgbClr val="000000"/>
              </a:solidFill>
              <a:latin typeface="Arial"/>
              <a:ea typeface="Arial"/>
              <a:cs typeface="Arial"/>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Discussion Panel">
  <p:cSld name="Discussion Panel">
    <p:spTree>
      <p:nvGrpSpPr>
        <p:cNvPr id="1" name="Shape 164"/>
        <p:cNvGrpSpPr/>
        <p:nvPr/>
      </p:nvGrpSpPr>
      <p:grpSpPr>
        <a:xfrm>
          <a:off x="0" y="0"/>
          <a:ext cx="0" cy="0"/>
          <a:chOff x="0" y="0"/>
          <a:chExt cx="0" cy="0"/>
        </a:xfrm>
      </p:grpSpPr>
      <p:pic>
        <p:nvPicPr>
          <p:cNvPr id="165" name="Shape 165"/>
          <p:cNvPicPr preferRelativeResize="0"/>
          <p:nvPr/>
        </p:nvPicPr>
        <p:blipFill/>
        <p:spPr>
          <a:xfrm>
            <a:off x="1191" y="1191"/>
            <a:ext cx="1190" cy="1190"/>
          </a:xfrm>
          <a:prstGeom prst="rect">
            <a:avLst/>
          </a:prstGeom>
          <a:solidFill>
            <a:srgbClr val="FFFFFF"/>
          </a:solidFill>
          <a:ln>
            <a:noFill/>
          </a:ln>
        </p:spPr>
      </p:pic>
      <p:sp>
        <p:nvSpPr>
          <p:cNvPr id="166" name="Shape 166"/>
          <p:cNvSpPr txBox="1">
            <a:spLocks noGrp="1"/>
          </p:cNvSpPr>
          <p:nvPr>
            <p:ph type="title"/>
          </p:nvPr>
        </p:nvSpPr>
        <p:spPr>
          <a:xfrm>
            <a:off x="242937" y="243000"/>
            <a:ext cx="8656646" cy="567001"/>
          </a:xfrm>
          <a:prstGeom prst="rect">
            <a:avLst/>
          </a:prstGeom>
          <a:noFill/>
          <a:ln>
            <a:noFill/>
          </a:ln>
        </p:spPr>
        <p:txBody>
          <a:bodyPr spcFirstLastPara="1" wrap="square" lIns="68550" tIns="68550" rIns="68550" bIns="68550" anchor="ctr" anchorCtr="0"/>
          <a:lstStyle>
            <a:lvl1pPr marR="0" lvl="0" algn="l" rtl="0">
              <a:spcBef>
                <a:spcPts val="0"/>
              </a:spcBef>
              <a:spcAft>
                <a:spcPts val="0"/>
              </a:spcAft>
              <a:buClr>
                <a:schemeClr val="accent2"/>
              </a:buClr>
              <a:buSzPts val="2100"/>
              <a:buFont typeface="Arial"/>
              <a:buNone/>
              <a:defRPr sz="2100" b="1" i="0" u="none" strike="noStrike" cap="none">
                <a:solidFill>
                  <a:schemeClr val="accent2"/>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67" name="Shape 167"/>
          <p:cNvSpPr txBox="1">
            <a:spLocks noGrp="1"/>
          </p:cNvSpPr>
          <p:nvPr>
            <p:ph type="body" idx="1"/>
          </p:nvPr>
        </p:nvSpPr>
        <p:spPr>
          <a:xfrm>
            <a:off x="242937" y="1269003"/>
            <a:ext cx="8656646" cy="2538574"/>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68"/>
        <p:cNvGrpSpPr/>
        <p:nvPr/>
      </p:nvGrpSpPr>
      <p:grpSpPr>
        <a:xfrm>
          <a:off x="0" y="0"/>
          <a:ext cx="0" cy="0"/>
          <a:chOff x="0" y="0"/>
          <a:chExt cx="0" cy="0"/>
        </a:xfrm>
      </p:grpSpPr>
      <p:pic>
        <p:nvPicPr>
          <p:cNvPr id="169" name="Shape 169"/>
          <p:cNvPicPr preferRelativeResize="0"/>
          <p:nvPr/>
        </p:nvPicPr>
        <p:blipFill/>
        <p:spPr>
          <a:xfrm>
            <a:off x="1191" y="1191"/>
            <a:ext cx="1190" cy="1190"/>
          </a:xfrm>
          <a:prstGeom prst="rect">
            <a:avLst/>
          </a:prstGeom>
          <a:solidFill>
            <a:srgbClr val="FFFFFF"/>
          </a:solidFill>
          <a:ln>
            <a:noFill/>
          </a:ln>
        </p:spPr>
      </p:pic>
      <p:sp>
        <p:nvSpPr>
          <p:cNvPr id="170" name="Shape 170"/>
          <p:cNvSpPr/>
          <p:nvPr/>
        </p:nvSpPr>
        <p:spPr>
          <a:xfrm>
            <a:off x="242937" y="0"/>
            <a:ext cx="8656646" cy="121501"/>
          </a:xfrm>
          <a:prstGeom prst="rect">
            <a:avLst/>
          </a:prstGeom>
          <a:solidFill>
            <a:schemeClr val="accent1"/>
          </a:solidFill>
          <a:ln>
            <a:noFill/>
          </a:ln>
        </p:spPr>
        <p:txBody>
          <a:bodyPr spcFirstLastPara="1" wrap="square" lIns="80350" tIns="64275" rIns="80350" bIns="64275" anchor="ctr" anchorCtr="0">
            <a:noAutofit/>
          </a:bodyPr>
          <a:lstStyle/>
          <a:p>
            <a:pPr marL="0" marR="0" lvl="0" indent="0" algn="ctr" rtl="0">
              <a:spcBef>
                <a:spcPts val="0"/>
              </a:spcBef>
              <a:spcAft>
                <a:spcPts val="0"/>
              </a:spcAft>
              <a:buNone/>
            </a:pPr>
            <a:endParaRPr sz="1400">
              <a:solidFill>
                <a:srgbClr val="000000"/>
              </a:solidFill>
              <a:latin typeface="Arial"/>
              <a:ea typeface="Arial"/>
              <a:cs typeface="Arial"/>
              <a:sym typeface="Arial"/>
            </a:endParaRPr>
          </a:p>
        </p:txBody>
      </p:sp>
      <p:sp>
        <p:nvSpPr>
          <p:cNvPr id="171" name="Shape 171"/>
          <p:cNvSpPr/>
          <p:nvPr/>
        </p:nvSpPr>
        <p:spPr>
          <a:xfrm>
            <a:off x="130181" y="815828"/>
            <a:ext cx="8852328" cy="243012"/>
          </a:xfrm>
          <a:prstGeom prst="rect">
            <a:avLst/>
          </a:prstGeom>
          <a:solidFill>
            <a:schemeClr val="lt1"/>
          </a:solidFill>
          <a:ln>
            <a:noFill/>
          </a:ln>
        </p:spPr>
        <p:txBody>
          <a:bodyPr spcFirstLastPara="1" wrap="square" lIns="67475" tIns="53975" rIns="67475" bIns="53975" anchor="ctr" anchorCtr="0">
            <a:noAutofit/>
          </a:bodyPr>
          <a:lstStyle/>
          <a:p>
            <a:pPr marL="0" marR="0" lvl="0" indent="0" algn="ctr" rtl="0">
              <a:spcBef>
                <a:spcPts val="0"/>
              </a:spcBef>
              <a:spcAft>
                <a:spcPts val="0"/>
              </a:spcAft>
              <a:buNone/>
            </a:pPr>
            <a:endParaRPr sz="1500">
              <a:solidFill>
                <a:srgbClr val="000000"/>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1_Discussion Panel">
  <p:cSld name="1_Discussion Panel">
    <p:spTree>
      <p:nvGrpSpPr>
        <p:cNvPr id="1" name="Shape 172"/>
        <p:cNvGrpSpPr/>
        <p:nvPr/>
      </p:nvGrpSpPr>
      <p:grpSpPr>
        <a:xfrm>
          <a:off x="0" y="0"/>
          <a:ext cx="0" cy="0"/>
          <a:chOff x="0" y="0"/>
          <a:chExt cx="0" cy="0"/>
        </a:xfrm>
      </p:grpSpPr>
      <p:sp>
        <p:nvSpPr>
          <p:cNvPr id="173" name="Shape 173"/>
          <p:cNvSpPr txBox="1">
            <a:spLocks noGrp="1"/>
          </p:cNvSpPr>
          <p:nvPr>
            <p:ph type="title"/>
          </p:nvPr>
        </p:nvSpPr>
        <p:spPr>
          <a:xfrm>
            <a:off x="242937" y="243000"/>
            <a:ext cx="8656646" cy="567001"/>
          </a:xfrm>
          <a:prstGeom prst="rect">
            <a:avLst/>
          </a:prstGeom>
          <a:noFill/>
          <a:ln>
            <a:noFill/>
          </a:ln>
        </p:spPr>
        <p:txBody>
          <a:bodyPr spcFirstLastPara="1" wrap="square" lIns="68550" tIns="68550" rIns="68550" bIns="68550" anchor="ctr" anchorCtr="0"/>
          <a:lstStyle>
            <a:lvl1pPr marR="0" lvl="0" algn="l" rtl="0">
              <a:spcBef>
                <a:spcPts val="0"/>
              </a:spcBef>
              <a:spcAft>
                <a:spcPts val="0"/>
              </a:spcAft>
              <a:buClr>
                <a:schemeClr val="accent2"/>
              </a:buClr>
              <a:buSzPts val="2100"/>
              <a:buFont typeface="Arial"/>
              <a:buNone/>
              <a:defRPr sz="2100" b="1" i="0" u="none" strike="noStrike" cap="none">
                <a:solidFill>
                  <a:schemeClr val="accent2"/>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74" name="Shape 174"/>
          <p:cNvSpPr txBox="1">
            <a:spLocks noGrp="1"/>
          </p:cNvSpPr>
          <p:nvPr>
            <p:ph type="body" idx="1"/>
          </p:nvPr>
        </p:nvSpPr>
        <p:spPr>
          <a:xfrm>
            <a:off x="242937" y="1269003"/>
            <a:ext cx="8656646" cy="2538574"/>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Contact / Thank You">
  <p:cSld name="Contact / Thank You">
    <p:bg>
      <p:bgPr>
        <a:solidFill>
          <a:schemeClr val="lt1"/>
        </a:solidFill>
        <a:effectLst/>
      </p:bgPr>
    </p:bg>
    <p:spTree>
      <p:nvGrpSpPr>
        <p:cNvPr id="1" name="Shape 175"/>
        <p:cNvGrpSpPr/>
        <p:nvPr/>
      </p:nvGrpSpPr>
      <p:grpSpPr>
        <a:xfrm>
          <a:off x="0" y="0"/>
          <a:ext cx="0" cy="0"/>
          <a:chOff x="0" y="0"/>
          <a:chExt cx="0" cy="0"/>
        </a:xfrm>
      </p:grpSpPr>
      <p:pic>
        <p:nvPicPr>
          <p:cNvPr id="176" name="Shape 176"/>
          <p:cNvPicPr preferRelativeResize="0"/>
          <p:nvPr/>
        </p:nvPicPr>
        <p:blipFill/>
        <p:spPr>
          <a:xfrm>
            <a:off x="1191" y="1191"/>
            <a:ext cx="1190" cy="1190"/>
          </a:xfrm>
          <a:prstGeom prst="rect">
            <a:avLst/>
          </a:prstGeom>
          <a:solidFill>
            <a:srgbClr val="FFFFFF"/>
          </a:solidFill>
          <a:ln>
            <a:noFill/>
          </a:ln>
        </p:spPr>
      </p:pic>
      <p:sp>
        <p:nvSpPr>
          <p:cNvPr id="177" name="Shape 177"/>
          <p:cNvSpPr txBox="1">
            <a:spLocks noGrp="1"/>
          </p:cNvSpPr>
          <p:nvPr>
            <p:ph type="ctrTitle"/>
          </p:nvPr>
        </p:nvSpPr>
        <p:spPr>
          <a:xfrm>
            <a:off x="242937" y="1833303"/>
            <a:ext cx="5398594" cy="692338"/>
          </a:xfrm>
          <a:prstGeom prst="rect">
            <a:avLst/>
          </a:prstGeom>
          <a:noFill/>
          <a:ln>
            <a:noFill/>
          </a:ln>
        </p:spPr>
        <p:txBody>
          <a:bodyPr spcFirstLastPara="1" wrap="square" lIns="68550" tIns="68550" rIns="68550" bIns="68550" anchor="t" anchorCtr="0"/>
          <a:lstStyle>
            <a:lvl1pPr marR="0" lvl="0" algn="l" rtl="0">
              <a:spcBef>
                <a:spcPts val="0"/>
              </a:spcBef>
              <a:spcAft>
                <a:spcPts val="0"/>
              </a:spcAft>
              <a:buClr>
                <a:schemeClr val="dk1"/>
              </a:buClr>
              <a:buSzPts val="4500"/>
              <a:buFont typeface="Arial"/>
              <a:buNone/>
              <a:defRPr sz="4500" b="1" i="0" u="none" strike="noStrike" cap="none">
                <a:solidFill>
                  <a:schemeClr val="dk1"/>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78" name="Shape 178"/>
          <p:cNvSpPr/>
          <p:nvPr/>
        </p:nvSpPr>
        <p:spPr>
          <a:xfrm>
            <a:off x="242937" y="0"/>
            <a:ext cx="8656646" cy="121501"/>
          </a:xfrm>
          <a:prstGeom prst="rect">
            <a:avLst/>
          </a:prstGeom>
          <a:solidFill>
            <a:schemeClr val="accent1"/>
          </a:solidFill>
          <a:ln>
            <a:noFill/>
          </a:ln>
        </p:spPr>
        <p:txBody>
          <a:bodyPr spcFirstLastPara="1" wrap="square" lIns="80350" tIns="64275" rIns="80350" bIns="64275" anchor="ctr" anchorCtr="0">
            <a:noAutofit/>
          </a:bodyPr>
          <a:lstStyle/>
          <a:p>
            <a:pPr marL="0" marR="0" lvl="0" indent="0" algn="ctr" rtl="0">
              <a:spcBef>
                <a:spcPts val="0"/>
              </a:spcBef>
              <a:spcAft>
                <a:spcPts val="0"/>
              </a:spcAft>
              <a:buNone/>
            </a:pPr>
            <a:endParaRPr sz="1400">
              <a:solidFill>
                <a:srgbClr val="000000"/>
              </a:solidFill>
              <a:latin typeface="Arial"/>
              <a:ea typeface="Arial"/>
              <a:cs typeface="Arial"/>
              <a:sym typeface="Arial"/>
            </a:endParaRPr>
          </a:p>
        </p:txBody>
      </p:sp>
      <p:pic>
        <p:nvPicPr>
          <p:cNvPr id="179" name="Shape 179"/>
          <p:cNvPicPr preferRelativeResize="0"/>
          <p:nvPr/>
        </p:nvPicPr>
        <p:blipFill rotWithShape="1">
          <a:blip r:embed="rId2">
            <a:alphaModFix/>
          </a:blip>
          <a:srcRect/>
          <a:stretch/>
        </p:blipFill>
        <p:spPr>
          <a:xfrm>
            <a:off x="244014" y="358973"/>
            <a:ext cx="1374780" cy="680223"/>
          </a:xfrm>
          <a:prstGeom prst="rect">
            <a:avLst/>
          </a:prstGeom>
          <a:noFill/>
          <a:ln>
            <a:noFill/>
          </a:ln>
        </p:spPr>
      </p:pic>
      <p:sp>
        <p:nvSpPr>
          <p:cNvPr id="180" name="Shape 180"/>
          <p:cNvSpPr txBox="1">
            <a:spLocks noGrp="1"/>
          </p:cNvSpPr>
          <p:nvPr>
            <p:ph type="body" idx="1"/>
          </p:nvPr>
        </p:nvSpPr>
        <p:spPr>
          <a:xfrm>
            <a:off x="242937" y="3176617"/>
            <a:ext cx="8656646" cy="1384676"/>
          </a:xfrm>
          <a:prstGeom prst="rect">
            <a:avLst/>
          </a:prstGeom>
          <a:noFill/>
          <a:ln>
            <a:noFill/>
          </a:ln>
        </p:spPr>
        <p:txBody>
          <a:bodyPr spcFirstLastPara="1" wrap="square" lIns="68550" tIns="68550" rIns="68550" bIns="68550" anchor="b" anchorCtr="0"/>
          <a:lstStyle>
            <a:lvl1pPr marL="457200" marR="0" lvl="0" indent="-228600" algn="l" rtl="0">
              <a:spcBef>
                <a:spcPts val="0"/>
              </a:spcBef>
              <a:spcAft>
                <a:spcPts val="0"/>
              </a:spcAft>
              <a:buClr>
                <a:schemeClr val="accent1"/>
              </a:buClr>
              <a:buSzPts val="1200"/>
              <a:buFont typeface="Arial"/>
              <a:buNone/>
              <a:defRPr sz="1500" b="0"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opyright german">
  <p:cSld name="Copyright german">
    <p:bg>
      <p:bgPr>
        <a:solidFill>
          <a:schemeClr val="lt1"/>
        </a:solidFill>
        <a:effectLst/>
      </p:bgPr>
    </p:bg>
    <p:spTree>
      <p:nvGrpSpPr>
        <p:cNvPr id="1" name="Shape 181"/>
        <p:cNvGrpSpPr/>
        <p:nvPr/>
      </p:nvGrpSpPr>
      <p:grpSpPr>
        <a:xfrm>
          <a:off x="0" y="0"/>
          <a:ext cx="0" cy="0"/>
          <a:chOff x="0" y="0"/>
          <a:chExt cx="0" cy="0"/>
        </a:xfrm>
      </p:grpSpPr>
      <p:pic>
        <p:nvPicPr>
          <p:cNvPr id="182" name="Shape 182"/>
          <p:cNvPicPr preferRelativeResize="0"/>
          <p:nvPr/>
        </p:nvPicPr>
        <p:blipFill/>
        <p:spPr>
          <a:xfrm>
            <a:off x="1191" y="1191"/>
            <a:ext cx="1190" cy="1190"/>
          </a:xfrm>
          <a:prstGeom prst="rect">
            <a:avLst/>
          </a:prstGeom>
          <a:solidFill>
            <a:srgbClr val="FFFFFF"/>
          </a:solidFill>
          <a:ln>
            <a:noFill/>
          </a:ln>
        </p:spPr>
      </p:pic>
      <p:sp>
        <p:nvSpPr>
          <p:cNvPr id="183" name="Shape 183"/>
          <p:cNvSpPr txBox="1"/>
          <p:nvPr/>
        </p:nvSpPr>
        <p:spPr>
          <a:xfrm>
            <a:off x="242937" y="243000"/>
            <a:ext cx="8658238" cy="56700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de" sz="2200" b="1" dirty="0">
                <a:solidFill>
                  <a:srgbClr val="666666"/>
                </a:solidFill>
                <a:latin typeface="Arial"/>
                <a:ea typeface="Arial"/>
                <a:cs typeface="Arial"/>
                <a:sym typeface="Arial"/>
              </a:rPr>
              <a:t>© </a:t>
            </a:r>
            <a:r>
              <a:rPr lang="de" sz="2200" b="1" dirty="0" smtClean="0">
                <a:solidFill>
                  <a:srgbClr val="666666"/>
                </a:solidFill>
                <a:latin typeface="Arial"/>
                <a:ea typeface="Arial"/>
                <a:cs typeface="Arial"/>
                <a:sym typeface="Arial"/>
              </a:rPr>
              <a:t>2018 </a:t>
            </a:r>
            <a:r>
              <a:rPr lang="de" sz="2200" b="1" dirty="0">
                <a:solidFill>
                  <a:srgbClr val="666666"/>
                </a:solidFill>
                <a:latin typeface="Arial"/>
                <a:ea typeface="Arial"/>
                <a:cs typeface="Arial"/>
                <a:sym typeface="Arial"/>
              </a:rPr>
              <a:t>SAP SE oder ein SAP-Konzernunternehmen. </a:t>
            </a:r>
            <a:br>
              <a:rPr lang="de" sz="2200" b="1" dirty="0">
                <a:solidFill>
                  <a:srgbClr val="666666"/>
                </a:solidFill>
                <a:latin typeface="Arial"/>
                <a:ea typeface="Arial"/>
                <a:cs typeface="Arial"/>
                <a:sym typeface="Arial"/>
              </a:rPr>
            </a:br>
            <a:r>
              <a:rPr lang="de" sz="2200" b="1" dirty="0">
                <a:solidFill>
                  <a:srgbClr val="666666"/>
                </a:solidFill>
                <a:latin typeface="Arial"/>
                <a:ea typeface="Arial"/>
                <a:cs typeface="Arial"/>
                <a:sym typeface="Arial"/>
              </a:rPr>
              <a:t>Alle Rechte vorbehalten.</a:t>
            </a:r>
            <a:endParaRPr sz="1000" dirty="0"/>
          </a:p>
        </p:txBody>
      </p:sp>
      <p:sp>
        <p:nvSpPr>
          <p:cNvPr id="184" name="Shape 184"/>
          <p:cNvSpPr txBox="1"/>
          <p:nvPr/>
        </p:nvSpPr>
        <p:spPr>
          <a:xfrm>
            <a:off x="242936" y="1268709"/>
            <a:ext cx="8658239" cy="320783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de" sz="900">
                <a:solidFill>
                  <a:srgbClr val="000000"/>
                </a:solidFill>
                <a:latin typeface="Arial"/>
                <a:ea typeface="Arial"/>
                <a:cs typeface="Arial"/>
                <a:sym typeface="Arial"/>
              </a:rPr>
              <a:t>Weitergabe und Vervielfältigung dieser Publikation oder von Teilen daraus sind, zu welchem Zweck und in welcher Form auch immer, ohne die ausdrückliche schriftliche Genehmigung durch SAP SE oder ein SAP-Konzernunternehmen nicht gestattet.</a:t>
            </a:r>
            <a:endParaRPr sz="1000"/>
          </a:p>
          <a:p>
            <a:pPr marL="0" marR="0" lvl="0" indent="0" algn="l" rtl="0">
              <a:spcBef>
                <a:spcPts val="900"/>
              </a:spcBef>
              <a:spcAft>
                <a:spcPts val="0"/>
              </a:spcAft>
              <a:buNone/>
            </a:pPr>
            <a:r>
              <a:rPr lang="de" sz="900">
                <a:solidFill>
                  <a:srgbClr val="000000"/>
                </a:solidFill>
                <a:latin typeface="Arial"/>
                <a:ea typeface="Arial"/>
                <a:cs typeface="Arial"/>
                <a:sym typeface="Arial"/>
              </a:rPr>
              <a:t>SAP und andere in diesem Dokument erwähnte Produkte und Dienstleistungen von SAP sowie die dazugehörigen Logos sind Marken oder eingetragene Marken der </a:t>
            </a:r>
            <a:br>
              <a:rPr lang="de" sz="900">
                <a:solidFill>
                  <a:srgbClr val="000000"/>
                </a:solidFill>
                <a:latin typeface="Arial"/>
                <a:ea typeface="Arial"/>
                <a:cs typeface="Arial"/>
                <a:sym typeface="Arial"/>
              </a:rPr>
            </a:br>
            <a:r>
              <a:rPr lang="de" sz="900">
                <a:solidFill>
                  <a:srgbClr val="000000"/>
                </a:solidFill>
                <a:latin typeface="Arial"/>
                <a:ea typeface="Arial"/>
                <a:cs typeface="Arial"/>
                <a:sym typeface="Arial"/>
              </a:rPr>
              <a:t>SAP SE (oder von einem SAP-Konzernunternehmen) in Deutschland und verschiedenen anderen Ländern weltweit. </a:t>
            </a:r>
            <a:br>
              <a:rPr lang="de" sz="900">
                <a:solidFill>
                  <a:srgbClr val="000000"/>
                </a:solidFill>
                <a:latin typeface="Arial"/>
                <a:ea typeface="Arial"/>
                <a:cs typeface="Arial"/>
                <a:sym typeface="Arial"/>
              </a:rPr>
            </a:br>
            <a:r>
              <a:rPr lang="de" sz="900">
                <a:solidFill>
                  <a:srgbClr val="000000"/>
                </a:solidFill>
                <a:latin typeface="Arial"/>
                <a:ea typeface="Arial"/>
                <a:cs typeface="Arial"/>
                <a:sym typeface="Arial"/>
              </a:rPr>
              <a:t>Weitere Hinweise und Informationen zum Markenrecht finden Sie unter </a:t>
            </a:r>
            <a:r>
              <a:rPr lang="de" sz="900" u="sng">
                <a:solidFill>
                  <a:schemeClr val="hlink"/>
                </a:solidFill>
                <a:latin typeface="Arial"/>
                <a:ea typeface="Arial"/>
                <a:cs typeface="Arial"/>
                <a:sym typeface="Arial"/>
                <a:hlinkClick r:id="rId2"/>
              </a:rPr>
              <a:t>http://global.sap.com/corporate-de/legal/copyright/index.epx</a:t>
            </a:r>
            <a:r>
              <a:rPr lang="de" sz="900">
                <a:solidFill>
                  <a:srgbClr val="000000"/>
                </a:solidFill>
                <a:latin typeface="Arial"/>
                <a:ea typeface="Arial"/>
                <a:cs typeface="Arial"/>
                <a:sym typeface="Arial"/>
              </a:rPr>
              <a:t>.</a:t>
            </a:r>
            <a:endParaRPr sz="1000"/>
          </a:p>
          <a:p>
            <a:pPr marL="0" marR="0" lvl="0" indent="0" algn="l" rtl="0">
              <a:spcBef>
                <a:spcPts val="900"/>
              </a:spcBef>
              <a:spcAft>
                <a:spcPts val="0"/>
              </a:spcAft>
              <a:buNone/>
            </a:pPr>
            <a:r>
              <a:rPr lang="de" sz="900">
                <a:solidFill>
                  <a:srgbClr val="000000"/>
                </a:solidFill>
                <a:latin typeface="Arial"/>
                <a:ea typeface="Arial"/>
                <a:cs typeface="Arial"/>
                <a:sym typeface="Arial"/>
              </a:rPr>
              <a:t>Die von SAP SE oder deren Vertriebsfirmen angebotenen Softwareprodukte können Softwarekomponenten auch anderer Softwarehersteller enthalten.</a:t>
            </a:r>
            <a:endParaRPr sz="1000"/>
          </a:p>
          <a:p>
            <a:pPr marL="0" marR="0" lvl="0" indent="0" algn="l" rtl="0">
              <a:spcBef>
                <a:spcPts val="900"/>
              </a:spcBef>
              <a:spcAft>
                <a:spcPts val="0"/>
              </a:spcAft>
              <a:buNone/>
            </a:pPr>
            <a:r>
              <a:rPr lang="de" sz="900">
                <a:solidFill>
                  <a:srgbClr val="000000"/>
                </a:solidFill>
                <a:latin typeface="Arial"/>
                <a:ea typeface="Arial"/>
                <a:cs typeface="Arial"/>
                <a:sym typeface="Arial"/>
              </a:rPr>
              <a:t>Produkte können länderspezifische Unterschiede aufweisen.</a:t>
            </a:r>
            <a:endParaRPr sz="1000"/>
          </a:p>
          <a:p>
            <a:pPr marL="0" marR="0" lvl="0" indent="0" algn="l" rtl="0">
              <a:spcBef>
                <a:spcPts val="900"/>
              </a:spcBef>
              <a:spcAft>
                <a:spcPts val="0"/>
              </a:spcAft>
              <a:buNone/>
            </a:pPr>
            <a:r>
              <a:rPr lang="de" sz="900">
                <a:solidFill>
                  <a:srgbClr val="000000"/>
                </a:solidFill>
                <a:latin typeface="Arial"/>
                <a:ea typeface="Arial"/>
                <a:cs typeface="Arial"/>
                <a:sym typeface="Arial"/>
              </a:rPr>
              <a:t>Die vorliegenden Unterlagen werden von der SAP SE oder einem SAP-Konzernunternehmen bereitgestellt und dienen ausschließlich zu Informationszwecken. </a:t>
            </a:r>
            <a:br>
              <a:rPr lang="de" sz="900">
                <a:solidFill>
                  <a:srgbClr val="000000"/>
                </a:solidFill>
                <a:latin typeface="Arial"/>
                <a:ea typeface="Arial"/>
                <a:cs typeface="Arial"/>
                <a:sym typeface="Arial"/>
              </a:rPr>
            </a:br>
            <a:r>
              <a:rPr lang="de" sz="900">
                <a:solidFill>
                  <a:srgbClr val="000000"/>
                </a:solidFill>
                <a:latin typeface="Arial"/>
                <a:ea typeface="Arial"/>
                <a:cs typeface="Arial"/>
                <a:sym typeface="Arial"/>
              </a:rPr>
              <a:t>Die SAP SE oder ihre Konzernunternehmen übernehmen keinerlei Haftung oder Gewährleistung für Fehler oder Unvollständigkeiten in  dieser Publikation. </a:t>
            </a:r>
            <a:br>
              <a:rPr lang="de" sz="900">
                <a:solidFill>
                  <a:srgbClr val="000000"/>
                </a:solidFill>
                <a:latin typeface="Arial"/>
                <a:ea typeface="Arial"/>
                <a:cs typeface="Arial"/>
                <a:sym typeface="Arial"/>
              </a:rPr>
            </a:br>
            <a:r>
              <a:rPr lang="de" sz="900">
                <a:solidFill>
                  <a:srgbClr val="000000"/>
                </a:solidFill>
                <a:latin typeface="Arial"/>
                <a:ea typeface="Arial"/>
                <a:cs typeface="Arial"/>
                <a:sym typeface="Arial"/>
              </a:rPr>
              <a:t>Die SAP SE 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endParaRPr sz="1000"/>
          </a:p>
          <a:p>
            <a:pPr marL="0" marR="0" lvl="0" indent="0" algn="l" rtl="0">
              <a:spcBef>
                <a:spcPts val="900"/>
              </a:spcBef>
              <a:spcAft>
                <a:spcPts val="0"/>
              </a:spcAft>
              <a:buNone/>
            </a:pPr>
            <a:r>
              <a:rPr lang="de" sz="900">
                <a:solidFill>
                  <a:srgbClr val="000000"/>
                </a:solidFill>
                <a:latin typeface="Arial"/>
                <a:ea typeface="Arial"/>
                <a:cs typeface="Arial"/>
                <a:sym typeface="Arial"/>
              </a:rPr>
              <a:t>Insbesondere sind die SAP SE oder ihre Konzernunternehmen in keiner Weise verpflichtet, in dieser Publikation oder einer zugehörigen Präsentation dargestellte Geschäftsabläufe zu verfolgen oder hierin wiedergegebene Funktionen zu entwickeln oder zu veröffentlichen. Diese Publikation oder eine zugehörige Präsentation, </a:t>
            </a:r>
            <a:br>
              <a:rPr lang="de" sz="900">
                <a:solidFill>
                  <a:srgbClr val="000000"/>
                </a:solidFill>
                <a:latin typeface="Arial"/>
                <a:ea typeface="Arial"/>
                <a:cs typeface="Arial"/>
                <a:sym typeface="Arial"/>
              </a:rPr>
            </a:br>
            <a:r>
              <a:rPr lang="de" sz="900">
                <a:solidFill>
                  <a:srgbClr val="000000"/>
                </a:solidFill>
                <a:latin typeface="Arial"/>
                <a:ea typeface="Arial"/>
                <a:cs typeface="Arial"/>
                <a:sym typeface="Arial"/>
              </a:rPr>
              <a:t>die Strategie und etwaige künftige Entwicklungen, Produkte und/oder Plattformen der SAP SE oder ihrer Konzernunternehmen können von der SAP SE oder ihren Konzernunternehmen jederzeit und ohne Angabe von Gründen unangekündigt geändert werden. </a:t>
            </a:r>
            <a:br>
              <a:rPr lang="de" sz="900">
                <a:solidFill>
                  <a:srgbClr val="000000"/>
                </a:solidFill>
                <a:latin typeface="Arial"/>
                <a:ea typeface="Arial"/>
                <a:cs typeface="Arial"/>
                <a:sym typeface="Arial"/>
              </a:rPr>
            </a:br>
            <a:r>
              <a:rPr lang="de" sz="900">
                <a:solidFill>
                  <a:srgbClr val="000000"/>
                </a:solidFill>
                <a:latin typeface="Arial"/>
                <a:ea typeface="Arial"/>
                <a:cs typeface="Arial"/>
                <a:sym typeface="Arial"/>
              </a:rPr>
              <a:t>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die tatsächlichen Ergebnisse von den Erwartungen abweichen können. Die vorausschauenden Aussagen geben die Sicht zu dem Zeitpunkt wieder, zu dem sie getätigt wurden. Dem Leser wird empfohlen, diesen Aussagen kein übertriebenes Vertrauen zu schenken und sich bei Kaufentscheidungen nicht auf sie zu stützen.</a:t>
            </a:r>
            <a:endParaRPr sz="10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Shape 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Shape 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spcBef>
                <a:spcPts val="0"/>
              </a:spcBef>
              <a:spcAft>
                <a:spcPts val="0"/>
              </a:spcAft>
              <a:buNone/>
            </a:pPr>
            <a:fld id="{00000000-1234-1234-1234-123412341234}" type="slidenum">
              <a:rPr lang="de"/>
              <a:t>‹Nr.›</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pic>
        <p:nvPicPr>
          <p:cNvPr id="51" name="Shape 51"/>
          <p:cNvPicPr preferRelativeResize="0"/>
          <p:nvPr/>
        </p:nvPicPr>
        <p:blipFill/>
        <p:spPr>
          <a:xfrm>
            <a:off x="1191" y="1191"/>
            <a:ext cx="1190" cy="1190"/>
          </a:xfrm>
          <a:prstGeom prst="rect">
            <a:avLst/>
          </a:prstGeom>
          <a:solidFill>
            <a:srgbClr val="FFFFFF"/>
          </a:solidFill>
          <a:ln>
            <a:noFill/>
          </a:ln>
        </p:spPr>
      </p:pic>
      <p:sp>
        <p:nvSpPr>
          <p:cNvPr id="52" name="Shape 52"/>
          <p:cNvSpPr txBox="1">
            <a:spLocks noGrp="1"/>
          </p:cNvSpPr>
          <p:nvPr>
            <p:ph type="title"/>
          </p:nvPr>
        </p:nvSpPr>
        <p:spPr>
          <a:xfrm>
            <a:off x="242937" y="243000"/>
            <a:ext cx="8656646" cy="567001"/>
          </a:xfrm>
          <a:prstGeom prst="rect">
            <a:avLst/>
          </a:prstGeom>
          <a:noFill/>
          <a:ln>
            <a:noFill/>
          </a:ln>
        </p:spPr>
        <p:txBody>
          <a:bodyPr spcFirstLastPara="1" wrap="square" lIns="68550" tIns="68550" rIns="68550" bIns="68550" anchor="ctr" anchorCtr="0"/>
          <a:lstStyle>
            <a:lvl1pPr marR="0" lvl="0" algn="l" rtl="0">
              <a:spcBef>
                <a:spcPts val="0"/>
              </a:spcBef>
              <a:spcAft>
                <a:spcPts val="0"/>
              </a:spcAft>
              <a:buClr>
                <a:schemeClr val="accent2"/>
              </a:buClr>
              <a:buSzPts val="2100"/>
              <a:buFont typeface="Arial"/>
              <a:buNone/>
              <a:defRPr sz="2100" b="1" i="0" u="none" strike="noStrike" cap="none">
                <a:solidFill>
                  <a:schemeClr val="accent2"/>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53" name="Shape 53"/>
          <p:cNvSpPr txBox="1">
            <a:spLocks noGrp="1"/>
          </p:cNvSpPr>
          <p:nvPr>
            <p:ph type="body" idx="1"/>
          </p:nvPr>
        </p:nvSpPr>
        <p:spPr>
          <a:xfrm>
            <a:off x="242937" y="1268018"/>
            <a:ext cx="8656646" cy="3293275"/>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4" name="Shape 54"/>
          <p:cNvSpPr/>
          <p:nvPr/>
        </p:nvSpPr>
        <p:spPr>
          <a:xfrm>
            <a:off x="242937" y="0"/>
            <a:ext cx="8656646" cy="121501"/>
          </a:xfrm>
          <a:prstGeom prst="rect">
            <a:avLst/>
          </a:prstGeom>
          <a:solidFill>
            <a:schemeClr val="accent1"/>
          </a:solidFill>
          <a:ln>
            <a:noFill/>
          </a:ln>
        </p:spPr>
        <p:txBody>
          <a:bodyPr spcFirstLastPara="1" wrap="square" lIns="80350" tIns="64275" rIns="80350" bIns="64275" anchor="ctr" anchorCtr="0">
            <a:noAutofit/>
          </a:bodyPr>
          <a:lstStyle/>
          <a:p>
            <a:pPr marL="0" marR="0" lvl="0" indent="0" algn="ctr" rtl="0">
              <a:spcBef>
                <a:spcPts val="0"/>
              </a:spcBef>
              <a:spcAft>
                <a:spcPts val="0"/>
              </a:spcAft>
              <a:buNone/>
            </a:pPr>
            <a:endParaRPr sz="1400" b="0" i="0" u="none" strike="noStrike" cap="none">
              <a:solidFill>
                <a:srgbClr val="000000"/>
              </a:solidFill>
              <a:latin typeface="Arial"/>
              <a:ea typeface="Arial"/>
              <a:cs typeface="Arial"/>
              <a:sym typeface="Arial"/>
            </a:endParaRPr>
          </a:p>
        </p:txBody>
      </p:sp>
      <p:cxnSp>
        <p:nvCxnSpPr>
          <p:cNvPr id="55" name="Shape 55"/>
          <p:cNvCxnSpPr/>
          <p:nvPr/>
        </p:nvCxnSpPr>
        <p:spPr>
          <a:xfrm>
            <a:off x="242937" y="923402"/>
            <a:ext cx="8656646" cy="0"/>
          </a:xfrm>
          <a:prstGeom prst="straightConnector1">
            <a:avLst/>
          </a:prstGeom>
          <a:noFill/>
          <a:ln w="9525" cap="flat" cmpd="sng">
            <a:solidFill>
              <a:schemeClr val="accent2"/>
            </a:solidFill>
            <a:prstDash val="solid"/>
            <a:round/>
            <a:headEnd type="none" w="sm" len="sm"/>
            <a:tailEnd type="none" w="sm" len="sm"/>
          </a:ln>
        </p:spPr>
      </p:cxnSp>
      <p:sp>
        <p:nvSpPr>
          <p:cNvPr id="56" name="Shape 56"/>
          <p:cNvSpPr/>
          <p:nvPr/>
        </p:nvSpPr>
        <p:spPr>
          <a:xfrm>
            <a:off x="242937" y="4901813"/>
            <a:ext cx="8656646" cy="243000"/>
          </a:xfrm>
          <a:prstGeom prst="rect">
            <a:avLst/>
          </a:prstGeom>
          <a:solidFill>
            <a:schemeClr val="dk1"/>
          </a:solidFill>
          <a:ln>
            <a:noFill/>
          </a:ln>
        </p:spPr>
        <p:txBody>
          <a:bodyPr spcFirstLastPara="1" wrap="square" lIns="80350" tIns="64275" rIns="80350" bIns="64275" anchor="ctr" anchorCtr="0">
            <a:noAutofit/>
          </a:bodyPr>
          <a:lstStyle/>
          <a:p>
            <a:pPr marL="0" marR="0" lvl="0" indent="0" algn="ctr" rtl="0">
              <a:spcBef>
                <a:spcPts val="0"/>
              </a:spcBef>
              <a:spcAft>
                <a:spcPts val="0"/>
              </a:spcAft>
              <a:buNone/>
            </a:pPr>
            <a:endParaRPr sz="700" b="0" i="0" u="none" strike="noStrike" cap="none">
              <a:solidFill>
                <a:srgbClr val="000000"/>
              </a:solidFill>
              <a:latin typeface="Arial"/>
              <a:ea typeface="Arial"/>
              <a:cs typeface="Arial"/>
              <a:sym typeface="Arial"/>
            </a:endParaRPr>
          </a:p>
        </p:txBody>
      </p:sp>
      <p:sp>
        <p:nvSpPr>
          <p:cNvPr id="57" name="Shape 57"/>
          <p:cNvSpPr txBox="1"/>
          <p:nvPr/>
        </p:nvSpPr>
        <p:spPr>
          <a:xfrm>
            <a:off x="242937" y="4971388"/>
            <a:ext cx="3349770" cy="103850"/>
          </a:xfrm>
          <a:prstGeom prst="rect">
            <a:avLst/>
          </a:prstGeom>
          <a:noFill/>
          <a:ln>
            <a:noFill/>
          </a:ln>
        </p:spPr>
        <p:txBody>
          <a:bodyPr spcFirstLastPara="1" wrap="square" lIns="64275" tIns="0" rIns="0" bIns="0" anchor="t" anchorCtr="0">
            <a:noAutofit/>
          </a:bodyPr>
          <a:lstStyle/>
          <a:p>
            <a:pPr marL="101600" marR="0" lvl="0" indent="-107950" algn="l" rtl="0">
              <a:spcBef>
                <a:spcPts val="0"/>
              </a:spcBef>
              <a:spcAft>
                <a:spcPts val="0"/>
              </a:spcAft>
              <a:buClr>
                <a:srgbClr val="FFFFFF"/>
              </a:buClr>
              <a:buSzPts val="700"/>
              <a:buFont typeface="Arial"/>
              <a:buChar char="©"/>
            </a:pPr>
            <a:r>
              <a:rPr lang="de" sz="700" b="0" i="0" u="none" strike="noStrike" cap="none" dirty="0" smtClean="0">
                <a:solidFill>
                  <a:srgbClr val="FFFFFF"/>
                </a:solidFill>
                <a:latin typeface="Arial"/>
                <a:ea typeface="Arial"/>
                <a:cs typeface="Arial"/>
                <a:sym typeface="Arial"/>
              </a:rPr>
              <a:t>2018 </a:t>
            </a:r>
            <a:r>
              <a:rPr lang="de" sz="700" b="0" i="0" u="none" strike="noStrike" cap="none" dirty="0">
                <a:solidFill>
                  <a:srgbClr val="FFFFFF"/>
                </a:solidFill>
                <a:latin typeface="Arial"/>
                <a:ea typeface="Arial"/>
                <a:cs typeface="Arial"/>
                <a:sym typeface="Arial"/>
              </a:rPr>
              <a:t>SAP University Competence Center | Technical University of Munich</a:t>
            </a:r>
            <a:endParaRPr sz="700" b="0" i="0" u="none" strike="noStrike" cap="none" dirty="0">
              <a:solidFill>
                <a:srgbClr val="FFFFFF"/>
              </a:solidFill>
              <a:latin typeface="Arial"/>
              <a:ea typeface="Arial"/>
              <a:cs typeface="Arial"/>
              <a:sym typeface="Arial"/>
            </a:endParaRPr>
          </a:p>
        </p:txBody>
      </p:sp>
      <p:sp>
        <p:nvSpPr>
          <p:cNvPr id="58" name="Shape 58"/>
          <p:cNvSpPr txBox="1"/>
          <p:nvPr/>
        </p:nvSpPr>
        <p:spPr>
          <a:xfrm>
            <a:off x="8728116" y="4971388"/>
            <a:ext cx="170679" cy="103850"/>
          </a:xfrm>
          <a:prstGeom prst="rect">
            <a:avLst/>
          </a:prstGeom>
          <a:noFill/>
          <a:ln>
            <a:noFill/>
          </a:ln>
        </p:spPr>
        <p:txBody>
          <a:bodyPr spcFirstLastPara="1" wrap="square" lIns="0" tIns="0" rIns="64275" bIns="0" anchor="t" anchorCtr="0">
            <a:noAutofit/>
          </a:bodyPr>
          <a:lstStyle/>
          <a:p>
            <a:pPr marL="88900" marR="0" lvl="0" indent="-88900" algn="r" rtl="0">
              <a:spcBef>
                <a:spcPts val="0"/>
              </a:spcBef>
              <a:spcAft>
                <a:spcPts val="0"/>
              </a:spcAft>
              <a:buClr>
                <a:srgbClr val="666666"/>
              </a:buClr>
              <a:buSzPts val="700"/>
              <a:buFont typeface="Arial"/>
              <a:buNone/>
            </a:pPr>
            <a:fld id="{00000000-1234-1234-1234-123412341234}" type="slidenum">
              <a:rPr lang="de" sz="700" b="0" i="0" u="none" strike="noStrike" cap="none">
                <a:solidFill>
                  <a:srgbClr val="FFFFFF"/>
                </a:solidFill>
                <a:latin typeface="Arial"/>
                <a:ea typeface="Arial"/>
                <a:cs typeface="Arial"/>
                <a:sym typeface="Arial"/>
              </a:rPr>
              <a:t>‹Nr.›</a:t>
            </a:fld>
            <a:endParaRPr sz="700" b="0" i="0" u="none" strike="noStrike" cap="none">
              <a:solidFill>
                <a:srgbClr val="FFFFFF"/>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hyperlink" Target="http://www.sap.com"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Shape 190"/>
          <p:cNvSpPr txBox="1">
            <a:spLocks noGrp="1"/>
          </p:cNvSpPr>
          <p:nvPr>
            <p:ph type="title"/>
          </p:nvPr>
        </p:nvSpPr>
        <p:spPr>
          <a:xfrm>
            <a:off x="350906" y="243000"/>
            <a:ext cx="8555703" cy="69233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4500"/>
              <a:buFont typeface="Arial"/>
              <a:buNone/>
            </a:pPr>
            <a:r>
              <a:rPr lang="de" sz="4500" b="1" i="0" u="none" strike="noStrike" cap="none">
                <a:solidFill>
                  <a:schemeClr val="dk1"/>
                </a:solidFill>
                <a:latin typeface="Arial"/>
                <a:ea typeface="Arial"/>
                <a:cs typeface="Arial"/>
                <a:sym typeface="Arial"/>
              </a:rPr>
              <a:t>SAP FIORI</a:t>
            </a:r>
            <a:endParaRPr sz="4500" b="1" i="0" u="none" strike="noStrike" cap="none">
              <a:solidFill>
                <a:schemeClr val="dk1"/>
              </a:solidFill>
              <a:latin typeface="Arial"/>
              <a:ea typeface="Arial"/>
              <a:cs typeface="Arial"/>
              <a:sym typeface="Arial"/>
            </a:endParaRPr>
          </a:p>
        </p:txBody>
      </p:sp>
      <p:sp>
        <p:nvSpPr>
          <p:cNvPr id="191" name="Shape 191"/>
          <p:cNvSpPr txBox="1">
            <a:spLocks noGrp="1"/>
          </p:cNvSpPr>
          <p:nvPr>
            <p:ph type="subTitle" idx="1"/>
          </p:nvPr>
        </p:nvSpPr>
        <p:spPr>
          <a:xfrm>
            <a:off x="137776" y="1376575"/>
            <a:ext cx="7962926" cy="207701"/>
          </a:xfrm>
          <a:prstGeom prst="rect">
            <a:avLst/>
          </a:prstGeom>
          <a:noFill/>
          <a:ln>
            <a:noFill/>
          </a:ln>
        </p:spPr>
        <p:txBody>
          <a:bodyPr spcFirstLastPara="1" wrap="square" lIns="0" tIns="0" rIns="0" bIns="0" anchor="b" anchorCtr="0">
            <a:noAutofit/>
          </a:bodyPr>
          <a:lstStyle/>
          <a:p>
            <a:r>
              <a:rPr lang="en-US" dirty="0"/>
              <a:t>Adrian </a:t>
            </a:r>
            <a:r>
              <a:rPr lang="en-US" dirty="0" err="1"/>
              <a:t>Streitz</a:t>
            </a:r>
            <a:r>
              <a:rPr lang="en-US" dirty="0"/>
              <a:t>, Johannes Rank, </a:t>
            </a:r>
            <a:r>
              <a:rPr lang="en-US" dirty="0" err="1"/>
              <a:t>Borys</a:t>
            </a:r>
            <a:r>
              <a:rPr lang="en-US" dirty="0"/>
              <a:t> </a:t>
            </a:r>
            <a:r>
              <a:rPr lang="en-US" dirty="0" err="1"/>
              <a:t>Levkovskyi</a:t>
            </a:r>
            <a:endParaRPr lang="de-DE"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Shape 197"/>
          <p:cNvSpPr txBox="1">
            <a:spLocks noGrp="1"/>
          </p:cNvSpPr>
          <p:nvPr>
            <p:ph type="title"/>
          </p:nvPr>
        </p:nvSpPr>
        <p:spPr>
          <a:xfrm>
            <a:off x="242936" y="243000"/>
            <a:ext cx="8656645" cy="567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2"/>
              </a:buClr>
              <a:buSzPts val="2100"/>
              <a:buFont typeface="Arial"/>
              <a:buNone/>
            </a:pPr>
            <a:r>
              <a:rPr lang="de" sz="2100" b="1" i="0" u="none" strike="noStrike" cap="none">
                <a:solidFill>
                  <a:schemeClr val="accent2"/>
                </a:solidFill>
                <a:latin typeface="Arial"/>
                <a:ea typeface="Arial"/>
                <a:cs typeface="Arial"/>
                <a:sym typeface="Arial"/>
              </a:rPr>
              <a:t>Prerequisites</a:t>
            </a:r>
            <a:endParaRPr sz="1000"/>
          </a:p>
        </p:txBody>
      </p:sp>
      <p:sp>
        <p:nvSpPr>
          <p:cNvPr id="198" name="Shape 198"/>
          <p:cNvSpPr txBox="1">
            <a:spLocks noGrp="1"/>
          </p:cNvSpPr>
          <p:nvPr>
            <p:ph type="body" idx="1"/>
          </p:nvPr>
        </p:nvSpPr>
        <p:spPr>
          <a:xfrm>
            <a:off x="242936" y="1269000"/>
            <a:ext cx="8656645" cy="3294005"/>
          </a:xfrm>
          <a:prstGeom prst="rect">
            <a:avLst/>
          </a:prstGeom>
          <a:noFill/>
          <a:ln>
            <a:noFill/>
          </a:ln>
        </p:spPr>
        <p:txBody>
          <a:bodyPr spcFirstLastPara="1" wrap="square" lIns="0" tIns="0" rIns="0" bIns="0" anchor="t" anchorCtr="0">
            <a:noAutofit/>
          </a:bodyPr>
          <a:lstStyle/>
          <a:p>
            <a:pPr marL="254000" marR="0" lvl="0" indent="-254000" algn="l" rtl="0">
              <a:lnSpc>
                <a:spcPct val="100000"/>
              </a:lnSpc>
              <a:spcBef>
                <a:spcPts val="0"/>
              </a:spcBef>
              <a:spcAft>
                <a:spcPts val="0"/>
              </a:spcAft>
              <a:buClr>
                <a:schemeClr val="accent1"/>
              </a:buClr>
              <a:buSzPts val="1200"/>
              <a:buFont typeface="Arial"/>
              <a:buChar char="•"/>
            </a:pPr>
            <a:r>
              <a:rPr lang="de" sz="1500" b="0" i="0" u="none" strike="noStrike" cap="none">
                <a:solidFill>
                  <a:schemeClr val="dk1"/>
                </a:solidFill>
                <a:latin typeface="Arial"/>
                <a:ea typeface="Arial"/>
                <a:cs typeface="Arial"/>
                <a:sym typeface="Arial"/>
              </a:rPr>
              <a:t>Fundamental programming skills</a:t>
            </a:r>
            <a:endParaRPr sz="1000"/>
          </a:p>
          <a:p>
            <a:pPr marL="254000" marR="0" lvl="0" indent="-254000" algn="l" rtl="0">
              <a:lnSpc>
                <a:spcPct val="100000"/>
              </a:lnSpc>
              <a:spcBef>
                <a:spcPts val="1800"/>
              </a:spcBef>
              <a:spcAft>
                <a:spcPts val="0"/>
              </a:spcAft>
              <a:buClr>
                <a:schemeClr val="accent1"/>
              </a:buClr>
              <a:buSzPts val="1200"/>
              <a:buFont typeface="Arial"/>
              <a:buChar char="•"/>
            </a:pPr>
            <a:r>
              <a:rPr lang="de" sz="1500" b="0" i="0" u="none" strike="noStrike" cap="none">
                <a:solidFill>
                  <a:schemeClr val="dk1"/>
                </a:solidFill>
                <a:latin typeface="Arial"/>
                <a:ea typeface="Arial"/>
                <a:cs typeface="Arial"/>
                <a:sym typeface="Arial"/>
              </a:rPr>
              <a:t>Recommended: Completion of the chapter SAPUI5</a:t>
            </a:r>
            <a:endParaRPr sz="1500" b="0" i="0" u="none" strike="noStrike" cap="non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subTitle" idx="1"/>
          </p:nvPr>
        </p:nvSpPr>
        <p:spPr>
          <a:xfrm>
            <a:off x="242936" y="1154117"/>
            <a:ext cx="7962926" cy="2423184"/>
          </a:xfrm>
          <a:prstGeom prst="rect">
            <a:avLst/>
          </a:prstGeom>
          <a:noFill/>
          <a:ln>
            <a:noFill/>
          </a:ln>
        </p:spPr>
        <p:txBody>
          <a:bodyPr spcFirstLastPara="1" wrap="square" lIns="0" tIns="0" rIns="0" bIns="0" anchor="t" anchorCtr="0">
            <a:noAutofit/>
          </a:bodyPr>
          <a:lstStyle/>
          <a:p>
            <a:pPr marL="304800" marR="0" lvl="0" indent="-311150" algn="l" rtl="0">
              <a:lnSpc>
                <a:spcPct val="150000"/>
              </a:lnSpc>
              <a:spcBef>
                <a:spcPts val="0"/>
              </a:spcBef>
              <a:spcAft>
                <a:spcPts val="0"/>
              </a:spcAft>
              <a:buClr>
                <a:schemeClr val="accent1"/>
              </a:buClr>
              <a:buSzPts val="1700"/>
              <a:buFont typeface="Arial"/>
              <a:buAutoNum type="romanUcPeriod"/>
            </a:pPr>
            <a:r>
              <a:rPr lang="de" sz="2100" b="1" i="0" u="none" strike="noStrike" cap="none">
                <a:solidFill>
                  <a:srgbClr val="000000"/>
                </a:solidFill>
                <a:latin typeface="Arial"/>
                <a:ea typeface="Arial"/>
                <a:cs typeface="Arial"/>
                <a:sym typeface="Arial"/>
              </a:rPr>
              <a:t>Motivation</a:t>
            </a:r>
            <a:endParaRPr sz="1000"/>
          </a:p>
          <a:p>
            <a:pPr marL="304800" marR="0" lvl="0" indent="-311150" algn="l" rtl="0">
              <a:lnSpc>
                <a:spcPct val="150000"/>
              </a:lnSpc>
              <a:spcBef>
                <a:spcPts val="0"/>
              </a:spcBef>
              <a:spcAft>
                <a:spcPts val="0"/>
              </a:spcAft>
              <a:buClr>
                <a:schemeClr val="accent1"/>
              </a:buClr>
              <a:buSzPts val="1700"/>
              <a:buFont typeface="Arial"/>
              <a:buAutoNum type="romanUcPeriod"/>
            </a:pPr>
            <a:r>
              <a:rPr lang="de" sz="2100" b="1"/>
              <a:t>Launchpad Overview</a:t>
            </a:r>
            <a:endParaRPr sz="1000"/>
          </a:p>
          <a:p>
            <a:pPr marL="304800" marR="0" lvl="0" indent="-311150" algn="l" rtl="0">
              <a:lnSpc>
                <a:spcPct val="150000"/>
              </a:lnSpc>
              <a:spcBef>
                <a:spcPts val="0"/>
              </a:spcBef>
              <a:spcAft>
                <a:spcPts val="0"/>
              </a:spcAft>
              <a:buClr>
                <a:schemeClr val="accent1"/>
              </a:buClr>
              <a:buSzPts val="1700"/>
              <a:buFont typeface="Arial"/>
              <a:buAutoNum type="romanUcPeriod"/>
            </a:pPr>
            <a:r>
              <a:rPr lang="de" sz="2100" b="1" i="0" u="none" strike="noStrike" cap="none">
                <a:solidFill>
                  <a:srgbClr val="000000"/>
                </a:solidFill>
                <a:latin typeface="Arial"/>
                <a:ea typeface="Arial"/>
                <a:cs typeface="Arial"/>
                <a:sym typeface="Arial"/>
              </a:rPr>
              <a:t>App Archetypes</a:t>
            </a:r>
            <a:endParaRPr sz="1000"/>
          </a:p>
          <a:p>
            <a:pPr marL="304800" marR="0" lvl="0" indent="-311150" algn="l" rtl="0">
              <a:lnSpc>
                <a:spcPct val="150000"/>
              </a:lnSpc>
              <a:spcBef>
                <a:spcPts val="0"/>
              </a:spcBef>
              <a:spcAft>
                <a:spcPts val="0"/>
              </a:spcAft>
              <a:buClr>
                <a:schemeClr val="accent1"/>
              </a:buClr>
              <a:buSzPts val="1700"/>
              <a:buFont typeface="Arial"/>
              <a:buAutoNum type="romanUcPeriod"/>
            </a:pPr>
            <a:r>
              <a:rPr lang="de" sz="2100" b="1"/>
              <a:t>Navigation concepts</a:t>
            </a:r>
            <a:endParaRPr sz="1000"/>
          </a:p>
          <a:p>
            <a:pPr marL="304800" marR="0" lvl="0" indent="-311150" algn="l" rtl="0">
              <a:lnSpc>
                <a:spcPct val="150000"/>
              </a:lnSpc>
              <a:spcBef>
                <a:spcPts val="0"/>
              </a:spcBef>
              <a:spcAft>
                <a:spcPts val="0"/>
              </a:spcAft>
              <a:buClr>
                <a:schemeClr val="accent1"/>
              </a:buClr>
              <a:buSzPts val="1700"/>
              <a:buFont typeface="Arial"/>
              <a:buAutoNum type="romanUcPeriod"/>
            </a:pPr>
            <a:r>
              <a:rPr lang="de" sz="2100" b="1" i="0" u="none" strike="noStrike" cap="none">
                <a:solidFill>
                  <a:srgbClr val="000000"/>
                </a:solidFill>
                <a:latin typeface="Arial"/>
                <a:ea typeface="Arial"/>
                <a:cs typeface="Arial"/>
                <a:sym typeface="Arial"/>
              </a:rPr>
              <a:t>The fiori app library</a:t>
            </a:r>
            <a:endParaRPr sz="2100" b="1" i="0" u="none" strike="noStrike" cap="none">
              <a:solidFill>
                <a:srgbClr val="000000"/>
              </a:solidFill>
              <a:latin typeface="Arial"/>
              <a:ea typeface="Arial"/>
              <a:cs typeface="Arial"/>
              <a:sym typeface="Arial"/>
            </a:endParaRPr>
          </a:p>
        </p:txBody>
      </p:sp>
      <p:sp>
        <p:nvSpPr>
          <p:cNvPr id="205" name="Shape 205"/>
          <p:cNvSpPr txBox="1">
            <a:spLocks noGrp="1"/>
          </p:cNvSpPr>
          <p:nvPr>
            <p:ph type="ctrTitle"/>
          </p:nvPr>
        </p:nvSpPr>
        <p:spPr>
          <a:xfrm>
            <a:off x="242935" y="243000"/>
            <a:ext cx="7962926" cy="83080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700"/>
              <a:buFont typeface="Arial"/>
              <a:buNone/>
            </a:pPr>
            <a:r>
              <a:rPr lang="de" sz="2700" b="1" i="0" u="none" strike="noStrike" cap="none">
                <a:solidFill>
                  <a:srgbClr val="000000"/>
                </a:solidFill>
                <a:latin typeface="Arial"/>
                <a:ea typeface="Arial"/>
                <a:cs typeface="Arial"/>
                <a:sym typeface="Arial"/>
              </a:rPr>
              <a:t>Agenda</a:t>
            </a:r>
            <a:endParaRPr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pic>
        <p:nvPicPr>
          <p:cNvPr id="211" name="Shape 211"/>
          <p:cNvPicPr preferRelativeResize="0"/>
          <p:nvPr/>
        </p:nvPicPr>
        <p:blipFill rotWithShape="1">
          <a:blip r:embed="rId3">
            <a:alphaModFix/>
          </a:blip>
          <a:srcRect l="24850" t="26503" r="26253" b="48256"/>
          <a:stretch/>
        </p:blipFill>
        <p:spPr>
          <a:xfrm>
            <a:off x="386441" y="2543958"/>
            <a:ext cx="8095623" cy="2350784"/>
          </a:xfrm>
          <a:prstGeom prst="rect">
            <a:avLst/>
          </a:prstGeom>
          <a:noFill/>
          <a:ln>
            <a:noFill/>
          </a:ln>
        </p:spPr>
      </p:pic>
      <p:sp>
        <p:nvSpPr>
          <p:cNvPr id="212" name="Shape 212"/>
          <p:cNvSpPr txBox="1">
            <a:spLocks noGrp="1"/>
          </p:cNvSpPr>
          <p:nvPr>
            <p:ph type="title"/>
          </p:nvPr>
        </p:nvSpPr>
        <p:spPr>
          <a:xfrm>
            <a:off x="242936" y="243000"/>
            <a:ext cx="8656645" cy="567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CCCCCC"/>
              </a:buClr>
              <a:buSzPts val="1500"/>
              <a:buFont typeface="Arial"/>
              <a:buNone/>
            </a:pPr>
            <a:r>
              <a:rPr lang="de" sz="1500" b="1" i="0" u="none" strike="noStrike" cap="none">
                <a:solidFill>
                  <a:srgbClr val="CCCCCC"/>
                </a:solidFill>
                <a:latin typeface="Arial"/>
                <a:ea typeface="Arial"/>
                <a:cs typeface="Arial"/>
                <a:sym typeface="Arial"/>
              </a:rPr>
              <a:t>I. Motivation</a:t>
            </a:r>
            <a:r>
              <a:rPr lang="de" sz="2100" b="1" i="0" u="none" strike="noStrike" cap="none">
                <a:solidFill>
                  <a:schemeClr val="accent2"/>
                </a:solidFill>
                <a:latin typeface="Arial"/>
                <a:ea typeface="Arial"/>
                <a:cs typeface="Arial"/>
                <a:sym typeface="Arial"/>
              </a:rPr>
              <a:t/>
            </a:r>
            <a:br>
              <a:rPr lang="de" sz="2100" b="1" i="0" u="none" strike="noStrike" cap="none">
                <a:solidFill>
                  <a:schemeClr val="accent2"/>
                </a:solidFill>
                <a:latin typeface="Arial"/>
                <a:ea typeface="Arial"/>
                <a:cs typeface="Arial"/>
                <a:sym typeface="Arial"/>
              </a:rPr>
            </a:br>
            <a:r>
              <a:rPr lang="de" sz="2100" b="1" i="0" u="none" strike="noStrike" cap="none">
                <a:solidFill>
                  <a:schemeClr val="accent2"/>
                </a:solidFill>
                <a:latin typeface="Arial"/>
                <a:ea typeface="Arial"/>
                <a:cs typeface="Arial"/>
                <a:sym typeface="Arial"/>
              </a:rPr>
              <a:t>Motivation</a:t>
            </a:r>
            <a:endParaRPr sz="2100" b="1" i="0" u="none" strike="noStrike" cap="none">
              <a:solidFill>
                <a:schemeClr val="accent2"/>
              </a:solidFill>
              <a:latin typeface="Arial"/>
              <a:ea typeface="Arial"/>
              <a:cs typeface="Arial"/>
              <a:sym typeface="Arial"/>
            </a:endParaRPr>
          </a:p>
        </p:txBody>
      </p:sp>
      <p:sp>
        <p:nvSpPr>
          <p:cNvPr id="213" name="Shape 213"/>
          <p:cNvSpPr txBox="1">
            <a:spLocks noGrp="1"/>
          </p:cNvSpPr>
          <p:nvPr>
            <p:ph type="body" idx="1"/>
          </p:nvPr>
        </p:nvSpPr>
        <p:spPr>
          <a:xfrm>
            <a:off x="242936" y="1269000"/>
            <a:ext cx="8656645" cy="3294005"/>
          </a:xfrm>
          <a:prstGeom prst="rect">
            <a:avLst/>
          </a:prstGeom>
          <a:noFill/>
          <a:ln>
            <a:noFill/>
          </a:ln>
        </p:spPr>
        <p:txBody>
          <a:bodyPr spcFirstLastPara="1" wrap="square" lIns="0" tIns="0" rIns="0" bIns="0" anchor="t" anchorCtr="0">
            <a:noAutofit/>
          </a:bodyPr>
          <a:lstStyle/>
          <a:p>
            <a:pPr marL="254000" marR="0" lvl="0" indent="-254000" algn="l" rtl="0">
              <a:lnSpc>
                <a:spcPct val="100000"/>
              </a:lnSpc>
              <a:spcBef>
                <a:spcPts val="0"/>
              </a:spcBef>
              <a:spcAft>
                <a:spcPts val="0"/>
              </a:spcAft>
              <a:buClr>
                <a:schemeClr val="accent1"/>
              </a:buClr>
              <a:buSzPts val="1200"/>
              <a:buFont typeface="Arial"/>
              <a:buChar char="•"/>
            </a:pPr>
            <a:r>
              <a:rPr lang="de" sz="1500" b="0" i="0" u="none" strike="noStrike" cap="none">
                <a:solidFill>
                  <a:schemeClr val="dk1"/>
                </a:solidFill>
                <a:latin typeface="Arial"/>
                <a:ea typeface="Arial"/>
                <a:cs typeface="Arial"/>
                <a:sym typeface="Arial"/>
              </a:rPr>
              <a:t>According to research, most SAP users used SAP UI to access applications. A GUI with more than 300.000 screens and various functions in it -&gt; SAP recreated the most common applications and integrated them in fiori, a new user experience</a:t>
            </a:r>
            <a:endParaRPr sz="1500" b="0" i="0" u="none" strike="noStrike" cap="none">
              <a:solidFill>
                <a:schemeClr val="dk1"/>
              </a:solidFill>
              <a:latin typeface="Arial"/>
              <a:ea typeface="Arial"/>
              <a:cs typeface="Arial"/>
              <a:sym typeface="Arial"/>
            </a:endParaRPr>
          </a:p>
          <a:p>
            <a:pPr marL="254000" marR="0" lvl="0" indent="-254000" algn="l" rtl="0">
              <a:lnSpc>
                <a:spcPct val="100000"/>
              </a:lnSpc>
              <a:spcBef>
                <a:spcPts val="1800"/>
              </a:spcBef>
              <a:spcAft>
                <a:spcPts val="0"/>
              </a:spcAft>
              <a:buClr>
                <a:schemeClr val="accent1"/>
              </a:buClr>
              <a:buSzPts val="1200"/>
              <a:buFont typeface="Arial"/>
              <a:buChar char="•"/>
            </a:pPr>
            <a:r>
              <a:rPr lang="de" sz="1500" b="0" i="0" u="none" strike="noStrike" cap="none">
                <a:solidFill>
                  <a:schemeClr val="dk1"/>
                </a:solidFill>
                <a:latin typeface="Arial"/>
                <a:ea typeface="Arial"/>
                <a:cs typeface="Arial"/>
                <a:sym typeface="Arial"/>
              </a:rPr>
              <a:t>Main goal: Personalize and simplify the user experience for SAP applications</a:t>
            </a:r>
            <a:endParaRPr sz="1500" b="0" i="0" u="none" strike="noStrike" cap="non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Shape 219"/>
          <p:cNvSpPr txBox="1">
            <a:spLocks noGrp="1"/>
          </p:cNvSpPr>
          <p:nvPr>
            <p:ph type="title"/>
          </p:nvPr>
        </p:nvSpPr>
        <p:spPr>
          <a:xfrm>
            <a:off x="242936" y="243000"/>
            <a:ext cx="8656500" cy="567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CCCCCC"/>
              </a:buClr>
              <a:buSzPts val="1500"/>
              <a:buFont typeface="Arial"/>
              <a:buNone/>
            </a:pPr>
            <a:r>
              <a:rPr lang="de" sz="1500" b="1" i="0" u="none" strike="noStrike" cap="none">
                <a:solidFill>
                  <a:srgbClr val="CCCCCC"/>
                </a:solidFill>
                <a:latin typeface="Arial"/>
                <a:ea typeface="Arial"/>
                <a:cs typeface="Arial"/>
                <a:sym typeface="Arial"/>
              </a:rPr>
              <a:t>I. Motivation</a:t>
            </a:r>
            <a:r>
              <a:rPr lang="de" sz="2100" b="1" i="0" u="none" strike="noStrike" cap="none">
                <a:solidFill>
                  <a:schemeClr val="accent2"/>
                </a:solidFill>
                <a:latin typeface="Arial"/>
                <a:ea typeface="Arial"/>
                <a:cs typeface="Arial"/>
                <a:sym typeface="Arial"/>
              </a:rPr>
              <a:t/>
            </a:r>
            <a:br>
              <a:rPr lang="de" sz="2100" b="1" i="0" u="none" strike="noStrike" cap="none">
                <a:solidFill>
                  <a:schemeClr val="accent2"/>
                </a:solidFill>
                <a:latin typeface="Arial"/>
                <a:ea typeface="Arial"/>
                <a:cs typeface="Arial"/>
                <a:sym typeface="Arial"/>
              </a:rPr>
            </a:br>
            <a:r>
              <a:rPr lang="de"/>
              <a:t>Distinction between Fiori and SAPUI5</a:t>
            </a:r>
            <a:endParaRPr sz="2100" b="1" i="0" u="none" strike="noStrike" cap="none">
              <a:solidFill>
                <a:schemeClr val="accent2"/>
              </a:solidFill>
              <a:latin typeface="Arial"/>
              <a:ea typeface="Arial"/>
              <a:cs typeface="Arial"/>
              <a:sym typeface="Arial"/>
            </a:endParaRPr>
          </a:p>
        </p:txBody>
      </p:sp>
      <p:sp>
        <p:nvSpPr>
          <p:cNvPr id="220" name="Shape 220"/>
          <p:cNvSpPr txBox="1">
            <a:spLocks noGrp="1"/>
          </p:cNvSpPr>
          <p:nvPr>
            <p:ph type="body" idx="1"/>
          </p:nvPr>
        </p:nvSpPr>
        <p:spPr>
          <a:xfrm>
            <a:off x="242931" y="1269000"/>
            <a:ext cx="4321500" cy="3294000"/>
          </a:xfrm>
          <a:prstGeom prst="rect">
            <a:avLst/>
          </a:prstGeom>
          <a:noFill/>
          <a:ln>
            <a:noFill/>
          </a:ln>
        </p:spPr>
        <p:txBody>
          <a:bodyPr spcFirstLastPara="1" wrap="square" lIns="0" tIns="0" rIns="0" bIns="0" anchor="t" anchorCtr="0">
            <a:noAutofit/>
          </a:bodyPr>
          <a:lstStyle/>
          <a:p>
            <a:pPr marL="254000" marR="0" lvl="0" indent="-254000" algn="l" rtl="0">
              <a:lnSpc>
                <a:spcPct val="100000"/>
              </a:lnSpc>
              <a:spcBef>
                <a:spcPts val="0"/>
              </a:spcBef>
              <a:spcAft>
                <a:spcPts val="0"/>
              </a:spcAft>
              <a:buClr>
                <a:schemeClr val="accent1"/>
              </a:buClr>
              <a:buSzPts val="1200"/>
              <a:buFont typeface="Arial"/>
              <a:buChar char="•"/>
            </a:pPr>
            <a:r>
              <a:rPr lang="de"/>
              <a:t>SAPUI5 is a technology</a:t>
            </a:r>
            <a:endParaRPr/>
          </a:p>
          <a:p>
            <a:pPr marL="0" marR="0" lvl="0" indent="0" algn="l" rtl="0">
              <a:lnSpc>
                <a:spcPct val="100000"/>
              </a:lnSpc>
              <a:spcBef>
                <a:spcPts val="0"/>
              </a:spcBef>
              <a:spcAft>
                <a:spcPts val="0"/>
              </a:spcAft>
              <a:buNone/>
            </a:pPr>
            <a:endParaRPr/>
          </a:p>
          <a:p>
            <a:pPr marL="254000" marR="0" lvl="0" indent="-254000" algn="l" rtl="0">
              <a:lnSpc>
                <a:spcPct val="100000"/>
              </a:lnSpc>
              <a:spcBef>
                <a:spcPts val="0"/>
              </a:spcBef>
              <a:spcAft>
                <a:spcPts val="0"/>
              </a:spcAft>
              <a:buClr>
                <a:schemeClr val="accent1"/>
              </a:buClr>
              <a:buSzPts val="1200"/>
              <a:buFont typeface="Arial"/>
              <a:buChar char="•"/>
            </a:pPr>
            <a:r>
              <a:rPr lang="de"/>
              <a:t>SAPUI5 App: application created using the SAPUI5 toolkit</a:t>
            </a:r>
            <a:endParaRPr/>
          </a:p>
          <a:p>
            <a:pPr marL="0" marR="0" lvl="0" indent="0" algn="l" rtl="0">
              <a:lnSpc>
                <a:spcPct val="100000"/>
              </a:lnSpc>
              <a:spcBef>
                <a:spcPts val="0"/>
              </a:spcBef>
              <a:spcAft>
                <a:spcPts val="0"/>
              </a:spcAft>
              <a:buNone/>
            </a:pPr>
            <a:endParaRPr/>
          </a:p>
          <a:p>
            <a:pPr marL="254000" marR="0" lvl="0" indent="-254000" algn="l" rtl="0">
              <a:lnSpc>
                <a:spcPct val="100000"/>
              </a:lnSpc>
              <a:spcBef>
                <a:spcPts val="0"/>
              </a:spcBef>
              <a:spcAft>
                <a:spcPts val="0"/>
              </a:spcAft>
              <a:buClr>
                <a:schemeClr val="accent1"/>
              </a:buClr>
              <a:buSzPts val="1200"/>
              <a:buFont typeface="Arial"/>
              <a:buChar char="•"/>
            </a:pPr>
            <a:r>
              <a:rPr lang="de"/>
              <a:t>SAPUI5 is the primary technology used for Fiori</a:t>
            </a:r>
            <a:endParaRPr/>
          </a:p>
        </p:txBody>
      </p:sp>
      <p:sp>
        <p:nvSpPr>
          <p:cNvPr id="221" name="Shape 221"/>
          <p:cNvSpPr txBox="1">
            <a:spLocks noGrp="1"/>
          </p:cNvSpPr>
          <p:nvPr>
            <p:ph type="body" idx="1"/>
          </p:nvPr>
        </p:nvSpPr>
        <p:spPr>
          <a:xfrm>
            <a:off x="4530530" y="1269000"/>
            <a:ext cx="4321500" cy="3294000"/>
          </a:xfrm>
          <a:prstGeom prst="rect">
            <a:avLst/>
          </a:prstGeom>
          <a:noFill/>
          <a:ln>
            <a:noFill/>
          </a:ln>
        </p:spPr>
        <p:txBody>
          <a:bodyPr spcFirstLastPara="1" wrap="square" lIns="0" tIns="0" rIns="0" bIns="0" anchor="t" anchorCtr="0">
            <a:noAutofit/>
          </a:bodyPr>
          <a:lstStyle/>
          <a:p>
            <a:pPr marL="254000" marR="0" lvl="0" indent="-254000" algn="l" rtl="0">
              <a:lnSpc>
                <a:spcPct val="100000"/>
              </a:lnSpc>
              <a:spcBef>
                <a:spcPts val="0"/>
              </a:spcBef>
              <a:spcAft>
                <a:spcPts val="0"/>
              </a:spcAft>
              <a:buClr>
                <a:schemeClr val="accent1"/>
              </a:buClr>
              <a:buSzPts val="1200"/>
              <a:buFont typeface="Arial"/>
              <a:buChar char="•"/>
            </a:pPr>
            <a:r>
              <a:rPr lang="de"/>
              <a:t>Fiori is a design principle</a:t>
            </a:r>
            <a:endParaRPr/>
          </a:p>
          <a:p>
            <a:pPr marL="0" marR="0" lvl="0" indent="0" algn="l" rtl="0">
              <a:lnSpc>
                <a:spcPct val="100000"/>
              </a:lnSpc>
              <a:spcBef>
                <a:spcPts val="0"/>
              </a:spcBef>
              <a:spcAft>
                <a:spcPts val="0"/>
              </a:spcAft>
              <a:buNone/>
            </a:pPr>
            <a:endParaRPr/>
          </a:p>
          <a:p>
            <a:pPr marL="254000" marR="0" lvl="0" indent="-254000" algn="l" rtl="0">
              <a:lnSpc>
                <a:spcPct val="100000"/>
              </a:lnSpc>
              <a:spcBef>
                <a:spcPts val="0"/>
              </a:spcBef>
              <a:spcAft>
                <a:spcPts val="0"/>
              </a:spcAft>
              <a:buClr>
                <a:schemeClr val="accent1"/>
              </a:buClr>
              <a:buSzPts val="1200"/>
              <a:buFont typeface="Arial"/>
              <a:buChar char="•"/>
            </a:pPr>
            <a:r>
              <a:rPr lang="de"/>
              <a:t>A Fiori app follows the Fiori design guidelines (usually SAPUI5 components, loaded into an application container)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Shape 227"/>
          <p:cNvSpPr txBox="1">
            <a:spLocks noGrp="1"/>
          </p:cNvSpPr>
          <p:nvPr>
            <p:ph type="title"/>
          </p:nvPr>
        </p:nvSpPr>
        <p:spPr>
          <a:xfrm>
            <a:off x="242936" y="243000"/>
            <a:ext cx="8656645" cy="567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CCCCCC"/>
              </a:buClr>
              <a:buSzPts val="1500"/>
              <a:buFont typeface="Arial"/>
              <a:buNone/>
            </a:pPr>
            <a:r>
              <a:rPr lang="de" sz="1500" b="1" i="0" u="none" strike="noStrike" cap="none">
                <a:solidFill>
                  <a:srgbClr val="CCCCCC"/>
                </a:solidFill>
                <a:latin typeface="Arial"/>
                <a:ea typeface="Arial"/>
                <a:cs typeface="Arial"/>
                <a:sym typeface="Arial"/>
              </a:rPr>
              <a:t>II. </a:t>
            </a:r>
            <a:r>
              <a:rPr lang="de" sz="1500">
                <a:solidFill>
                  <a:srgbClr val="CCCCCC"/>
                </a:solidFill>
              </a:rPr>
              <a:t>Overview</a:t>
            </a:r>
            <a:r>
              <a:rPr lang="de" sz="2100" b="1" i="0" u="none" strike="noStrike" cap="none">
                <a:solidFill>
                  <a:schemeClr val="accent2"/>
                </a:solidFill>
                <a:latin typeface="Arial"/>
                <a:ea typeface="Arial"/>
                <a:cs typeface="Arial"/>
                <a:sym typeface="Arial"/>
              </a:rPr>
              <a:t/>
            </a:r>
            <a:br>
              <a:rPr lang="de" sz="2100" b="1" i="0" u="none" strike="noStrike" cap="none">
                <a:solidFill>
                  <a:schemeClr val="accent2"/>
                </a:solidFill>
                <a:latin typeface="Arial"/>
                <a:ea typeface="Arial"/>
                <a:cs typeface="Arial"/>
                <a:sym typeface="Arial"/>
              </a:rPr>
            </a:br>
            <a:r>
              <a:rPr lang="de" sz="2100" b="1" i="0" u="none" strike="noStrike" cap="none">
                <a:solidFill>
                  <a:schemeClr val="accent2"/>
                </a:solidFill>
                <a:latin typeface="Arial"/>
                <a:ea typeface="Arial"/>
                <a:cs typeface="Arial"/>
                <a:sym typeface="Arial"/>
              </a:rPr>
              <a:t>Overview</a:t>
            </a:r>
            <a:endParaRPr sz="2100" b="1" i="0" u="none" strike="noStrike" cap="none">
              <a:solidFill>
                <a:schemeClr val="accent2"/>
              </a:solidFill>
              <a:latin typeface="Arial"/>
              <a:ea typeface="Arial"/>
              <a:cs typeface="Arial"/>
              <a:sym typeface="Arial"/>
            </a:endParaRPr>
          </a:p>
        </p:txBody>
      </p:sp>
      <p:sp>
        <p:nvSpPr>
          <p:cNvPr id="228" name="Shape 228"/>
          <p:cNvSpPr txBox="1">
            <a:spLocks noGrp="1"/>
          </p:cNvSpPr>
          <p:nvPr>
            <p:ph type="body" idx="1"/>
          </p:nvPr>
        </p:nvSpPr>
        <p:spPr>
          <a:xfrm>
            <a:off x="242936" y="1269000"/>
            <a:ext cx="3559147" cy="3294005"/>
          </a:xfrm>
          <a:prstGeom prst="rect">
            <a:avLst/>
          </a:prstGeom>
          <a:noFill/>
          <a:ln>
            <a:noFill/>
          </a:ln>
        </p:spPr>
        <p:txBody>
          <a:bodyPr spcFirstLastPara="1" wrap="square" lIns="0" tIns="0" rIns="0" bIns="0" anchor="t" anchorCtr="0">
            <a:noAutofit/>
          </a:bodyPr>
          <a:lstStyle/>
          <a:p>
            <a:pPr marL="254000" marR="0" lvl="0" indent="-254000" algn="l" rtl="0">
              <a:lnSpc>
                <a:spcPct val="100000"/>
              </a:lnSpc>
              <a:spcBef>
                <a:spcPts val="0"/>
              </a:spcBef>
              <a:spcAft>
                <a:spcPts val="0"/>
              </a:spcAft>
              <a:buClr>
                <a:schemeClr val="accent1"/>
              </a:buClr>
              <a:buSzPts val="1200"/>
              <a:buFont typeface="Arial"/>
              <a:buChar char="•"/>
            </a:pPr>
            <a:r>
              <a:rPr lang="de" sz="1500" b="0" i="0" u="none" strike="noStrike" cap="none">
                <a:solidFill>
                  <a:schemeClr val="dk1"/>
                </a:solidFill>
                <a:latin typeface="Arial"/>
                <a:ea typeface="Arial"/>
                <a:cs typeface="Arial"/>
                <a:sym typeface="Arial"/>
              </a:rPr>
              <a:t>Displayed in web-browser, offering web-like navigation experience </a:t>
            </a:r>
            <a:br>
              <a:rPr lang="de" sz="1500" b="0" i="0" u="none" strike="noStrike" cap="none">
                <a:solidFill>
                  <a:schemeClr val="dk1"/>
                </a:solidFill>
                <a:latin typeface="Arial"/>
                <a:ea typeface="Arial"/>
                <a:cs typeface="Arial"/>
                <a:sym typeface="Arial"/>
              </a:rPr>
            </a:br>
            <a:r>
              <a:rPr lang="de" sz="1500" b="0" i="0" u="none" strike="noStrike" cap="none">
                <a:solidFill>
                  <a:schemeClr val="dk1"/>
                </a:solidFill>
                <a:latin typeface="Arial"/>
                <a:ea typeface="Arial"/>
                <a:cs typeface="Arial"/>
                <a:sym typeface="Arial"/>
              </a:rPr>
              <a:t>(create bookmarks, use web browser‘s back and forward button)</a:t>
            </a:r>
            <a:endParaRPr sz="1500" b="0" i="0" u="none" strike="noStrike" cap="none">
              <a:solidFill>
                <a:schemeClr val="dk1"/>
              </a:solidFill>
              <a:latin typeface="Arial"/>
              <a:ea typeface="Arial"/>
              <a:cs typeface="Arial"/>
              <a:sym typeface="Arial"/>
            </a:endParaRPr>
          </a:p>
          <a:p>
            <a:pPr marL="254000" marR="0" lvl="0" indent="-254000" algn="l" rtl="0">
              <a:lnSpc>
                <a:spcPct val="100000"/>
              </a:lnSpc>
              <a:spcBef>
                <a:spcPts val="1800"/>
              </a:spcBef>
              <a:spcAft>
                <a:spcPts val="0"/>
              </a:spcAft>
              <a:buClr>
                <a:schemeClr val="accent1"/>
              </a:buClr>
              <a:buSzPts val="1200"/>
              <a:buFont typeface="Arial"/>
              <a:buChar char="•"/>
            </a:pPr>
            <a:r>
              <a:rPr lang="de" sz="1500" b="0" i="0" u="none" strike="noStrike" cap="none">
                <a:solidFill>
                  <a:schemeClr val="dk1"/>
                </a:solidFill>
                <a:latin typeface="Arial"/>
                <a:ea typeface="Arial"/>
                <a:cs typeface="Arial"/>
                <a:sym typeface="Arial"/>
              </a:rPr>
              <a:t>Can be hosted on different server platforms </a:t>
            </a:r>
            <a:br>
              <a:rPr lang="de" sz="1500" b="0" i="0" u="none" strike="noStrike" cap="none">
                <a:solidFill>
                  <a:schemeClr val="dk1"/>
                </a:solidFill>
                <a:latin typeface="Arial"/>
                <a:ea typeface="Arial"/>
                <a:cs typeface="Arial"/>
                <a:sym typeface="Arial"/>
              </a:rPr>
            </a:br>
            <a:r>
              <a:rPr lang="de" sz="1500" b="0" i="0" u="none" strike="noStrike" cap="none">
                <a:solidFill>
                  <a:schemeClr val="dk1"/>
                </a:solidFill>
                <a:latin typeface="Arial"/>
                <a:ea typeface="Arial"/>
                <a:cs typeface="Arial"/>
                <a:sym typeface="Arial"/>
              </a:rPr>
              <a:t>(SAP NetWeaver AS for ABAP, SAP HANA, SAP HANA Cloud Platform)</a:t>
            </a:r>
            <a:endParaRPr sz="1500" b="0" i="0" u="none" strike="noStrike" cap="none">
              <a:solidFill>
                <a:schemeClr val="dk1"/>
              </a:solidFill>
              <a:latin typeface="Arial"/>
              <a:ea typeface="Arial"/>
              <a:cs typeface="Arial"/>
              <a:sym typeface="Arial"/>
            </a:endParaRPr>
          </a:p>
        </p:txBody>
      </p:sp>
      <p:pic>
        <p:nvPicPr>
          <p:cNvPr id="229" name="Shape 229"/>
          <p:cNvPicPr preferRelativeResize="0"/>
          <p:nvPr/>
        </p:nvPicPr>
        <p:blipFill>
          <a:blip r:embed="rId3">
            <a:alphaModFix/>
          </a:blip>
          <a:stretch>
            <a:fillRect/>
          </a:stretch>
        </p:blipFill>
        <p:spPr>
          <a:xfrm>
            <a:off x="3867500" y="1207675"/>
            <a:ext cx="5032076" cy="2600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242936" y="243000"/>
            <a:ext cx="8656500" cy="567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CCCCCC"/>
              </a:buClr>
              <a:buSzPts val="1500"/>
              <a:buFont typeface="Arial"/>
              <a:buNone/>
            </a:pPr>
            <a:r>
              <a:rPr lang="de" sz="1500" b="1" i="0" u="none" strike="noStrike" cap="none">
                <a:solidFill>
                  <a:srgbClr val="CCCCCC"/>
                </a:solidFill>
                <a:latin typeface="Arial"/>
                <a:ea typeface="Arial"/>
                <a:cs typeface="Arial"/>
                <a:sym typeface="Arial"/>
              </a:rPr>
              <a:t>II. </a:t>
            </a:r>
            <a:r>
              <a:rPr lang="de" sz="1500">
                <a:solidFill>
                  <a:srgbClr val="CCCCCC"/>
                </a:solidFill>
              </a:rPr>
              <a:t>Overview</a:t>
            </a:r>
            <a:r>
              <a:rPr lang="de" sz="2100" b="1" i="0" u="none" strike="noStrike" cap="none">
                <a:solidFill>
                  <a:schemeClr val="accent2"/>
                </a:solidFill>
                <a:latin typeface="Arial"/>
                <a:ea typeface="Arial"/>
                <a:cs typeface="Arial"/>
                <a:sym typeface="Arial"/>
              </a:rPr>
              <a:t/>
            </a:r>
            <a:br>
              <a:rPr lang="de" sz="2100" b="1" i="0" u="none" strike="noStrike" cap="none">
                <a:solidFill>
                  <a:schemeClr val="accent2"/>
                </a:solidFill>
                <a:latin typeface="Arial"/>
                <a:ea typeface="Arial"/>
                <a:cs typeface="Arial"/>
                <a:sym typeface="Arial"/>
              </a:rPr>
            </a:br>
            <a:r>
              <a:rPr lang="de"/>
              <a:t>Me-area</a:t>
            </a:r>
            <a:endParaRPr sz="2100" b="1" i="0" u="none" strike="noStrike" cap="none">
              <a:solidFill>
                <a:schemeClr val="accent2"/>
              </a:solidFill>
              <a:latin typeface="Arial"/>
              <a:ea typeface="Arial"/>
              <a:cs typeface="Arial"/>
              <a:sym typeface="Arial"/>
            </a:endParaRPr>
          </a:p>
        </p:txBody>
      </p:sp>
      <p:pic>
        <p:nvPicPr>
          <p:cNvPr id="236" name="Shape 236"/>
          <p:cNvPicPr preferRelativeResize="0"/>
          <p:nvPr/>
        </p:nvPicPr>
        <p:blipFill>
          <a:blip r:embed="rId3">
            <a:alphaModFix/>
          </a:blip>
          <a:stretch>
            <a:fillRect/>
          </a:stretch>
        </p:blipFill>
        <p:spPr>
          <a:xfrm>
            <a:off x="593150" y="989875"/>
            <a:ext cx="7957699" cy="39161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Shape 242"/>
          <p:cNvSpPr txBox="1">
            <a:spLocks noGrp="1"/>
          </p:cNvSpPr>
          <p:nvPr>
            <p:ph type="title"/>
          </p:nvPr>
        </p:nvSpPr>
        <p:spPr>
          <a:xfrm>
            <a:off x="242936" y="243000"/>
            <a:ext cx="8656500" cy="567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CCCCCC"/>
              </a:buClr>
              <a:buSzPts val="1500"/>
              <a:buFont typeface="Arial"/>
              <a:buNone/>
            </a:pPr>
            <a:r>
              <a:rPr lang="de" sz="1500" b="1" i="0" u="none" strike="noStrike" cap="none">
                <a:solidFill>
                  <a:srgbClr val="CCCCCC"/>
                </a:solidFill>
                <a:latin typeface="Arial"/>
                <a:ea typeface="Arial"/>
                <a:cs typeface="Arial"/>
                <a:sym typeface="Arial"/>
              </a:rPr>
              <a:t>II. </a:t>
            </a:r>
            <a:r>
              <a:rPr lang="de" sz="1500">
                <a:solidFill>
                  <a:srgbClr val="CCCCCC"/>
                </a:solidFill>
              </a:rPr>
              <a:t>Overview</a:t>
            </a:r>
            <a:r>
              <a:rPr lang="de" sz="2100" b="1" i="0" u="none" strike="noStrike" cap="none">
                <a:solidFill>
                  <a:schemeClr val="accent2"/>
                </a:solidFill>
                <a:latin typeface="Arial"/>
                <a:ea typeface="Arial"/>
                <a:cs typeface="Arial"/>
                <a:sym typeface="Arial"/>
              </a:rPr>
              <a:t/>
            </a:r>
            <a:br>
              <a:rPr lang="de" sz="2100" b="1" i="0" u="none" strike="noStrike" cap="none">
                <a:solidFill>
                  <a:schemeClr val="accent2"/>
                </a:solidFill>
                <a:latin typeface="Arial"/>
                <a:ea typeface="Arial"/>
                <a:cs typeface="Arial"/>
                <a:sym typeface="Arial"/>
              </a:rPr>
            </a:br>
            <a:r>
              <a:rPr lang="de"/>
              <a:t>Launchpad Designer</a:t>
            </a:r>
            <a:endParaRPr sz="2100" b="1" i="0" u="none" strike="noStrike" cap="none">
              <a:solidFill>
                <a:schemeClr val="accent2"/>
              </a:solidFill>
              <a:latin typeface="Arial"/>
              <a:ea typeface="Arial"/>
              <a:cs typeface="Arial"/>
              <a:sym typeface="Arial"/>
            </a:endParaRPr>
          </a:p>
        </p:txBody>
      </p:sp>
      <p:pic>
        <p:nvPicPr>
          <p:cNvPr id="243" name="Shape 243"/>
          <p:cNvPicPr preferRelativeResize="0"/>
          <p:nvPr/>
        </p:nvPicPr>
        <p:blipFill>
          <a:blip r:embed="rId3">
            <a:alphaModFix/>
          </a:blip>
          <a:stretch>
            <a:fillRect/>
          </a:stretch>
        </p:blipFill>
        <p:spPr>
          <a:xfrm>
            <a:off x="242925" y="1003600"/>
            <a:ext cx="5081525" cy="2979350"/>
          </a:xfrm>
          <a:prstGeom prst="rect">
            <a:avLst/>
          </a:prstGeom>
          <a:noFill/>
          <a:ln>
            <a:noFill/>
          </a:ln>
        </p:spPr>
      </p:pic>
      <p:sp>
        <p:nvSpPr>
          <p:cNvPr id="244" name="Shape 244"/>
          <p:cNvSpPr txBox="1">
            <a:spLocks noGrp="1"/>
          </p:cNvSpPr>
          <p:nvPr>
            <p:ph type="body" idx="1"/>
          </p:nvPr>
        </p:nvSpPr>
        <p:spPr>
          <a:xfrm>
            <a:off x="5324451" y="1035525"/>
            <a:ext cx="3218100" cy="3294000"/>
          </a:xfrm>
          <a:prstGeom prst="rect">
            <a:avLst/>
          </a:prstGeom>
          <a:noFill/>
          <a:ln>
            <a:noFill/>
          </a:ln>
        </p:spPr>
        <p:txBody>
          <a:bodyPr spcFirstLastPara="1" wrap="square" lIns="0" tIns="0" rIns="0" bIns="0" anchor="t" anchorCtr="0">
            <a:noAutofit/>
          </a:bodyPr>
          <a:lstStyle/>
          <a:p>
            <a:pPr marL="254000" marR="0" lvl="0" indent="-254000" algn="l" rtl="0">
              <a:lnSpc>
                <a:spcPct val="100000"/>
              </a:lnSpc>
              <a:spcBef>
                <a:spcPts val="0"/>
              </a:spcBef>
              <a:spcAft>
                <a:spcPts val="0"/>
              </a:spcAft>
              <a:buClr>
                <a:schemeClr val="accent1"/>
              </a:buClr>
              <a:buSzPts val="1200"/>
              <a:buFont typeface="Arial"/>
              <a:buChar char="•"/>
            </a:pPr>
            <a:r>
              <a:rPr lang="de"/>
              <a:t>Create/manage catalogs, groups and tiles</a:t>
            </a:r>
            <a:endParaRPr/>
          </a:p>
          <a:p>
            <a:pPr marL="0" marR="0" lvl="0" indent="0" algn="l" rtl="0">
              <a:lnSpc>
                <a:spcPct val="100000"/>
              </a:lnSpc>
              <a:spcBef>
                <a:spcPts val="0"/>
              </a:spcBef>
              <a:spcAft>
                <a:spcPts val="0"/>
              </a:spcAft>
              <a:buNone/>
            </a:pPr>
            <a:endParaRPr/>
          </a:p>
          <a:p>
            <a:pPr marL="254000" marR="0" lvl="0" indent="-254000" algn="l" rtl="0">
              <a:lnSpc>
                <a:spcPct val="100000"/>
              </a:lnSpc>
              <a:spcBef>
                <a:spcPts val="0"/>
              </a:spcBef>
              <a:spcAft>
                <a:spcPts val="0"/>
              </a:spcAft>
              <a:buClr>
                <a:schemeClr val="accent1"/>
              </a:buClr>
              <a:buSzPts val="1200"/>
              <a:buFont typeface="Arial"/>
              <a:buChar char="•"/>
            </a:pPr>
            <a:r>
              <a:rPr lang="de"/>
              <a:t>Create target mappings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Shape 250"/>
          <p:cNvSpPr txBox="1">
            <a:spLocks noGrp="1"/>
          </p:cNvSpPr>
          <p:nvPr>
            <p:ph type="ctrTitle"/>
          </p:nvPr>
        </p:nvSpPr>
        <p:spPr>
          <a:xfrm>
            <a:off x="242936" y="1833303"/>
            <a:ext cx="8656645" cy="69233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4500"/>
              <a:buFont typeface="Arial"/>
              <a:buNone/>
            </a:pPr>
            <a:r>
              <a:rPr lang="de" sz="4500" b="1" i="0" u="none" strike="noStrike" cap="none">
                <a:solidFill>
                  <a:schemeClr val="dk1"/>
                </a:solidFill>
                <a:latin typeface="Arial"/>
                <a:ea typeface="Arial"/>
                <a:cs typeface="Arial"/>
                <a:sym typeface="Arial"/>
              </a:rPr>
              <a:t> </a:t>
            </a:r>
            <a:endParaRPr sz="1000"/>
          </a:p>
        </p:txBody>
      </p:sp>
      <p:sp>
        <p:nvSpPr>
          <p:cNvPr id="251" name="Shape 251"/>
          <p:cNvSpPr txBox="1">
            <a:spLocks noGrp="1"/>
          </p:cNvSpPr>
          <p:nvPr>
            <p:ph type="body" idx="1"/>
          </p:nvPr>
        </p:nvSpPr>
        <p:spPr>
          <a:xfrm>
            <a:off x="242936" y="2629804"/>
            <a:ext cx="8656645" cy="46553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1100"/>
              </a:spcBef>
              <a:spcAft>
                <a:spcPts val="0"/>
              </a:spcAft>
              <a:buClr>
                <a:schemeClr val="accent1"/>
              </a:buClr>
              <a:buSzPts val="1100"/>
              <a:buFont typeface="Arial"/>
              <a:buNone/>
            </a:pPr>
            <a:r>
              <a:rPr lang="de" dirty="0"/>
              <a:t>You already heard about the SAP FIORI User experience, now take a look at it yourself:</a:t>
            </a:r>
            <a:endParaRPr dirty="0"/>
          </a:p>
          <a:p>
            <a:pPr marL="0" marR="0" lvl="0" indent="0" algn="ctr" rtl="0">
              <a:lnSpc>
                <a:spcPct val="100000"/>
              </a:lnSpc>
              <a:spcBef>
                <a:spcPts val="1100"/>
              </a:spcBef>
              <a:spcAft>
                <a:spcPts val="0"/>
              </a:spcAft>
              <a:buClr>
                <a:schemeClr val="accent1"/>
              </a:buClr>
              <a:buSzPts val="1100"/>
              <a:buFont typeface="Arial"/>
              <a:buNone/>
            </a:pPr>
            <a:r>
              <a:rPr lang="de" dirty="0"/>
              <a:t> www.sapfioritrial.com</a:t>
            </a:r>
            <a:endParaRPr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Shape 257"/>
          <p:cNvSpPr txBox="1">
            <a:spLocks noGrp="1"/>
          </p:cNvSpPr>
          <p:nvPr>
            <p:ph type="title"/>
          </p:nvPr>
        </p:nvSpPr>
        <p:spPr>
          <a:xfrm>
            <a:off x="242936" y="243000"/>
            <a:ext cx="8656645" cy="567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CCCCCC"/>
              </a:buClr>
              <a:buSzPts val="1500"/>
              <a:buFont typeface="Arial"/>
              <a:buNone/>
            </a:pPr>
            <a:r>
              <a:rPr lang="de" sz="1500" b="1" i="0" u="none" strike="noStrike" cap="none">
                <a:solidFill>
                  <a:srgbClr val="CCCCCC"/>
                </a:solidFill>
                <a:latin typeface="Arial"/>
                <a:ea typeface="Arial"/>
                <a:cs typeface="Arial"/>
                <a:sym typeface="Arial"/>
              </a:rPr>
              <a:t>III.</a:t>
            </a:r>
            <a:r>
              <a:rPr lang="de" sz="1500">
                <a:solidFill>
                  <a:srgbClr val="CCCCCC"/>
                </a:solidFill>
              </a:rPr>
              <a:t> Navigation concepts</a:t>
            </a:r>
            <a:r>
              <a:rPr lang="de" sz="2100" b="1" i="0" u="none" strike="noStrike" cap="none">
                <a:solidFill>
                  <a:schemeClr val="accent2"/>
                </a:solidFill>
                <a:latin typeface="Arial"/>
                <a:ea typeface="Arial"/>
                <a:cs typeface="Arial"/>
                <a:sym typeface="Arial"/>
              </a:rPr>
              <a:t/>
            </a:r>
            <a:br>
              <a:rPr lang="de" sz="2100" b="1" i="0" u="none" strike="noStrike" cap="none">
                <a:solidFill>
                  <a:schemeClr val="accent2"/>
                </a:solidFill>
                <a:latin typeface="Arial"/>
                <a:ea typeface="Arial"/>
                <a:cs typeface="Arial"/>
                <a:sym typeface="Arial"/>
              </a:rPr>
            </a:br>
            <a:r>
              <a:rPr lang="de" sz="2100" b="1" i="0" u="none" strike="noStrike" cap="none">
                <a:solidFill>
                  <a:schemeClr val="accent2"/>
                </a:solidFill>
                <a:latin typeface="Arial"/>
                <a:ea typeface="Arial"/>
                <a:cs typeface="Arial"/>
                <a:sym typeface="Arial"/>
              </a:rPr>
              <a:t>Navigation b</a:t>
            </a:r>
            <a:r>
              <a:rPr lang="de"/>
              <a:t>asics</a:t>
            </a:r>
            <a:endParaRPr sz="2100" b="1" i="0" u="none" strike="noStrike" cap="none">
              <a:solidFill>
                <a:schemeClr val="accent2"/>
              </a:solidFill>
              <a:latin typeface="Arial"/>
              <a:ea typeface="Arial"/>
              <a:cs typeface="Arial"/>
              <a:sym typeface="Arial"/>
            </a:endParaRPr>
          </a:p>
        </p:txBody>
      </p:sp>
      <p:sp>
        <p:nvSpPr>
          <p:cNvPr id="258" name="Shape 258"/>
          <p:cNvSpPr txBox="1">
            <a:spLocks noGrp="1"/>
          </p:cNvSpPr>
          <p:nvPr>
            <p:ph type="body" idx="1"/>
          </p:nvPr>
        </p:nvSpPr>
        <p:spPr>
          <a:xfrm>
            <a:off x="242936" y="1269000"/>
            <a:ext cx="8656500" cy="3294000"/>
          </a:xfrm>
          <a:prstGeom prst="rect">
            <a:avLst/>
          </a:prstGeom>
          <a:noFill/>
          <a:ln>
            <a:noFill/>
          </a:ln>
        </p:spPr>
        <p:txBody>
          <a:bodyPr spcFirstLastPara="1" wrap="square" lIns="0" tIns="0" rIns="0" bIns="0" anchor="t" anchorCtr="0">
            <a:noAutofit/>
          </a:bodyPr>
          <a:lstStyle/>
          <a:p>
            <a:pPr marL="254000" marR="0" lvl="0" indent="-254000" algn="l" rtl="0">
              <a:lnSpc>
                <a:spcPct val="100000"/>
              </a:lnSpc>
              <a:spcBef>
                <a:spcPts val="0"/>
              </a:spcBef>
              <a:spcAft>
                <a:spcPts val="0"/>
              </a:spcAft>
              <a:buClr>
                <a:schemeClr val="accent1"/>
              </a:buClr>
              <a:buSzPts val="1200"/>
              <a:buFont typeface="Arial"/>
              <a:buChar char="•"/>
            </a:pPr>
            <a:r>
              <a:rPr lang="de" dirty="0"/>
              <a:t>O</a:t>
            </a:r>
            <a:r>
              <a:rPr lang="de" dirty="0" smtClean="0"/>
              <a:t>ffers </a:t>
            </a:r>
            <a:r>
              <a:rPr lang="de" dirty="0"/>
              <a:t>web-like navigation experience (open new tabs, create bookmarks, back &amp; forward buttons)</a:t>
            </a:r>
            <a:endParaRPr dirty="0"/>
          </a:p>
          <a:p>
            <a:pPr marL="0" marR="0" lvl="0" indent="0" algn="l" rtl="0">
              <a:lnSpc>
                <a:spcPct val="100000"/>
              </a:lnSpc>
              <a:spcBef>
                <a:spcPts val="0"/>
              </a:spcBef>
              <a:spcAft>
                <a:spcPts val="0"/>
              </a:spcAft>
              <a:buNone/>
            </a:pPr>
            <a:r>
              <a:rPr lang="de" dirty="0"/>
              <a:t> </a:t>
            </a:r>
            <a:endParaRPr dirty="0"/>
          </a:p>
          <a:p>
            <a:pPr marL="254000" marR="0" lvl="0" indent="-254000" algn="l" rtl="0">
              <a:lnSpc>
                <a:spcPct val="100000"/>
              </a:lnSpc>
              <a:spcBef>
                <a:spcPts val="0"/>
              </a:spcBef>
              <a:spcAft>
                <a:spcPts val="0"/>
              </a:spcAft>
              <a:buClr>
                <a:schemeClr val="accent1"/>
              </a:buClr>
              <a:buSzPts val="1200"/>
              <a:buFont typeface="Arial"/>
              <a:buChar char="•"/>
            </a:pPr>
            <a:r>
              <a:rPr lang="de" dirty="0"/>
              <a:t>SAP Fiori launchpad supports navigation based on URL fragments, intent-based, cross-app and inner-app navigation</a:t>
            </a:r>
            <a:endParaRPr sz="1500" b="1" i="0" u="none" strike="noStrike" cap="none" dirty="0">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Shape 264"/>
          <p:cNvSpPr txBox="1">
            <a:spLocks noGrp="1"/>
          </p:cNvSpPr>
          <p:nvPr>
            <p:ph type="title"/>
          </p:nvPr>
        </p:nvSpPr>
        <p:spPr>
          <a:xfrm>
            <a:off x="242936" y="243000"/>
            <a:ext cx="8656645" cy="567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CCCCCC"/>
              </a:buClr>
              <a:buSzPts val="1500"/>
              <a:buFont typeface="Arial"/>
              <a:buNone/>
            </a:pPr>
            <a:r>
              <a:rPr lang="de" sz="1500" b="1" i="0" u="none" strike="noStrike" cap="none">
                <a:solidFill>
                  <a:srgbClr val="CCCCCC"/>
                </a:solidFill>
                <a:latin typeface="Arial"/>
                <a:ea typeface="Arial"/>
                <a:cs typeface="Arial"/>
                <a:sym typeface="Arial"/>
              </a:rPr>
              <a:t>III.</a:t>
            </a:r>
            <a:r>
              <a:rPr lang="de" sz="1500">
                <a:solidFill>
                  <a:srgbClr val="CCCCCC"/>
                </a:solidFill>
              </a:rPr>
              <a:t>Navigation concepts</a:t>
            </a:r>
            <a:r>
              <a:rPr lang="de" sz="2100" b="1" i="0" u="none" strike="noStrike" cap="none">
                <a:solidFill>
                  <a:schemeClr val="accent2"/>
                </a:solidFill>
                <a:latin typeface="Arial"/>
                <a:ea typeface="Arial"/>
                <a:cs typeface="Arial"/>
                <a:sym typeface="Arial"/>
              </a:rPr>
              <a:t/>
            </a:r>
            <a:br>
              <a:rPr lang="de" sz="2100" b="1" i="0" u="none" strike="noStrike" cap="none">
                <a:solidFill>
                  <a:schemeClr val="accent2"/>
                </a:solidFill>
                <a:latin typeface="Arial"/>
                <a:ea typeface="Arial"/>
                <a:cs typeface="Arial"/>
                <a:sym typeface="Arial"/>
              </a:rPr>
            </a:br>
            <a:r>
              <a:rPr lang="de" sz="2100" b="1" i="0" u="none" strike="noStrike" cap="none">
                <a:solidFill>
                  <a:schemeClr val="accent2"/>
                </a:solidFill>
                <a:latin typeface="Arial"/>
                <a:ea typeface="Arial"/>
                <a:cs typeface="Arial"/>
                <a:sym typeface="Arial"/>
              </a:rPr>
              <a:t>Tiles, Catalogs &amp; Groups</a:t>
            </a:r>
            <a:endParaRPr sz="2100" b="1" i="0" u="none" strike="noStrike" cap="none">
              <a:solidFill>
                <a:schemeClr val="accent2"/>
              </a:solidFill>
              <a:latin typeface="Arial"/>
              <a:ea typeface="Arial"/>
              <a:cs typeface="Arial"/>
              <a:sym typeface="Arial"/>
            </a:endParaRPr>
          </a:p>
        </p:txBody>
      </p:sp>
      <p:sp>
        <p:nvSpPr>
          <p:cNvPr id="265" name="Shape 265"/>
          <p:cNvSpPr txBox="1">
            <a:spLocks noGrp="1"/>
          </p:cNvSpPr>
          <p:nvPr>
            <p:ph type="body" idx="1"/>
          </p:nvPr>
        </p:nvSpPr>
        <p:spPr>
          <a:xfrm>
            <a:off x="242936" y="1269000"/>
            <a:ext cx="8656645" cy="3294005"/>
          </a:xfrm>
          <a:prstGeom prst="rect">
            <a:avLst/>
          </a:prstGeom>
          <a:noFill/>
          <a:ln>
            <a:noFill/>
          </a:ln>
        </p:spPr>
        <p:txBody>
          <a:bodyPr spcFirstLastPara="1" wrap="square" lIns="0" tIns="0" rIns="0" bIns="0" anchor="t" anchorCtr="0">
            <a:noAutofit/>
          </a:bodyPr>
          <a:lstStyle/>
          <a:p>
            <a:pPr marL="254000" marR="0" lvl="0" indent="-254000" algn="l" rtl="0">
              <a:lnSpc>
                <a:spcPct val="100000"/>
              </a:lnSpc>
              <a:spcBef>
                <a:spcPts val="0"/>
              </a:spcBef>
              <a:spcAft>
                <a:spcPts val="0"/>
              </a:spcAft>
              <a:buClr>
                <a:schemeClr val="accent1"/>
              </a:buClr>
              <a:buSzPts val="1200"/>
              <a:buFont typeface="Arial"/>
              <a:buChar char="•"/>
            </a:pPr>
            <a:r>
              <a:rPr lang="de" sz="1500" b="0" i="0" u="none" strike="noStrike" cap="none">
                <a:solidFill>
                  <a:schemeClr val="dk1"/>
                </a:solidFill>
                <a:latin typeface="Arial"/>
                <a:ea typeface="Arial"/>
                <a:cs typeface="Arial"/>
                <a:sym typeface="Arial"/>
              </a:rPr>
              <a:t>In fiori, applications are referenced through tiles, structured in catalogs and groups</a:t>
            </a:r>
            <a:endParaRPr sz="1500" b="0" i="0" u="none" strike="noStrike" cap="none">
              <a:solidFill>
                <a:schemeClr val="dk1"/>
              </a:solidFill>
              <a:latin typeface="Arial"/>
              <a:ea typeface="Arial"/>
              <a:cs typeface="Arial"/>
              <a:sym typeface="Arial"/>
            </a:endParaRPr>
          </a:p>
          <a:p>
            <a:pPr marL="254000" marR="0" lvl="0" indent="-254000" algn="l" rtl="0">
              <a:lnSpc>
                <a:spcPct val="100000"/>
              </a:lnSpc>
              <a:spcBef>
                <a:spcPts val="1800"/>
              </a:spcBef>
              <a:spcAft>
                <a:spcPts val="0"/>
              </a:spcAft>
              <a:buClr>
                <a:schemeClr val="accent1"/>
              </a:buClr>
              <a:buSzPts val="1200"/>
              <a:buFont typeface="Arial"/>
              <a:buChar char="•"/>
            </a:pPr>
            <a:r>
              <a:rPr lang="de" sz="1500" b="1" i="0" u="none" strike="noStrike" cap="none">
                <a:solidFill>
                  <a:schemeClr val="dk1"/>
                </a:solidFill>
                <a:latin typeface="Arial"/>
                <a:ea typeface="Arial"/>
                <a:cs typeface="Arial"/>
                <a:sym typeface="Arial"/>
              </a:rPr>
              <a:t>Tile: </a:t>
            </a:r>
            <a:r>
              <a:rPr lang="de" sz="1500" b="0" i="0" u="none" strike="noStrike" cap="none">
                <a:solidFill>
                  <a:schemeClr val="dk1"/>
                </a:solidFill>
                <a:latin typeface="Arial"/>
                <a:ea typeface="Arial"/>
                <a:cs typeface="Arial"/>
                <a:sym typeface="Arial"/>
              </a:rPr>
              <a:t>Starts the application (by using a target mapping). Can be selected from catalogs and arranged in groups.</a:t>
            </a:r>
            <a:endParaRPr sz="1000"/>
          </a:p>
          <a:p>
            <a:pPr marL="254000" marR="0" lvl="0" indent="-254000" algn="l" rtl="0">
              <a:lnSpc>
                <a:spcPct val="100000"/>
              </a:lnSpc>
              <a:spcBef>
                <a:spcPts val="1800"/>
              </a:spcBef>
              <a:spcAft>
                <a:spcPts val="0"/>
              </a:spcAft>
              <a:buClr>
                <a:schemeClr val="accent1"/>
              </a:buClr>
              <a:buSzPts val="1200"/>
              <a:buFont typeface="Arial"/>
              <a:buChar char="•"/>
            </a:pPr>
            <a:r>
              <a:rPr lang="de" sz="1500" b="1" i="0" u="none" strike="noStrike" cap="none">
                <a:solidFill>
                  <a:schemeClr val="dk1"/>
                </a:solidFill>
                <a:latin typeface="Arial"/>
                <a:ea typeface="Arial"/>
                <a:cs typeface="Arial"/>
                <a:sym typeface="Arial"/>
              </a:rPr>
              <a:t>Catalog:</a:t>
            </a:r>
            <a:r>
              <a:rPr lang="de" sz="1500" b="0" i="0" u="none" strike="noStrike" cap="none">
                <a:solidFill>
                  <a:schemeClr val="dk1"/>
                </a:solidFill>
                <a:latin typeface="Arial"/>
                <a:ea typeface="Arial"/>
                <a:cs typeface="Arial"/>
                <a:sym typeface="Arial"/>
              </a:rPr>
              <a:t> Set of apps made available for a role. A User can search the catalog, select apps out of it and add them to his entry page. </a:t>
            </a:r>
            <a:endParaRPr sz="1000"/>
          </a:p>
          <a:p>
            <a:pPr marL="254000" marR="0" lvl="0" indent="-254000" algn="l" rtl="0">
              <a:lnSpc>
                <a:spcPct val="100000"/>
              </a:lnSpc>
              <a:spcBef>
                <a:spcPts val="1800"/>
              </a:spcBef>
              <a:spcAft>
                <a:spcPts val="0"/>
              </a:spcAft>
              <a:buClr>
                <a:schemeClr val="accent1"/>
              </a:buClr>
              <a:buSzPts val="1200"/>
              <a:buFont typeface="Arial"/>
              <a:buChar char="•"/>
            </a:pPr>
            <a:r>
              <a:rPr lang="de" sz="1500" b="1" i="0" u="none" strike="noStrike" cap="none">
                <a:solidFill>
                  <a:schemeClr val="dk1"/>
                </a:solidFill>
                <a:latin typeface="Arial"/>
                <a:ea typeface="Arial"/>
                <a:cs typeface="Arial"/>
                <a:sym typeface="Arial"/>
              </a:rPr>
              <a:t>Group: </a:t>
            </a:r>
            <a:r>
              <a:rPr lang="de" sz="1500" b="0" i="0" u="none" strike="noStrike" cap="none">
                <a:solidFill>
                  <a:schemeClr val="dk1"/>
                </a:solidFill>
                <a:latin typeface="Arial"/>
                <a:ea typeface="Arial"/>
                <a:cs typeface="Arial"/>
                <a:sym typeface="Arial"/>
              </a:rPr>
              <a:t>Subset of a catalog, consists of the apps visible on the launchpad. Can be assigned to a role, so that the end user doesn‘t have to add the desired tiles himself.</a:t>
            </a:r>
            <a:endParaRPr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Shape 278"/>
          <p:cNvSpPr txBox="1">
            <a:spLocks noGrp="1"/>
          </p:cNvSpPr>
          <p:nvPr>
            <p:ph type="title"/>
          </p:nvPr>
        </p:nvSpPr>
        <p:spPr>
          <a:xfrm>
            <a:off x="242936" y="243000"/>
            <a:ext cx="8656500" cy="567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CCCCCC"/>
              </a:buClr>
              <a:buSzPts val="1500"/>
              <a:buFont typeface="Arial"/>
              <a:buNone/>
            </a:pPr>
            <a:r>
              <a:rPr lang="de" sz="1500" b="1" i="0" u="none" strike="noStrike" cap="none">
                <a:solidFill>
                  <a:srgbClr val="CCCCCC"/>
                </a:solidFill>
                <a:latin typeface="Arial"/>
                <a:ea typeface="Arial"/>
                <a:cs typeface="Arial"/>
                <a:sym typeface="Arial"/>
              </a:rPr>
              <a:t>III.</a:t>
            </a:r>
            <a:r>
              <a:rPr lang="de" sz="1500">
                <a:solidFill>
                  <a:srgbClr val="CCCCCC"/>
                </a:solidFill>
              </a:rPr>
              <a:t>Navigation concepts</a:t>
            </a:r>
            <a:r>
              <a:rPr lang="de" sz="2100" b="1" i="0" u="none" strike="noStrike" cap="none">
                <a:solidFill>
                  <a:schemeClr val="accent2"/>
                </a:solidFill>
                <a:latin typeface="Arial"/>
                <a:ea typeface="Arial"/>
                <a:cs typeface="Arial"/>
                <a:sym typeface="Arial"/>
              </a:rPr>
              <a:t/>
            </a:r>
            <a:br>
              <a:rPr lang="de" sz="2100" b="1" i="0" u="none" strike="noStrike" cap="none">
                <a:solidFill>
                  <a:schemeClr val="accent2"/>
                </a:solidFill>
                <a:latin typeface="Arial"/>
                <a:ea typeface="Arial"/>
                <a:cs typeface="Arial"/>
                <a:sym typeface="Arial"/>
              </a:rPr>
            </a:br>
            <a:r>
              <a:rPr lang="de"/>
              <a:t>Navigation</a:t>
            </a:r>
            <a:endParaRPr sz="2100" b="1" i="0" u="none" strike="noStrike" cap="none">
              <a:solidFill>
                <a:schemeClr val="accent2"/>
              </a:solidFill>
              <a:latin typeface="Arial"/>
              <a:ea typeface="Arial"/>
              <a:cs typeface="Arial"/>
              <a:sym typeface="Arial"/>
            </a:endParaRPr>
          </a:p>
        </p:txBody>
      </p:sp>
      <p:pic>
        <p:nvPicPr>
          <p:cNvPr id="279" name="Shape 279"/>
          <p:cNvPicPr preferRelativeResize="0"/>
          <p:nvPr/>
        </p:nvPicPr>
        <p:blipFill>
          <a:blip r:embed="rId3">
            <a:alphaModFix/>
          </a:blip>
          <a:stretch>
            <a:fillRect/>
          </a:stretch>
        </p:blipFill>
        <p:spPr>
          <a:xfrm>
            <a:off x="3744050" y="1074675"/>
            <a:ext cx="5155375" cy="1883300"/>
          </a:xfrm>
          <a:prstGeom prst="rect">
            <a:avLst/>
          </a:prstGeom>
          <a:noFill/>
          <a:ln>
            <a:noFill/>
          </a:ln>
        </p:spPr>
      </p:pic>
      <p:sp>
        <p:nvSpPr>
          <p:cNvPr id="280" name="Shape 280"/>
          <p:cNvSpPr txBox="1">
            <a:spLocks noGrp="1"/>
          </p:cNvSpPr>
          <p:nvPr>
            <p:ph type="body" idx="1"/>
          </p:nvPr>
        </p:nvSpPr>
        <p:spPr>
          <a:xfrm>
            <a:off x="242930" y="1269000"/>
            <a:ext cx="4330500" cy="3294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de" dirty="0"/>
              <a:t>Two main ways:</a:t>
            </a:r>
            <a:endParaRPr dirty="0"/>
          </a:p>
          <a:p>
            <a:pPr marL="0" marR="0" lvl="0" indent="0" algn="l" rtl="0">
              <a:lnSpc>
                <a:spcPct val="100000"/>
              </a:lnSpc>
              <a:spcBef>
                <a:spcPts val="0"/>
              </a:spcBef>
              <a:spcAft>
                <a:spcPts val="0"/>
              </a:spcAft>
              <a:buNone/>
            </a:pPr>
            <a:endParaRPr dirty="0"/>
          </a:p>
          <a:p>
            <a:pPr marL="254000" marR="0" lvl="0" indent="-254000" algn="l" rtl="0">
              <a:lnSpc>
                <a:spcPct val="100000"/>
              </a:lnSpc>
              <a:spcBef>
                <a:spcPts val="0"/>
              </a:spcBef>
              <a:spcAft>
                <a:spcPts val="0"/>
              </a:spcAft>
              <a:buClr>
                <a:schemeClr val="accent1"/>
              </a:buClr>
              <a:buSzPts val="1200"/>
              <a:buFont typeface="Arial"/>
              <a:buChar char="•"/>
            </a:pPr>
            <a:r>
              <a:rPr lang="de" dirty="0"/>
              <a:t>Via Target URL (dependent or independent)</a:t>
            </a:r>
            <a:endParaRPr dirty="0"/>
          </a:p>
          <a:p>
            <a:pPr marL="406400" marR="0" lvl="4" indent="-152400" algn="l" rtl="0">
              <a:lnSpc>
                <a:spcPct val="100000"/>
              </a:lnSpc>
              <a:spcBef>
                <a:spcPts val="0"/>
              </a:spcBef>
              <a:spcAft>
                <a:spcPts val="0"/>
              </a:spcAft>
              <a:buSzPts val="1400"/>
              <a:buChar char="o"/>
            </a:pPr>
            <a:r>
              <a:rPr lang="de" sz="1400" u="sng" dirty="0">
                <a:solidFill>
                  <a:schemeClr val="hlink"/>
                </a:solidFill>
                <a:hlinkClick r:id="rId4"/>
              </a:rPr>
              <a:t>www.sap.com</a:t>
            </a:r>
            <a:endParaRPr sz="1400" dirty="0"/>
          </a:p>
          <a:p>
            <a:pPr marL="406400" marR="0" lvl="4" indent="-152400" algn="l" rtl="0">
              <a:lnSpc>
                <a:spcPct val="100000"/>
              </a:lnSpc>
              <a:spcBef>
                <a:spcPts val="0"/>
              </a:spcBef>
              <a:spcAft>
                <a:spcPts val="0"/>
              </a:spcAft>
              <a:buSzPts val="1400"/>
              <a:buChar char="o"/>
            </a:pPr>
            <a:r>
              <a:rPr lang="de" sz="1400" dirty="0"/>
              <a:t>/sap/bc/ui5_ui5/sap/z_mvc_app_000</a:t>
            </a:r>
            <a:endParaRPr sz="1400" dirty="0"/>
          </a:p>
          <a:p>
            <a:pPr marL="1828800" marR="0" lvl="0" indent="0" algn="l" rtl="0">
              <a:lnSpc>
                <a:spcPct val="100000"/>
              </a:lnSpc>
              <a:spcBef>
                <a:spcPts val="0"/>
              </a:spcBef>
              <a:spcAft>
                <a:spcPts val="0"/>
              </a:spcAft>
              <a:buNone/>
            </a:pPr>
            <a:endParaRPr dirty="0"/>
          </a:p>
          <a:p>
            <a:pPr marL="254000" marR="0" lvl="0" indent="-254000" algn="l" rtl="0">
              <a:lnSpc>
                <a:spcPct val="100000"/>
              </a:lnSpc>
              <a:spcBef>
                <a:spcPts val="0"/>
              </a:spcBef>
              <a:spcAft>
                <a:spcPts val="0"/>
              </a:spcAft>
              <a:buClr>
                <a:schemeClr val="accent1"/>
              </a:buClr>
              <a:buSzPts val="1200"/>
              <a:buFont typeface="Arial"/>
              <a:buChar char="•"/>
            </a:pPr>
            <a:r>
              <a:rPr lang="de" dirty="0">
                <a:solidFill>
                  <a:schemeClr val="tx1"/>
                </a:solidFill>
              </a:rPr>
              <a:t>Intent based (semantic object navigation)</a:t>
            </a:r>
            <a:endParaRPr dirty="0">
              <a:solidFill>
                <a:schemeClr val="tx1"/>
              </a:solidFill>
            </a:endParaRPr>
          </a:p>
          <a:p>
            <a:pPr marL="406400" marR="0" lvl="4" indent="-152400" algn="l" rtl="0">
              <a:lnSpc>
                <a:spcPct val="100000"/>
              </a:lnSpc>
              <a:spcBef>
                <a:spcPts val="0"/>
              </a:spcBef>
              <a:spcAft>
                <a:spcPts val="0"/>
              </a:spcAft>
              <a:buSzPts val="1400"/>
              <a:buChar char="o"/>
            </a:pPr>
            <a:r>
              <a:rPr lang="de" sz="1400" dirty="0">
                <a:solidFill>
                  <a:schemeClr val="tx1"/>
                </a:solidFill>
              </a:rPr>
              <a:t>uses target mapping</a:t>
            </a:r>
            <a:endParaRPr sz="1400" dirty="0">
              <a:solidFill>
                <a:schemeClr val="tx1"/>
              </a:solidFill>
            </a:endParaRPr>
          </a:p>
          <a:p>
            <a:pPr marL="406400" marR="0" lvl="4" indent="-152400" algn="l" rtl="0">
              <a:lnSpc>
                <a:spcPct val="100000"/>
              </a:lnSpc>
              <a:spcBef>
                <a:spcPts val="0"/>
              </a:spcBef>
              <a:spcAft>
                <a:spcPts val="0"/>
              </a:spcAft>
              <a:buSzPts val="1400"/>
              <a:buChar char="o"/>
            </a:pPr>
            <a:r>
              <a:rPr lang="de" sz="1400" dirty="0">
                <a:solidFill>
                  <a:schemeClr val="tx1"/>
                </a:solidFill>
              </a:rPr>
              <a:t>decouples navigation-trigger from navigation-target</a:t>
            </a:r>
            <a:br>
              <a:rPr lang="de" sz="1400" dirty="0">
                <a:solidFill>
                  <a:schemeClr val="tx1"/>
                </a:solidFill>
              </a:rPr>
            </a:br>
            <a:r>
              <a:rPr lang="de" sz="1400" dirty="0">
                <a:solidFill>
                  <a:schemeClr val="tx1"/>
                </a:solidFill>
              </a:rPr>
              <a:t>-modify the target application without changing the trigger</a:t>
            </a:r>
            <a:br>
              <a:rPr lang="de" sz="1400" dirty="0">
                <a:solidFill>
                  <a:schemeClr val="tx1"/>
                </a:solidFill>
              </a:rPr>
            </a:br>
            <a:r>
              <a:rPr lang="de" sz="1400" dirty="0">
                <a:solidFill>
                  <a:schemeClr val="tx1"/>
                </a:solidFill>
              </a:rPr>
              <a:t>- choose the target depending on role or device type</a:t>
            </a:r>
            <a:endParaRPr sz="1400" dirty="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Shape 271"/>
          <p:cNvSpPr txBox="1">
            <a:spLocks noGrp="1"/>
          </p:cNvSpPr>
          <p:nvPr>
            <p:ph type="title"/>
          </p:nvPr>
        </p:nvSpPr>
        <p:spPr>
          <a:xfrm>
            <a:off x="242936" y="243000"/>
            <a:ext cx="8656500" cy="567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CCCCCC"/>
              </a:buClr>
              <a:buSzPts val="1500"/>
              <a:buFont typeface="Arial"/>
              <a:buNone/>
            </a:pPr>
            <a:r>
              <a:rPr lang="de" sz="1500" b="1" i="0" u="none" strike="noStrike" cap="none">
                <a:solidFill>
                  <a:srgbClr val="CCCCCC"/>
                </a:solidFill>
                <a:latin typeface="Arial"/>
                <a:ea typeface="Arial"/>
                <a:cs typeface="Arial"/>
                <a:sym typeface="Arial"/>
              </a:rPr>
              <a:t>III.</a:t>
            </a:r>
            <a:r>
              <a:rPr lang="de" sz="1500">
                <a:solidFill>
                  <a:srgbClr val="CCCCCC"/>
                </a:solidFill>
              </a:rPr>
              <a:t> Navigation concepts</a:t>
            </a:r>
            <a:r>
              <a:rPr lang="de" sz="2100" b="1" i="0" u="none" strike="noStrike" cap="none">
                <a:solidFill>
                  <a:schemeClr val="accent2"/>
                </a:solidFill>
                <a:latin typeface="Arial"/>
                <a:ea typeface="Arial"/>
                <a:cs typeface="Arial"/>
                <a:sym typeface="Arial"/>
              </a:rPr>
              <a:t/>
            </a:r>
            <a:br>
              <a:rPr lang="de" sz="2100" b="1" i="0" u="none" strike="noStrike" cap="none">
                <a:solidFill>
                  <a:schemeClr val="accent2"/>
                </a:solidFill>
                <a:latin typeface="Arial"/>
                <a:ea typeface="Arial"/>
                <a:cs typeface="Arial"/>
                <a:sym typeface="Arial"/>
              </a:rPr>
            </a:br>
            <a:r>
              <a:rPr lang="de" sz="2100" b="1" i="0" u="none" strike="noStrike" cap="none">
                <a:solidFill>
                  <a:schemeClr val="accent2"/>
                </a:solidFill>
                <a:latin typeface="Arial"/>
                <a:ea typeface="Arial"/>
                <a:cs typeface="Arial"/>
                <a:sym typeface="Arial"/>
              </a:rPr>
              <a:t>Navigation by intent</a:t>
            </a:r>
            <a:endParaRPr sz="2100" b="1" i="0" u="none" strike="noStrike" cap="none">
              <a:solidFill>
                <a:schemeClr val="accent2"/>
              </a:solidFill>
              <a:latin typeface="Arial"/>
              <a:ea typeface="Arial"/>
              <a:cs typeface="Arial"/>
              <a:sym typeface="Arial"/>
            </a:endParaRPr>
          </a:p>
        </p:txBody>
      </p:sp>
      <p:sp>
        <p:nvSpPr>
          <p:cNvPr id="272" name="Shape 272"/>
          <p:cNvSpPr txBox="1">
            <a:spLocks noGrp="1"/>
          </p:cNvSpPr>
          <p:nvPr>
            <p:ph type="body" idx="1"/>
          </p:nvPr>
        </p:nvSpPr>
        <p:spPr>
          <a:xfrm>
            <a:off x="242936" y="1269000"/>
            <a:ext cx="8656500" cy="3294000"/>
          </a:xfrm>
          <a:prstGeom prst="rect">
            <a:avLst/>
          </a:prstGeom>
          <a:noFill/>
          <a:ln>
            <a:noFill/>
          </a:ln>
        </p:spPr>
        <p:txBody>
          <a:bodyPr spcFirstLastPara="1" wrap="square" lIns="0" tIns="0" rIns="0" bIns="0" anchor="t" anchorCtr="0">
            <a:noAutofit/>
          </a:bodyPr>
          <a:lstStyle/>
          <a:p>
            <a:pPr marL="254000" marR="0" lvl="0" indent="-254000" algn="l" rtl="0">
              <a:lnSpc>
                <a:spcPct val="100000"/>
              </a:lnSpc>
              <a:spcBef>
                <a:spcPts val="0"/>
              </a:spcBef>
              <a:spcAft>
                <a:spcPts val="0"/>
              </a:spcAft>
              <a:buClr>
                <a:schemeClr val="accent1"/>
              </a:buClr>
              <a:buSzPts val="1200"/>
              <a:buFont typeface="Arial"/>
              <a:buChar char="•"/>
            </a:pPr>
            <a:r>
              <a:rPr lang="de" sz="1500" b="0" i="0" u="none" strike="noStrike" cap="none" dirty="0">
                <a:solidFill>
                  <a:schemeClr val="dk1"/>
                </a:solidFill>
                <a:latin typeface="Arial"/>
                <a:ea typeface="Arial"/>
                <a:cs typeface="Arial"/>
                <a:sym typeface="Arial"/>
              </a:rPr>
              <a:t>Navigation in fiori consists of semantic objects and actions</a:t>
            </a:r>
            <a:endParaRPr sz="1500" b="0" i="0" u="none" strike="noStrike" cap="none" dirty="0">
              <a:solidFill>
                <a:schemeClr val="dk1"/>
              </a:solidFill>
              <a:latin typeface="Arial"/>
              <a:ea typeface="Arial"/>
              <a:cs typeface="Arial"/>
              <a:sym typeface="Arial"/>
            </a:endParaRPr>
          </a:p>
          <a:p>
            <a:pPr marL="254000" marR="0" lvl="0" indent="-254000" algn="l" rtl="0">
              <a:lnSpc>
                <a:spcPct val="100000"/>
              </a:lnSpc>
              <a:spcBef>
                <a:spcPts val="1800"/>
              </a:spcBef>
              <a:spcAft>
                <a:spcPts val="0"/>
              </a:spcAft>
              <a:buClr>
                <a:schemeClr val="accent1"/>
              </a:buClr>
              <a:buSzPts val="1200"/>
              <a:buFont typeface="Arial"/>
              <a:buChar char="•"/>
            </a:pPr>
            <a:r>
              <a:rPr lang="de" sz="1500" b="1" i="0" u="none" strike="noStrike" cap="none" dirty="0">
                <a:solidFill>
                  <a:schemeClr val="tx1"/>
                </a:solidFill>
                <a:latin typeface="Arial"/>
                <a:ea typeface="Arial"/>
                <a:cs typeface="Arial"/>
                <a:sym typeface="Arial"/>
              </a:rPr>
              <a:t>Semantic object: </a:t>
            </a:r>
            <a:r>
              <a:rPr lang="de" sz="1500" b="0" i="0" u="none" strike="noStrike" cap="none" dirty="0">
                <a:solidFill>
                  <a:schemeClr val="tx1"/>
                </a:solidFill>
                <a:latin typeface="Arial"/>
                <a:ea typeface="Arial"/>
                <a:cs typeface="Arial"/>
                <a:sym typeface="Arial"/>
              </a:rPr>
              <a:t>Represents business entity (customer, sales order or a product). </a:t>
            </a:r>
            <a:br>
              <a:rPr lang="de" sz="1500" b="0" i="0" u="none" strike="noStrike" cap="none" dirty="0">
                <a:solidFill>
                  <a:schemeClr val="tx1"/>
                </a:solidFill>
                <a:latin typeface="Arial"/>
                <a:ea typeface="Arial"/>
                <a:cs typeface="Arial"/>
                <a:sym typeface="Arial"/>
              </a:rPr>
            </a:br>
            <a:r>
              <a:rPr lang="de" sz="1500" b="0" i="0" u="none" strike="noStrike" cap="none" dirty="0">
                <a:solidFill>
                  <a:schemeClr val="tx1"/>
                </a:solidFill>
                <a:latin typeface="Arial"/>
                <a:ea typeface="Arial"/>
                <a:cs typeface="Arial"/>
                <a:sym typeface="Arial"/>
              </a:rPr>
              <a:t>Refer to objects in a standardized way, abstracting from concrete implementation of these objects</a:t>
            </a:r>
            <a:endParaRPr sz="1500" b="0" i="0" u="none" strike="noStrike" cap="none" dirty="0">
              <a:solidFill>
                <a:schemeClr val="tx1"/>
              </a:solidFill>
              <a:latin typeface="Arial"/>
              <a:ea typeface="Arial"/>
              <a:cs typeface="Arial"/>
              <a:sym typeface="Arial"/>
            </a:endParaRPr>
          </a:p>
          <a:p>
            <a:pPr marL="254000" marR="0" lvl="0" indent="-254000" algn="l" rtl="0">
              <a:lnSpc>
                <a:spcPct val="100000"/>
              </a:lnSpc>
              <a:spcBef>
                <a:spcPts val="1800"/>
              </a:spcBef>
              <a:spcAft>
                <a:spcPts val="0"/>
              </a:spcAft>
              <a:buClr>
                <a:schemeClr val="accent1"/>
              </a:buClr>
              <a:buSzPts val="1200"/>
              <a:buFont typeface="Arial"/>
              <a:buChar char="•"/>
            </a:pPr>
            <a:r>
              <a:rPr lang="de" sz="1500" b="1" i="0" u="none" strike="noStrike" cap="none" dirty="0">
                <a:solidFill>
                  <a:schemeClr val="tx1"/>
                </a:solidFill>
                <a:latin typeface="Arial"/>
                <a:ea typeface="Arial"/>
                <a:cs typeface="Arial"/>
                <a:sym typeface="Arial"/>
              </a:rPr>
              <a:t>Action:</a:t>
            </a:r>
            <a:r>
              <a:rPr lang="de" sz="1500" b="0" i="0" u="none" strike="noStrike" cap="none" dirty="0">
                <a:solidFill>
                  <a:schemeClr val="tx1"/>
                </a:solidFill>
                <a:latin typeface="Arial"/>
                <a:ea typeface="Arial"/>
                <a:cs typeface="Arial"/>
                <a:sym typeface="Arial"/>
              </a:rPr>
              <a:t> Describes which operation is intended to be performed on a semantic object</a:t>
            </a:r>
            <a:endParaRPr sz="1500" b="1" i="0" u="none" strike="noStrike" cap="none" dirty="0">
              <a:solidFill>
                <a:schemeClr val="tx1"/>
              </a:solidFill>
              <a:latin typeface="Arial"/>
              <a:ea typeface="Arial"/>
              <a:cs typeface="Arial"/>
              <a:sym typeface="Arial"/>
            </a:endParaRPr>
          </a:p>
          <a:p>
            <a:pPr marL="254000" marR="0" lvl="0" indent="-254000" algn="l" rtl="0">
              <a:lnSpc>
                <a:spcPct val="100000"/>
              </a:lnSpc>
              <a:spcBef>
                <a:spcPts val="1800"/>
              </a:spcBef>
              <a:spcAft>
                <a:spcPts val="0"/>
              </a:spcAft>
              <a:buClr>
                <a:schemeClr val="accent1"/>
              </a:buClr>
              <a:buSzPts val="1200"/>
              <a:buFont typeface="Arial"/>
              <a:buChar char="•"/>
            </a:pPr>
            <a:r>
              <a:rPr lang="de" sz="1500" b="1" i="0" u="none" strike="noStrike" cap="none" dirty="0">
                <a:solidFill>
                  <a:schemeClr val="tx1"/>
                </a:solidFill>
                <a:latin typeface="Arial"/>
                <a:ea typeface="Arial"/>
                <a:cs typeface="Arial"/>
                <a:sym typeface="Arial"/>
              </a:rPr>
              <a:t>Intent: </a:t>
            </a:r>
            <a:r>
              <a:rPr lang="de" sz="1500" b="0" i="0" u="none" strike="noStrike" cap="none" dirty="0">
                <a:solidFill>
                  <a:schemeClr val="tx1"/>
                </a:solidFill>
                <a:latin typeface="Arial"/>
                <a:ea typeface="Arial"/>
                <a:cs typeface="Arial"/>
                <a:sym typeface="Arial"/>
              </a:rPr>
              <a:t>Combination of a semantic object and an action. Can be resolved differently, based on the role of the user, that triggers the navigation. </a:t>
            </a:r>
            <a:endParaRPr sz="1500" b="0" i="0" u="none" strike="noStrike" cap="none" dirty="0">
              <a:solidFill>
                <a:schemeClr val="tx1"/>
              </a:solidFill>
              <a:latin typeface="Arial"/>
              <a:ea typeface="Arial"/>
              <a:cs typeface="Arial"/>
              <a:sym typeface="Arial"/>
            </a:endParaRPr>
          </a:p>
          <a:p>
            <a:pPr marL="254000" marR="0" lvl="0" indent="-254000" algn="l" rtl="0">
              <a:lnSpc>
                <a:spcPct val="100000"/>
              </a:lnSpc>
              <a:spcBef>
                <a:spcPts val="1800"/>
              </a:spcBef>
              <a:spcAft>
                <a:spcPts val="0"/>
              </a:spcAft>
              <a:buClr>
                <a:schemeClr val="accent1"/>
              </a:buClr>
              <a:buSzPts val="1200"/>
              <a:buFont typeface="Arial"/>
              <a:buChar char="•"/>
            </a:pPr>
            <a:r>
              <a:rPr lang="de" sz="1500" b="1" i="0" u="none" strike="noStrike" cap="none" dirty="0">
                <a:solidFill>
                  <a:schemeClr val="tx1"/>
                </a:solidFill>
                <a:latin typeface="Arial"/>
                <a:ea typeface="Arial"/>
                <a:cs typeface="Arial"/>
                <a:sym typeface="Arial"/>
              </a:rPr>
              <a:t>Target mapping:</a:t>
            </a:r>
            <a:r>
              <a:rPr lang="de" sz="1500" b="0" i="0" u="none" strike="noStrike" cap="none" dirty="0">
                <a:solidFill>
                  <a:schemeClr val="tx1"/>
                </a:solidFill>
                <a:latin typeface="Arial"/>
                <a:ea typeface="Arial"/>
                <a:cs typeface="Arial"/>
                <a:sym typeface="Arial"/>
              </a:rPr>
              <a:t> Defines the intent, navigation target, supported device types and additional parameters. Is triggered when a tile is selected</a:t>
            </a:r>
            <a:endParaRPr sz="1500" b="1" i="0" u="none" strike="noStrike" cap="none" dirty="0">
              <a:solidFill>
                <a:schemeClr val="tx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Shape 293"/>
          <p:cNvSpPr txBox="1">
            <a:spLocks noGrp="1"/>
          </p:cNvSpPr>
          <p:nvPr>
            <p:ph type="title"/>
          </p:nvPr>
        </p:nvSpPr>
        <p:spPr>
          <a:xfrm>
            <a:off x="242936" y="243000"/>
            <a:ext cx="8656500" cy="567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CCCCCC"/>
              </a:buClr>
              <a:buSzPts val="1500"/>
              <a:buFont typeface="Arial"/>
              <a:buNone/>
            </a:pPr>
            <a:r>
              <a:rPr lang="de" sz="1500" b="1" i="0" u="none" strike="noStrike" cap="none">
                <a:solidFill>
                  <a:srgbClr val="CCCCCC"/>
                </a:solidFill>
                <a:latin typeface="Arial"/>
                <a:ea typeface="Arial"/>
                <a:cs typeface="Arial"/>
                <a:sym typeface="Arial"/>
              </a:rPr>
              <a:t>III.</a:t>
            </a:r>
            <a:r>
              <a:rPr lang="de" sz="1500">
                <a:solidFill>
                  <a:srgbClr val="CCCCCC"/>
                </a:solidFill>
              </a:rPr>
              <a:t> Navigation concepts</a:t>
            </a:r>
            <a:r>
              <a:rPr lang="de" sz="2100" b="1" i="0" u="none" strike="noStrike" cap="none">
                <a:solidFill>
                  <a:schemeClr val="accent2"/>
                </a:solidFill>
                <a:latin typeface="Arial"/>
                <a:ea typeface="Arial"/>
                <a:cs typeface="Arial"/>
                <a:sym typeface="Arial"/>
              </a:rPr>
              <a:t/>
            </a:r>
            <a:br>
              <a:rPr lang="de" sz="2100" b="1" i="0" u="none" strike="noStrike" cap="none">
                <a:solidFill>
                  <a:schemeClr val="accent2"/>
                </a:solidFill>
                <a:latin typeface="Arial"/>
                <a:ea typeface="Arial"/>
                <a:cs typeface="Arial"/>
                <a:sym typeface="Arial"/>
              </a:rPr>
            </a:br>
            <a:r>
              <a:rPr lang="de"/>
              <a:t>Navigation by application types</a:t>
            </a:r>
            <a:endParaRPr sz="2100" b="1" i="0" u="none" strike="noStrike" cap="none">
              <a:solidFill>
                <a:schemeClr val="accent2"/>
              </a:solidFill>
              <a:latin typeface="Arial"/>
              <a:ea typeface="Arial"/>
              <a:cs typeface="Arial"/>
              <a:sym typeface="Arial"/>
            </a:endParaRPr>
          </a:p>
        </p:txBody>
      </p:sp>
      <p:sp>
        <p:nvSpPr>
          <p:cNvPr id="294" name="Shape 294"/>
          <p:cNvSpPr txBox="1">
            <a:spLocks noGrp="1"/>
          </p:cNvSpPr>
          <p:nvPr>
            <p:ph type="body" idx="1"/>
          </p:nvPr>
        </p:nvSpPr>
        <p:spPr>
          <a:xfrm>
            <a:off x="242930" y="1269000"/>
            <a:ext cx="4330500" cy="3294000"/>
          </a:xfrm>
          <a:prstGeom prst="rect">
            <a:avLst/>
          </a:prstGeom>
          <a:noFill/>
          <a:ln>
            <a:noFill/>
          </a:ln>
        </p:spPr>
        <p:txBody>
          <a:bodyPr spcFirstLastPara="1" wrap="square" lIns="0" tIns="0" rIns="0" bIns="0" anchor="t" anchorCtr="0">
            <a:noAutofit/>
          </a:bodyPr>
          <a:lstStyle/>
          <a:p>
            <a:pPr marL="254000" marR="0" lvl="0" indent="-254000" algn="l" rtl="0">
              <a:lnSpc>
                <a:spcPct val="100000"/>
              </a:lnSpc>
              <a:spcBef>
                <a:spcPts val="0"/>
              </a:spcBef>
              <a:spcAft>
                <a:spcPts val="0"/>
              </a:spcAft>
              <a:buClr>
                <a:schemeClr val="accent1"/>
              </a:buClr>
              <a:buSzPts val="1200"/>
              <a:buFont typeface="Arial"/>
              <a:buChar char="•"/>
            </a:pPr>
            <a:r>
              <a:rPr lang="de"/>
              <a:t>SAP-Fiori-App using LPD_CUST </a:t>
            </a:r>
            <a:endParaRPr/>
          </a:p>
          <a:p>
            <a:pPr marL="0" marR="0" lvl="0" indent="0" algn="l" rtl="0">
              <a:lnSpc>
                <a:spcPct val="100000"/>
              </a:lnSpc>
              <a:spcBef>
                <a:spcPts val="0"/>
              </a:spcBef>
              <a:spcAft>
                <a:spcPts val="0"/>
              </a:spcAft>
              <a:buNone/>
            </a:pPr>
            <a:r>
              <a:rPr lang="de"/>
              <a:t>	</a:t>
            </a:r>
            <a:endParaRPr/>
          </a:p>
          <a:p>
            <a:pPr marL="254000" marR="0" lvl="0" indent="-254000" algn="l" rtl="0">
              <a:lnSpc>
                <a:spcPct val="100000"/>
              </a:lnSpc>
              <a:spcBef>
                <a:spcPts val="0"/>
              </a:spcBef>
              <a:spcAft>
                <a:spcPts val="0"/>
              </a:spcAft>
              <a:buClr>
                <a:schemeClr val="accent1"/>
              </a:buClr>
              <a:buSzPts val="1200"/>
              <a:buFont typeface="Arial"/>
              <a:buChar char="•"/>
            </a:pPr>
            <a:r>
              <a:rPr lang="de"/>
              <a:t>SAPUI5-Fiori-App</a:t>
            </a:r>
            <a:endParaRPr/>
          </a:p>
          <a:p>
            <a:pPr marL="0" marR="0" lvl="0" indent="0" algn="l" rtl="0">
              <a:lnSpc>
                <a:spcPct val="100000"/>
              </a:lnSpc>
              <a:spcBef>
                <a:spcPts val="0"/>
              </a:spcBef>
              <a:spcAft>
                <a:spcPts val="0"/>
              </a:spcAft>
              <a:buNone/>
            </a:pPr>
            <a:endParaRPr/>
          </a:p>
          <a:p>
            <a:pPr marL="254000" marR="0" lvl="0" indent="-254000" algn="l" rtl="0">
              <a:lnSpc>
                <a:spcPct val="100000"/>
              </a:lnSpc>
              <a:spcBef>
                <a:spcPts val="0"/>
              </a:spcBef>
              <a:spcAft>
                <a:spcPts val="0"/>
              </a:spcAft>
              <a:buClr>
                <a:schemeClr val="accent1"/>
              </a:buClr>
              <a:buSzPts val="1200"/>
              <a:buFont typeface="Arial"/>
              <a:buChar char="•"/>
            </a:pPr>
            <a:r>
              <a:rPr lang="de"/>
              <a:t>Transaction</a:t>
            </a:r>
            <a:endParaRPr/>
          </a:p>
          <a:p>
            <a:pPr marL="0" marR="0" lvl="0" indent="0" algn="l" rtl="0">
              <a:lnSpc>
                <a:spcPct val="100000"/>
              </a:lnSpc>
              <a:spcBef>
                <a:spcPts val="0"/>
              </a:spcBef>
              <a:spcAft>
                <a:spcPts val="0"/>
              </a:spcAft>
              <a:buNone/>
            </a:pPr>
            <a:endParaRPr/>
          </a:p>
          <a:p>
            <a:pPr marL="254000" marR="0" lvl="0" indent="-254000" algn="l" rtl="0">
              <a:lnSpc>
                <a:spcPct val="100000"/>
              </a:lnSpc>
              <a:spcBef>
                <a:spcPts val="0"/>
              </a:spcBef>
              <a:spcAft>
                <a:spcPts val="0"/>
              </a:spcAft>
              <a:buClr>
                <a:schemeClr val="accent1"/>
              </a:buClr>
              <a:buSzPts val="1200"/>
              <a:buFont typeface="Arial"/>
              <a:buChar char="•"/>
            </a:pPr>
            <a:r>
              <a:rPr lang="de"/>
              <a:t>URL</a:t>
            </a:r>
            <a:endParaRPr/>
          </a:p>
          <a:p>
            <a:pPr marL="0" marR="0" lvl="0" indent="0" algn="l" rtl="0">
              <a:lnSpc>
                <a:spcPct val="100000"/>
              </a:lnSpc>
              <a:spcBef>
                <a:spcPts val="0"/>
              </a:spcBef>
              <a:spcAft>
                <a:spcPts val="0"/>
              </a:spcAft>
              <a:buNone/>
            </a:pPr>
            <a:endParaRPr/>
          </a:p>
          <a:p>
            <a:pPr marL="254000" marR="0" lvl="0" indent="-254000" algn="l" rtl="0">
              <a:lnSpc>
                <a:spcPct val="100000"/>
              </a:lnSpc>
              <a:spcBef>
                <a:spcPts val="0"/>
              </a:spcBef>
              <a:spcAft>
                <a:spcPts val="0"/>
              </a:spcAft>
              <a:buClr>
                <a:schemeClr val="accent1"/>
              </a:buClr>
              <a:buSzPts val="1200"/>
              <a:buFont typeface="Arial"/>
              <a:buChar char="•"/>
            </a:pPr>
            <a:r>
              <a:rPr lang="de"/>
              <a:t>Web Dynpro</a:t>
            </a:r>
            <a:endParaRPr/>
          </a:p>
        </p:txBody>
      </p:sp>
      <p:pic>
        <p:nvPicPr>
          <p:cNvPr id="295" name="Shape 295"/>
          <p:cNvPicPr preferRelativeResize="0"/>
          <p:nvPr/>
        </p:nvPicPr>
        <p:blipFill>
          <a:blip r:embed="rId3">
            <a:alphaModFix/>
          </a:blip>
          <a:stretch>
            <a:fillRect/>
          </a:stretch>
        </p:blipFill>
        <p:spPr>
          <a:xfrm>
            <a:off x="3710499" y="962400"/>
            <a:ext cx="5188926" cy="36005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Shape 286"/>
          <p:cNvSpPr txBox="1">
            <a:spLocks noGrp="1"/>
          </p:cNvSpPr>
          <p:nvPr>
            <p:ph type="title"/>
          </p:nvPr>
        </p:nvSpPr>
        <p:spPr>
          <a:xfrm>
            <a:off x="242936" y="243000"/>
            <a:ext cx="8656645" cy="567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CCCCCC"/>
              </a:buClr>
              <a:buSzPts val="1500"/>
              <a:buFont typeface="Arial"/>
              <a:buNone/>
            </a:pPr>
            <a:r>
              <a:rPr lang="de" sz="1500" b="1" i="0" u="none" strike="noStrike" cap="none">
                <a:solidFill>
                  <a:srgbClr val="CCCCCC"/>
                </a:solidFill>
                <a:latin typeface="Arial"/>
                <a:ea typeface="Arial"/>
                <a:cs typeface="Arial"/>
                <a:sym typeface="Arial"/>
              </a:rPr>
              <a:t>III. </a:t>
            </a:r>
            <a:r>
              <a:rPr lang="de" sz="1500">
                <a:solidFill>
                  <a:srgbClr val="CCCCCC"/>
                </a:solidFill>
              </a:rPr>
              <a:t>Navigation concepts</a:t>
            </a:r>
            <a:r>
              <a:rPr lang="de" sz="2100" b="1" i="0" u="none" strike="noStrike" cap="none">
                <a:solidFill>
                  <a:schemeClr val="accent2"/>
                </a:solidFill>
                <a:latin typeface="Arial"/>
                <a:ea typeface="Arial"/>
                <a:cs typeface="Arial"/>
                <a:sym typeface="Arial"/>
              </a:rPr>
              <a:t/>
            </a:r>
            <a:br>
              <a:rPr lang="de" sz="2100" b="1" i="0" u="none" strike="noStrike" cap="none">
                <a:solidFill>
                  <a:schemeClr val="accent2"/>
                </a:solidFill>
                <a:latin typeface="Arial"/>
                <a:ea typeface="Arial"/>
                <a:cs typeface="Arial"/>
                <a:sym typeface="Arial"/>
              </a:rPr>
            </a:br>
            <a:r>
              <a:rPr lang="de" sz="2100" b="1" i="0" u="none" strike="noStrike" cap="none">
                <a:solidFill>
                  <a:schemeClr val="accent2"/>
                </a:solidFill>
                <a:latin typeface="Arial"/>
                <a:ea typeface="Arial"/>
                <a:cs typeface="Arial"/>
                <a:sym typeface="Arial"/>
              </a:rPr>
              <a:t>Overview</a:t>
            </a:r>
            <a:endParaRPr sz="2100" b="1" i="0" u="none" strike="noStrike" cap="none">
              <a:solidFill>
                <a:schemeClr val="accent2"/>
              </a:solidFill>
              <a:latin typeface="Arial"/>
              <a:ea typeface="Arial"/>
              <a:cs typeface="Arial"/>
              <a:sym typeface="Arial"/>
            </a:endParaRPr>
          </a:p>
        </p:txBody>
      </p:sp>
      <p:pic>
        <p:nvPicPr>
          <p:cNvPr id="287" name="Shape 287" descr="https://lh3.googleusercontent.com/jEGxcToTN1o7vXvqmhTnh_ARfAZw3IMWWuQ7CP7z9bddazSLYOlh4KQyCgdJYfO89p8zl8ZTbeQOmzDY_A6-jZMXOvcJDTIcEZi7NYIpO-3qmTjejKYaqlMi8Tm_udhe6-494Obd"/>
          <p:cNvPicPr preferRelativeResize="0"/>
          <p:nvPr/>
        </p:nvPicPr>
        <p:blipFill rotWithShape="1">
          <a:blip r:embed="rId3">
            <a:alphaModFix/>
          </a:blip>
          <a:srcRect/>
          <a:stretch/>
        </p:blipFill>
        <p:spPr>
          <a:xfrm>
            <a:off x="2539387" y="999376"/>
            <a:ext cx="4063742" cy="376639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Shape 301"/>
          <p:cNvSpPr txBox="1">
            <a:spLocks noGrp="1"/>
          </p:cNvSpPr>
          <p:nvPr>
            <p:ph type="title"/>
          </p:nvPr>
        </p:nvSpPr>
        <p:spPr>
          <a:xfrm>
            <a:off x="242936" y="243000"/>
            <a:ext cx="8656645" cy="567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CCCCCC"/>
              </a:buClr>
              <a:buSzPts val="1500"/>
              <a:buFont typeface="Arial"/>
              <a:buNone/>
            </a:pPr>
            <a:r>
              <a:rPr lang="de" sz="1500" b="1" i="0" u="none" strike="noStrike" cap="none">
                <a:solidFill>
                  <a:srgbClr val="CCCCCC"/>
                </a:solidFill>
                <a:latin typeface="Arial"/>
                <a:ea typeface="Arial"/>
                <a:cs typeface="Arial"/>
                <a:sym typeface="Arial"/>
              </a:rPr>
              <a:t>III. </a:t>
            </a:r>
            <a:r>
              <a:rPr lang="de" sz="1500">
                <a:solidFill>
                  <a:srgbClr val="CCCCCC"/>
                </a:solidFill>
              </a:rPr>
              <a:t>Templates</a:t>
            </a:r>
            <a:r>
              <a:rPr lang="de" sz="2100" b="1" i="0" u="none" strike="noStrike" cap="none">
                <a:solidFill>
                  <a:schemeClr val="accent2"/>
                </a:solidFill>
                <a:latin typeface="Arial"/>
                <a:ea typeface="Arial"/>
                <a:cs typeface="Arial"/>
                <a:sym typeface="Arial"/>
              </a:rPr>
              <a:t/>
            </a:r>
            <a:br>
              <a:rPr lang="de" sz="2100" b="1" i="0" u="none" strike="noStrike" cap="none">
                <a:solidFill>
                  <a:schemeClr val="accent2"/>
                </a:solidFill>
                <a:latin typeface="Arial"/>
                <a:ea typeface="Arial"/>
                <a:cs typeface="Arial"/>
                <a:sym typeface="Arial"/>
              </a:rPr>
            </a:br>
            <a:r>
              <a:rPr lang="de" sz="2100" b="1" i="0" u="none" strike="noStrike" cap="none">
                <a:solidFill>
                  <a:schemeClr val="accent2"/>
                </a:solidFill>
                <a:latin typeface="Arial"/>
                <a:ea typeface="Arial"/>
                <a:cs typeface="Arial"/>
                <a:sym typeface="Arial"/>
              </a:rPr>
              <a:t>App Archetypes</a:t>
            </a:r>
            <a:endParaRPr sz="2100" b="1" i="0" u="none" strike="noStrike" cap="none">
              <a:solidFill>
                <a:schemeClr val="accent2"/>
              </a:solidFill>
              <a:latin typeface="Arial"/>
              <a:ea typeface="Arial"/>
              <a:cs typeface="Arial"/>
              <a:sym typeface="Arial"/>
            </a:endParaRPr>
          </a:p>
        </p:txBody>
      </p:sp>
      <p:sp>
        <p:nvSpPr>
          <p:cNvPr id="302" name="Shape 302"/>
          <p:cNvSpPr txBox="1">
            <a:spLocks noGrp="1"/>
          </p:cNvSpPr>
          <p:nvPr>
            <p:ph type="body" idx="1"/>
          </p:nvPr>
        </p:nvSpPr>
        <p:spPr>
          <a:xfrm>
            <a:off x="242936" y="1269000"/>
            <a:ext cx="8656645" cy="3294005"/>
          </a:xfrm>
          <a:prstGeom prst="rect">
            <a:avLst/>
          </a:prstGeom>
          <a:noFill/>
          <a:ln>
            <a:noFill/>
          </a:ln>
        </p:spPr>
        <p:txBody>
          <a:bodyPr spcFirstLastPara="1" wrap="square" lIns="0" tIns="0" rIns="0" bIns="0" anchor="t" anchorCtr="0">
            <a:noAutofit/>
          </a:bodyPr>
          <a:lstStyle/>
          <a:p>
            <a:pPr marL="254000" marR="0" lvl="0" indent="-254000" algn="l" rtl="0">
              <a:lnSpc>
                <a:spcPct val="100000"/>
              </a:lnSpc>
              <a:spcBef>
                <a:spcPts val="0"/>
              </a:spcBef>
              <a:spcAft>
                <a:spcPts val="0"/>
              </a:spcAft>
              <a:buClr>
                <a:schemeClr val="accent1"/>
              </a:buClr>
              <a:buSzPts val="1200"/>
              <a:buFont typeface="Arial"/>
              <a:buChar char="•"/>
            </a:pPr>
            <a:r>
              <a:rPr lang="de" sz="1500" b="0" i="0" u="none" strike="noStrike" cap="none" dirty="0">
                <a:solidFill>
                  <a:schemeClr val="dk1"/>
                </a:solidFill>
                <a:latin typeface="Arial"/>
                <a:ea typeface="Arial"/>
                <a:cs typeface="Arial"/>
                <a:sym typeface="Arial"/>
              </a:rPr>
              <a:t>There are three basic app archetypes available</a:t>
            </a:r>
            <a:endParaRPr sz="1500" b="0" i="0" u="none" strike="noStrike" cap="none" dirty="0">
              <a:solidFill>
                <a:schemeClr val="dk1"/>
              </a:solidFill>
              <a:latin typeface="Arial"/>
              <a:ea typeface="Arial"/>
              <a:cs typeface="Arial"/>
              <a:sym typeface="Arial"/>
            </a:endParaRPr>
          </a:p>
          <a:p>
            <a:pPr marL="254000" marR="0" lvl="0" indent="-254000" algn="l" rtl="0">
              <a:lnSpc>
                <a:spcPct val="100000"/>
              </a:lnSpc>
              <a:spcBef>
                <a:spcPts val="1800"/>
              </a:spcBef>
              <a:spcAft>
                <a:spcPts val="0"/>
              </a:spcAft>
              <a:buClr>
                <a:schemeClr val="accent1"/>
              </a:buClr>
              <a:buSzPts val="1200"/>
              <a:buFont typeface="Arial"/>
              <a:buChar char="•"/>
            </a:pPr>
            <a:r>
              <a:rPr lang="de" sz="1500" b="1" i="0" u="none" strike="noStrike" cap="none" dirty="0">
                <a:solidFill>
                  <a:schemeClr val="dk1"/>
                </a:solidFill>
                <a:latin typeface="Arial"/>
                <a:ea typeface="Arial"/>
                <a:cs typeface="Arial"/>
                <a:sym typeface="Arial"/>
              </a:rPr>
              <a:t>Transactional Apps: </a:t>
            </a:r>
            <a:r>
              <a:rPr lang="de" sz="1500" b="0" i="0" u="none" strike="noStrike" cap="none" dirty="0">
                <a:solidFill>
                  <a:schemeClr val="dk1"/>
                </a:solidFill>
                <a:latin typeface="Arial"/>
                <a:ea typeface="Arial"/>
                <a:cs typeface="Arial"/>
                <a:sym typeface="Arial"/>
              </a:rPr>
              <a:t>Used to perform transactional tasks</a:t>
            </a:r>
            <a:endParaRPr sz="1500" b="0" i="0" u="none" strike="noStrike" cap="none" dirty="0">
              <a:solidFill>
                <a:schemeClr val="dk1"/>
              </a:solidFill>
              <a:latin typeface="Arial"/>
              <a:ea typeface="Arial"/>
              <a:cs typeface="Arial"/>
              <a:sym typeface="Arial"/>
            </a:endParaRPr>
          </a:p>
          <a:p>
            <a:pPr marL="254000" marR="0" lvl="0" indent="-254000" algn="l" rtl="0">
              <a:lnSpc>
                <a:spcPct val="100000"/>
              </a:lnSpc>
              <a:spcBef>
                <a:spcPts val="1800"/>
              </a:spcBef>
              <a:spcAft>
                <a:spcPts val="0"/>
              </a:spcAft>
              <a:buClr>
                <a:schemeClr val="accent1"/>
              </a:buClr>
              <a:buSzPts val="1200"/>
              <a:buFont typeface="Arial"/>
              <a:buChar char="•"/>
            </a:pPr>
            <a:r>
              <a:rPr lang="de" sz="1500" i="1" u="none" strike="noStrike" cap="none" dirty="0">
                <a:solidFill>
                  <a:schemeClr val="dk1"/>
                </a:solidFill>
                <a:latin typeface="Arial"/>
                <a:ea typeface="Arial"/>
                <a:cs typeface="Arial"/>
                <a:sym typeface="Arial"/>
              </a:rPr>
              <a:t>Fact Sheets</a:t>
            </a:r>
            <a:r>
              <a:rPr lang="de" sz="1500" b="1" i="0" u="none" strike="noStrike" cap="none" dirty="0">
                <a:solidFill>
                  <a:schemeClr val="dk1"/>
                </a:solidFill>
                <a:latin typeface="Arial"/>
                <a:ea typeface="Arial"/>
                <a:cs typeface="Arial"/>
                <a:sym typeface="Arial"/>
              </a:rPr>
              <a:t>: </a:t>
            </a:r>
            <a:r>
              <a:rPr lang="de" sz="1500" b="0" i="0" u="none" strike="noStrike" cap="none" dirty="0">
                <a:solidFill>
                  <a:schemeClr val="dk1"/>
                </a:solidFill>
                <a:latin typeface="Arial"/>
                <a:ea typeface="Arial"/>
                <a:cs typeface="Arial"/>
                <a:sym typeface="Arial"/>
              </a:rPr>
              <a:t>Display contextual information and key facts about central objects used in business operations. </a:t>
            </a:r>
            <a:r>
              <a:rPr lang="de" sz="1500" b="0" i="1" u="none" strike="noStrike" cap="none" dirty="0">
                <a:solidFill>
                  <a:schemeClr val="dk1"/>
                </a:solidFill>
                <a:latin typeface="Arial"/>
                <a:ea typeface="Arial"/>
                <a:cs typeface="Arial"/>
                <a:sym typeface="Arial"/>
              </a:rPr>
              <a:t>(Only run on SAP HANA)</a:t>
            </a:r>
            <a:endParaRPr sz="1500" b="1" i="1" u="none" strike="noStrike" cap="none" dirty="0">
              <a:solidFill>
                <a:schemeClr val="dk1"/>
              </a:solidFill>
              <a:latin typeface="Arial"/>
              <a:ea typeface="Arial"/>
              <a:cs typeface="Arial"/>
              <a:sym typeface="Arial"/>
            </a:endParaRPr>
          </a:p>
          <a:p>
            <a:pPr marL="254000" marR="0" lvl="0" indent="-254000" algn="l" rtl="0">
              <a:lnSpc>
                <a:spcPct val="100000"/>
              </a:lnSpc>
              <a:spcBef>
                <a:spcPts val="1800"/>
              </a:spcBef>
              <a:spcAft>
                <a:spcPts val="0"/>
              </a:spcAft>
              <a:buClr>
                <a:schemeClr val="accent1"/>
              </a:buClr>
              <a:buSzPts val="1200"/>
              <a:buFont typeface="Arial"/>
              <a:buChar char="•"/>
            </a:pPr>
            <a:r>
              <a:rPr lang="de" sz="1500" i="1" u="none" strike="noStrike" cap="none" dirty="0">
                <a:solidFill>
                  <a:schemeClr val="dk1"/>
                </a:solidFill>
                <a:latin typeface="Arial"/>
                <a:ea typeface="Arial"/>
                <a:cs typeface="Arial"/>
                <a:sym typeface="Arial"/>
              </a:rPr>
              <a:t>Analytical Apps</a:t>
            </a:r>
            <a:r>
              <a:rPr lang="de" sz="1500" b="1" i="0" u="none" strike="noStrike" cap="none" dirty="0">
                <a:solidFill>
                  <a:schemeClr val="dk1"/>
                </a:solidFill>
                <a:latin typeface="Arial"/>
                <a:ea typeface="Arial"/>
                <a:cs typeface="Arial"/>
                <a:sym typeface="Arial"/>
              </a:rPr>
              <a:t>:</a:t>
            </a:r>
            <a:r>
              <a:rPr lang="de" sz="1500" b="0" i="0" u="none" strike="noStrike" cap="none" dirty="0">
                <a:solidFill>
                  <a:schemeClr val="dk1"/>
                </a:solidFill>
                <a:latin typeface="Arial"/>
                <a:ea typeface="Arial"/>
                <a:cs typeface="Arial"/>
                <a:sym typeface="Arial"/>
              </a:rPr>
              <a:t> Insight into real-time operations,  displaying key figures directly in the browser. </a:t>
            </a:r>
            <a:r>
              <a:rPr lang="de" sz="1500" b="0" i="1" u="none" strike="noStrike" cap="none" dirty="0">
                <a:solidFill>
                  <a:schemeClr val="dk1"/>
                </a:solidFill>
                <a:latin typeface="Arial"/>
                <a:ea typeface="Arial"/>
                <a:cs typeface="Arial"/>
                <a:sym typeface="Arial"/>
              </a:rPr>
              <a:t>(Only run on SAP HANA) </a:t>
            </a:r>
            <a:endParaRPr sz="1500" b="0" i="1" u="none" strike="noStrike" cap="none" dirty="0">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Shape 308"/>
          <p:cNvSpPr txBox="1">
            <a:spLocks noGrp="1"/>
          </p:cNvSpPr>
          <p:nvPr>
            <p:ph type="title"/>
          </p:nvPr>
        </p:nvSpPr>
        <p:spPr>
          <a:xfrm>
            <a:off x="242936" y="243000"/>
            <a:ext cx="8656645" cy="567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CCCCCC"/>
              </a:buClr>
              <a:buSzPts val="1500"/>
              <a:buFont typeface="Arial"/>
              <a:buNone/>
            </a:pPr>
            <a:r>
              <a:rPr lang="de" sz="1500" b="1" i="0" u="none" strike="noStrike" cap="none">
                <a:solidFill>
                  <a:srgbClr val="CCCCCC"/>
                </a:solidFill>
                <a:latin typeface="Arial"/>
                <a:ea typeface="Arial"/>
                <a:cs typeface="Arial"/>
                <a:sym typeface="Arial"/>
              </a:rPr>
              <a:t>III. </a:t>
            </a:r>
            <a:r>
              <a:rPr lang="de" sz="1500">
                <a:solidFill>
                  <a:srgbClr val="CCCCCC"/>
                </a:solidFill>
              </a:rPr>
              <a:t>Templates</a:t>
            </a:r>
            <a:r>
              <a:rPr lang="de" sz="2100" b="1" i="0" u="none" strike="noStrike" cap="none">
                <a:solidFill>
                  <a:schemeClr val="accent2"/>
                </a:solidFill>
                <a:latin typeface="Arial"/>
                <a:ea typeface="Arial"/>
                <a:cs typeface="Arial"/>
                <a:sym typeface="Arial"/>
              </a:rPr>
              <a:t/>
            </a:r>
            <a:br>
              <a:rPr lang="de" sz="2100" b="1" i="0" u="none" strike="noStrike" cap="none">
                <a:solidFill>
                  <a:schemeClr val="accent2"/>
                </a:solidFill>
                <a:latin typeface="Arial"/>
                <a:ea typeface="Arial"/>
                <a:cs typeface="Arial"/>
                <a:sym typeface="Arial"/>
              </a:rPr>
            </a:br>
            <a:r>
              <a:rPr lang="de"/>
              <a:t>Tile types</a:t>
            </a:r>
            <a:endParaRPr sz="2100" b="1" i="0" u="none" strike="noStrike" cap="none">
              <a:solidFill>
                <a:schemeClr val="accent2"/>
              </a:solidFill>
              <a:latin typeface="Arial"/>
              <a:ea typeface="Arial"/>
              <a:cs typeface="Arial"/>
              <a:sym typeface="Arial"/>
            </a:endParaRPr>
          </a:p>
        </p:txBody>
      </p:sp>
      <p:sp>
        <p:nvSpPr>
          <p:cNvPr id="309" name="Shape 309"/>
          <p:cNvSpPr txBox="1">
            <a:spLocks noGrp="1"/>
          </p:cNvSpPr>
          <p:nvPr>
            <p:ph type="body" idx="1"/>
          </p:nvPr>
        </p:nvSpPr>
        <p:spPr>
          <a:xfrm>
            <a:off x="243675" y="927075"/>
            <a:ext cx="8656500" cy="3642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500" b="0" i="0" u="none" strike="noStrike" cap="none">
              <a:solidFill>
                <a:schemeClr val="dk1"/>
              </a:solidFill>
              <a:latin typeface="Arial"/>
              <a:ea typeface="Arial"/>
              <a:cs typeface="Arial"/>
              <a:sym typeface="Arial"/>
            </a:endParaRPr>
          </a:p>
          <a:p>
            <a:pPr marL="254000" marR="0" lvl="0" indent="-254000" algn="l" rtl="0">
              <a:lnSpc>
                <a:spcPct val="100000"/>
              </a:lnSpc>
              <a:spcBef>
                <a:spcPts val="1800"/>
              </a:spcBef>
              <a:spcAft>
                <a:spcPts val="0"/>
              </a:spcAft>
              <a:buClr>
                <a:schemeClr val="accent1"/>
              </a:buClr>
              <a:buSzPts val="1200"/>
              <a:buFont typeface="Arial"/>
              <a:buChar char="•"/>
            </a:pPr>
            <a:r>
              <a:rPr lang="de" b="1"/>
              <a:t>Static App Launcher: </a:t>
            </a:r>
            <a:r>
              <a:rPr lang="de"/>
              <a:t>displays static content, configure title, subtitle and icon</a:t>
            </a:r>
            <a:r>
              <a:rPr lang="de" b="1"/>
              <a:t> </a:t>
            </a:r>
            <a:endParaRPr/>
          </a:p>
          <a:p>
            <a:pPr marL="254000" marR="0" lvl="0" indent="-254000" algn="l" rtl="0">
              <a:lnSpc>
                <a:spcPct val="100000"/>
              </a:lnSpc>
              <a:spcBef>
                <a:spcPts val="1800"/>
              </a:spcBef>
              <a:spcAft>
                <a:spcPts val="0"/>
              </a:spcAft>
              <a:buClr>
                <a:schemeClr val="accent1"/>
              </a:buClr>
              <a:buSzPts val="1200"/>
              <a:buFont typeface="Arial"/>
              <a:buChar char="•"/>
            </a:pPr>
            <a:r>
              <a:rPr lang="de" b="1"/>
              <a:t>Dynamic App-Launcher: </a:t>
            </a:r>
            <a:r>
              <a:rPr lang="de"/>
              <a:t>displays data that is updated at regular intervals (via OData services)</a:t>
            </a:r>
            <a:endParaRPr/>
          </a:p>
          <a:p>
            <a:pPr marL="254000" marR="0" lvl="0" indent="-254000" algn="l" rtl="0">
              <a:lnSpc>
                <a:spcPct val="100000"/>
              </a:lnSpc>
              <a:spcBef>
                <a:spcPts val="1800"/>
              </a:spcBef>
              <a:spcAft>
                <a:spcPts val="0"/>
              </a:spcAft>
              <a:buClr>
                <a:schemeClr val="accent1"/>
              </a:buClr>
              <a:buSzPts val="1200"/>
              <a:buFont typeface="Arial"/>
              <a:buChar char="•"/>
            </a:pPr>
            <a:r>
              <a:rPr lang="de" b="1"/>
              <a:t>News Tile: </a:t>
            </a:r>
            <a:r>
              <a:rPr lang="de"/>
              <a:t>Displays a news feed alternating between messages (rss-feeds)</a:t>
            </a:r>
            <a:endParaRPr/>
          </a:p>
        </p:txBody>
      </p:sp>
      <p:pic>
        <p:nvPicPr>
          <p:cNvPr id="310" name="Shape 310"/>
          <p:cNvPicPr preferRelativeResize="0"/>
          <p:nvPr/>
        </p:nvPicPr>
        <p:blipFill rotWithShape="1">
          <a:blip r:embed="rId3">
            <a:alphaModFix/>
          </a:blip>
          <a:srcRect l="9866" t="11352" r="54536" b="65563"/>
          <a:stretch/>
        </p:blipFill>
        <p:spPr>
          <a:xfrm>
            <a:off x="1126175" y="2747525"/>
            <a:ext cx="5777448" cy="21075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Shape 316"/>
          <p:cNvSpPr txBox="1">
            <a:spLocks noGrp="1"/>
          </p:cNvSpPr>
          <p:nvPr>
            <p:ph type="ctrTitle"/>
          </p:nvPr>
        </p:nvSpPr>
        <p:spPr>
          <a:xfrm>
            <a:off x="242936" y="1833303"/>
            <a:ext cx="8656500" cy="6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4500"/>
              <a:buFont typeface="Arial"/>
              <a:buNone/>
            </a:pPr>
            <a:r>
              <a:rPr lang="de" sz="4500" b="1" i="0" u="none" strike="noStrike" cap="none">
                <a:solidFill>
                  <a:schemeClr val="dk1"/>
                </a:solidFill>
                <a:latin typeface="Arial"/>
                <a:ea typeface="Arial"/>
                <a:cs typeface="Arial"/>
                <a:sym typeface="Arial"/>
              </a:rPr>
              <a:t> </a:t>
            </a:r>
            <a:endParaRPr sz="1000"/>
          </a:p>
        </p:txBody>
      </p:sp>
      <p:sp>
        <p:nvSpPr>
          <p:cNvPr id="317" name="Shape 317"/>
          <p:cNvSpPr txBox="1">
            <a:spLocks noGrp="1"/>
          </p:cNvSpPr>
          <p:nvPr>
            <p:ph type="body" idx="1"/>
          </p:nvPr>
        </p:nvSpPr>
        <p:spPr>
          <a:xfrm>
            <a:off x="242936" y="2629804"/>
            <a:ext cx="8656500" cy="465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accent1"/>
              </a:buClr>
              <a:buSzPts val="1100"/>
              <a:buFont typeface="Arial"/>
              <a:buNone/>
            </a:pPr>
            <a:r>
              <a:rPr lang="de" sz="1400" b="0" i="0" u="none" strike="noStrike" cap="none">
                <a:solidFill>
                  <a:schemeClr val="dk1"/>
                </a:solidFill>
                <a:latin typeface="Arial"/>
                <a:ea typeface="Arial"/>
                <a:cs typeface="Arial"/>
                <a:sym typeface="Arial"/>
              </a:rPr>
              <a:t>Now you know the basics about the core principles of SAP Fiori.</a:t>
            </a:r>
            <a:endParaRPr sz="1000"/>
          </a:p>
          <a:p>
            <a:pPr marL="0" marR="0" lvl="0" indent="0" algn="l" rtl="0">
              <a:lnSpc>
                <a:spcPct val="100000"/>
              </a:lnSpc>
              <a:spcBef>
                <a:spcPts val="1100"/>
              </a:spcBef>
              <a:spcAft>
                <a:spcPts val="0"/>
              </a:spcAft>
              <a:buClr>
                <a:schemeClr val="accent1"/>
              </a:buClr>
              <a:buSzPts val="1100"/>
              <a:buFont typeface="Arial"/>
              <a:buNone/>
            </a:pPr>
            <a:r>
              <a:rPr lang="de" sz="1400" b="0" i="0" u="none" strike="noStrike" cap="none">
                <a:solidFill>
                  <a:schemeClr val="dk1"/>
                </a:solidFill>
                <a:latin typeface="Arial"/>
                <a:ea typeface="Arial"/>
                <a:cs typeface="Arial"/>
                <a:sym typeface="Arial"/>
              </a:rPr>
              <a:t>To consolidate your knowledge, you can do tasks 1  of the </a:t>
            </a:r>
            <a:r>
              <a:rPr lang="de" sz="1400" b="0" i="1" u="none" strike="noStrike" cap="none">
                <a:solidFill>
                  <a:schemeClr val="dk1"/>
                </a:solidFill>
                <a:latin typeface="Arial"/>
                <a:ea typeface="Arial"/>
                <a:cs typeface="Arial"/>
                <a:sym typeface="Arial"/>
              </a:rPr>
              <a:t>SAP FIORI </a:t>
            </a:r>
            <a:r>
              <a:rPr lang="de" sz="1400" b="0" i="0" u="none" strike="noStrike" cap="none">
                <a:solidFill>
                  <a:schemeClr val="dk1"/>
                </a:solidFill>
                <a:latin typeface="Arial"/>
                <a:ea typeface="Arial"/>
                <a:cs typeface="Arial"/>
                <a:sym typeface="Arial"/>
              </a:rPr>
              <a:t>exercise. </a:t>
            </a:r>
            <a:endParaRPr sz="1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Shape 323"/>
          <p:cNvSpPr txBox="1">
            <a:spLocks noGrp="1"/>
          </p:cNvSpPr>
          <p:nvPr>
            <p:ph type="title"/>
          </p:nvPr>
        </p:nvSpPr>
        <p:spPr>
          <a:xfrm>
            <a:off x="242936" y="243000"/>
            <a:ext cx="8656500" cy="567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CCCCCC"/>
              </a:buClr>
              <a:buSzPts val="1500"/>
              <a:buFont typeface="Arial"/>
              <a:buNone/>
            </a:pPr>
            <a:r>
              <a:rPr lang="de" sz="1500" b="1" i="0" u="none" strike="noStrike" cap="none">
                <a:solidFill>
                  <a:srgbClr val="CCCCCC"/>
                </a:solidFill>
                <a:latin typeface="Arial"/>
                <a:ea typeface="Arial"/>
                <a:cs typeface="Arial"/>
                <a:sym typeface="Arial"/>
              </a:rPr>
              <a:t>III. </a:t>
            </a:r>
            <a:r>
              <a:rPr lang="de" sz="1500">
                <a:solidFill>
                  <a:srgbClr val="CCCCCC"/>
                </a:solidFill>
              </a:rPr>
              <a:t>The fiori app library</a:t>
            </a:r>
            <a:r>
              <a:rPr lang="de" sz="2100" b="1" i="0" u="none" strike="noStrike" cap="none">
                <a:solidFill>
                  <a:schemeClr val="accent2"/>
                </a:solidFill>
                <a:latin typeface="Arial"/>
                <a:ea typeface="Arial"/>
                <a:cs typeface="Arial"/>
                <a:sym typeface="Arial"/>
              </a:rPr>
              <a:t/>
            </a:r>
            <a:br>
              <a:rPr lang="de" sz="2100" b="1" i="0" u="none" strike="noStrike" cap="none">
                <a:solidFill>
                  <a:schemeClr val="accent2"/>
                </a:solidFill>
                <a:latin typeface="Arial"/>
                <a:ea typeface="Arial"/>
                <a:cs typeface="Arial"/>
                <a:sym typeface="Arial"/>
              </a:rPr>
            </a:br>
            <a:r>
              <a:rPr lang="de"/>
              <a:t>Fiori apps library</a:t>
            </a:r>
            <a:endParaRPr sz="2100" b="1" i="0" u="none" strike="noStrike" cap="none">
              <a:solidFill>
                <a:schemeClr val="accent2"/>
              </a:solidFill>
              <a:latin typeface="Arial"/>
              <a:ea typeface="Arial"/>
              <a:cs typeface="Arial"/>
              <a:sym typeface="Arial"/>
            </a:endParaRPr>
          </a:p>
        </p:txBody>
      </p:sp>
      <p:pic>
        <p:nvPicPr>
          <p:cNvPr id="324" name="Shape 324"/>
          <p:cNvPicPr preferRelativeResize="0"/>
          <p:nvPr/>
        </p:nvPicPr>
        <p:blipFill rotWithShape="1">
          <a:blip r:embed="rId3">
            <a:alphaModFix/>
          </a:blip>
          <a:srcRect l="552" t="6620" r="44697" b="25194"/>
          <a:stretch/>
        </p:blipFill>
        <p:spPr>
          <a:xfrm>
            <a:off x="4091125" y="1198325"/>
            <a:ext cx="4808299" cy="3368326"/>
          </a:xfrm>
          <a:prstGeom prst="rect">
            <a:avLst/>
          </a:prstGeom>
          <a:noFill/>
          <a:ln>
            <a:noFill/>
          </a:ln>
        </p:spPr>
      </p:pic>
      <p:sp>
        <p:nvSpPr>
          <p:cNvPr id="325" name="Shape 325"/>
          <p:cNvSpPr txBox="1">
            <a:spLocks noGrp="1"/>
          </p:cNvSpPr>
          <p:nvPr>
            <p:ph type="body" idx="1"/>
          </p:nvPr>
        </p:nvSpPr>
        <p:spPr>
          <a:xfrm>
            <a:off x="242925" y="1269000"/>
            <a:ext cx="3506400" cy="3294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a:p>
          <a:p>
            <a:pPr marL="254000" marR="0" lvl="0" indent="-254000" algn="l" rtl="0">
              <a:lnSpc>
                <a:spcPct val="100000"/>
              </a:lnSpc>
              <a:spcBef>
                <a:spcPts val="0"/>
              </a:spcBef>
              <a:spcAft>
                <a:spcPts val="0"/>
              </a:spcAft>
              <a:buClr>
                <a:schemeClr val="accent1"/>
              </a:buClr>
              <a:buSzPts val="1200"/>
              <a:buFont typeface="Arial"/>
              <a:buChar char="•"/>
            </a:pPr>
            <a:r>
              <a:rPr lang="de"/>
              <a:t>SAP offers common transactions in the form of fiori applications</a:t>
            </a:r>
            <a:endParaRPr/>
          </a:p>
          <a:p>
            <a:pPr marL="1828800" marR="0" lvl="0" indent="0" algn="l" rtl="0">
              <a:lnSpc>
                <a:spcPct val="100000"/>
              </a:lnSpc>
              <a:spcBef>
                <a:spcPts val="0"/>
              </a:spcBef>
              <a:spcAft>
                <a:spcPts val="0"/>
              </a:spcAft>
              <a:buNone/>
            </a:pPr>
            <a:endParaRPr/>
          </a:p>
          <a:p>
            <a:pPr marL="254000" marR="0" lvl="0" indent="-254000" algn="l" rtl="0">
              <a:lnSpc>
                <a:spcPct val="100000"/>
              </a:lnSpc>
              <a:spcBef>
                <a:spcPts val="0"/>
              </a:spcBef>
              <a:spcAft>
                <a:spcPts val="0"/>
              </a:spcAft>
              <a:buClr>
                <a:schemeClr val="accent1"/>
              </a:buClr>
              <a:buSzPts val="1200"/>
              <a:buFont typeface="Arial"/>
              <a:buChar char="•"/>
            </a:pPr>
            <a:r>
              <a:rPr lang="de"/>
              <a:t>Features and  implementation information/ requirements are stated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Shape 331"/>
          <p:cNvSpPr txBox="1">
            <a:spLocks noGrp="1"/>
          </p:cNvSpPr>
          <p:nvPr>
            <p:ph type="ctrTitle"/>
          </p:nvPr>
        </p:nvSpPr>
        <p:spPr>
          <a:xfrm>
            <a:off x="242936" y="1833303"/>
            <a:ext cx="8656645" cy="69233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4500"/>
              <a:buFont typeface="Arial"/>
              <a:buNone/>
            </a:pPr>
            <a:r>
              <a:rPr lang="de" sz="4500" b="1" i="0" u="none" strike="noStrike" cap="none">
                <a:solidFill>
                  <a:schemeClr val="dk1"/>
                </a:solidFill>
                <a:latin typeface="Arial"/>
                <a:ea typeface="Arial"/>
                <a:cs typeface="Arial"/>
                <a:sym typeface="Arial"/>
              </a:rPr>
              <a:t>Check your knowledge</a:t>
            </a:r>
            <a:endParaRPr sz="1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Shape 337"/>
          <p:cNvSpPr txBox="1">
            <a:spLocks noGrp="1"/>
          </p:cNvSpPr>
          <p:nvPr>
            <p:ph type="title"/>
          </p:nvPr>
        </p:nvSpPr>
        <p:spPr>
          <a:xfrm>
            <a:off x="242936" y="243000"/>
            <a:ext cx="8656645" cy="567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2"/>
              </a:buClr>
              <a:buSzPts val="2100"/>
              <a:buFont typeface="Arial"/>
              <a:buNone/>
            </a:pPr>
            <a:r>
              <a:rPr lang="de" sz="2100" b="1" i="0" u="none" strike="noStrike" cap="none">
                <a:solidFill>
                  <a:schemeClr val="accent2"/>
                </a:solidFill>
                <a:latin typeface="Arial"/>
                <a:ea typeface="Arial"/>
                <a:cs typeface="Arial"/>
                <a:sym typeface="Arial"/>
              </a:rPr>
              <a:t>Check your knowledge</a:t>
            </a:r>
            <a:endParaRPr sz="1000"/>
          </a:p>
        </p:txBody>
      </p:sp>
      <p:sp>
        <p:nvSpPr>
          <p:cNvPr id="338" name="Shape 338"/>
          <p:cNvSpPr txBox="1">
            <a:spLocks noGrp="1"/>
          </p:cNvSpPr>
          <p:nvPr>
            <p:ph type="body" idx="1"/>
          </p:nvPr>
        </p:nvSpPr>
        <p:spPr>
          <a:xfrm>
            <a:off x="242935" y="1268017"/>
            <a:ext cx="8781928" cy="3293275"/>
          </a:xfrm>
          <a:prstGeom prst="rect">
            <a:avLst/>
          </a:prstGeom>
          <a:noFill/>
          <a:ln>
            <a:noFill/>
          </a:ln>
        </p:spPr>
        <p:txBody>
          <a:bodyPr spcFirstLastPara="1" wrap="square" lIns="0" tIns="0" rIns="0" bIns="0" anchor="t" anchorCtr="0">
            <a:noAutofit/>
          </a:bodyPr>
          <a:lstStyle/>
          <a:p>
            <a:pPr marL="254000" marR="0" lvl="0" indent="-254000" algn="l" rtl="0">
              <a:lnSpc>
                <a:spcPct val="100000"/>
              </a:lnSpc>
              <a:spcBef>
                <a:spcPts val="0"/>
              </a:spcBef>
              <a:spcAft>
                <a:spcPts val="0"/>
              </a:spcAft>
              <a:buClr>
                <a:schemeClr val="accent1"/>
              </a:buClr>
              <a:buSzPts val="1200"/>
              <a:buFont typeface="Arial"/>
              <a:buChar char="•"/>
            </a:pPr>
            <a:r>
              <a:rPr lang="de" sz="1500" b="0" i="0" u="none" strike="noStrike" cap="none">
                <a:solidFill>
                  <a:schemeClr val="dk1"/>
                </a:solidFill>
                <a:latin typeface="Arial"/>
                <a:ea typeface="Arial"/>
                <a:cs typeface="Arial"/>
                <a:sym typeface="Arial"/>
              </a:rPr>
              <a:t>What is the</a:t>
            </a:r>
            <a:r>
              <a:rPr lang="de" b="0"/>
              <a:t> advantage of using the transaction LPD_CUST, instead of  linking the SAPUI5 app directly in the Launchpad designer?</a:t>
            </a:r>
            <a:endParaRPr sz="1000"/>
          </a:p>
          <a:p>
            <a:pPr marL="254000" marR="0" lvl="0" indent="-254000" algn="l" rtl="0">
              <a:spcBef>
                <a:spcPts val="1800"/>
              </a:spcBef>
              <a:spcAft>
                <a:spcPts val="0"/>
              </a:spcAft>
              <a:buClr>
                <a:schemeClr val="accent1"/>
              </a:buClr>
              <a:buSzPts val="1200"/>
              <a:buFont typeface="Arial"/>
              <a:buChar char="•"/>
            </a:pPr>
            <a:r>
              <a:rPr lang="de" b="0"/>
              <a:t>In which cases is a semantic object needed</a:t>
            </a:r>
            <a:r>
              <a:rPr lang="de" sz="1500" b="0" i="0" u="none" strike="noStrike" cap="none">
                <a:solidFill>
                  <a:schemeClr val="dk1"/>
                </a:solidFill>
                <a:latin typeface="Arial"/>
                <a:ea typeface="Arial"/>
                <a:cs typeface="Arial"/>
                <a:sym typeface="Arial"/>
              </a:rPr>
              <a:t>?</a:t>
            </a:r>
            <a:endParaRPr sz="1000"/>
          </a:p>
          <a:p>
            <a:pPr marL="0" marR="0" lvl="1" indent="0" algn="l" rtl="0">
              <a:lnSpc>
                <a:spcPct val="200000"/>
              </a:lnSpc>
              <a:spcBef>
                <a:spcPts val="400"/>
              </a:spcBef>
              <a:spcAft>
                <a:spcPts val="0"/>
              </a:spcAft>
              <a:buClr>
                <a:schemeClr val="accent1"/>
              </a:buClr>
              <a:buSzPts val="1200"/>
              <a:buFont typeface="Noto Sans Symbols"/>
              <a:buNone/>
            </a:pPr>
            <a:endParaRPr sz="1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Shape 344"/>
          <p:cNvSpPr txBox="1">
            <a:spLocks noGrp="1"/>
          </p:cNvSpPr>
          <p:nvPr>
            <p:ph type="ctrTitle"/>
          </p:nvPr>
        </p:nvSpPr>
        <p:spPr>
          <a:xfrm>
            <a:off x="242936" y="1833303"/>
            <a:ext cx="8656645" cy="69233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4500"/>
              <a:buFont typeface="Arial"/>
              <a:buNone/>
            </a:pPr>
            <a:r>
              <a:rPr lang="de" sz="4500" b="1" i="0" u="none" strike="noStrike" cap="none">
                <a:solidFill>
                  <a:schemeClr val="dk1"/>
                </a:solidFill>
                <a:latin typeface="Arial"/>
                <a:ea typeface="Arial"/>
                <a:cs typeface="Arial"/>
                <a:sym typeface="Arial"/>
              </a:rPr>
              <a:t>Solution</a:t>
            </a:r>
            <a:endParaRPr sz="1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Shape 350"/>
          <p:cNvSpPr txBox="1">
            <a:spLocks noGrp="1"/>
          </p:cNvSpPr>
          <p:nvPr>
            <p:ph type="title"/>
          </p:nvPr>
        </p:nvSpPr>
        <p:spPr>
          <a:xfrm>
            <a:off x="242936" y="243000"/>
            <a:ext cx="8656645" cy="567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2"/>
              </a:buClr>
              <a:buSzPts val="2100"/>
              <a:buFont typeface="Arial"/>
              <a:buNone/>
            </a:pPr>
            <a:r>
              <a:rPr lang="de" sz="2100" b="1" i="0" u="none" strike="noStrike" cap="none">
                <a:solidFill>
                  <a:schemeClr val="accent2"/>
                </a:solidFill>
                <a:latin typeface="Arial"/>
                <a:ea typeface="Arial"/>
                <a:cs typeface="Arial"/>
                <a:sym typeface="Arial"/>
              </a:rPr>
              <a:t>Solution</a:t>
            </a:r>
            <a:endParaRPr sz="1000"/>
          </a:p>
        </p:txBody>
      </p:sp>
      <p:sp>
        <p:nvSpPr>
          <p:cNvPr id="351" name="Shape 351"/>
          <p:cNvSpPr txBox="1">
            <a:spLocks noGrp="1"/>
          </p:cNvSpPr>
          <p:nvPr>
            <p:ph type="body" idx="1"/>
          </p:nvPr>
        </p:nvSpPr>
        <p:spPr>
          <a:xfrm>
            <a:off x="242936" y="1164699"/>
            <a:ext cx="8729761" cy="3503304"/>
          </a:xfrm>
          <a:prstGeom prst="rect">
            <a:avLst/>
          </a:prstGeom>
          <a:noFill/>
          <a:ln>
            <a:noFill/>
          </a:ln>
        </p:spPr>
        <p:txBody>
          <a:bodyPr spcFirstLastPara="1" wrap="square" lIns="0" tIns="0" rIns="0" bIns="0" anchor="t" anchorCtr="0">
            <a:noAutofit/>
          </a:bodyPr>
          <a:lstStyle/>
          <a:p>
            <a:pPr marL="254000" lvl="0" indent="-254000" rtl="0">
              <a:spcBef>
                <a:spcPts val="0"/>
              </a:spcBef>
              <a:spcAft>
                <a:spcPts val="0"/>
              </a:spcAft>
              <a:buClr>
                <a:schemeClr val="accent1"/>
              </a:buClr>
              <a:buSzPts val="1200"/>
              <a:buFont typeface="Arial"/>
              <a:buChar char="•"/>
            </a:pPr>
            <a:r>
              <a:rPr lang="de" b="0"/>
              <a:t>What is the advantage of using the transaction LPD_CUST, instead of  linking the SAPUI5 app directly in the Launchpad designer?</a:t>
            </a:r>
            <a:endParaRPr sz="1000"/>
          </a:p>
          <a:p>
            <a:pPr marL="0" marR="0" lvl="0" indent="0" algn="l" rtl="0">
              <a:lnSpc>
                <a:spcPct val="150000"/>
              </a:lnSpc>
              <a:spcBef>
                <a:spcPts val="400"/>
              </a:spcBef>
              <a:spcAft>
                <a:spcPts val="0"/>
              </a:spcAft>
              <a:buClr>
                <a:schemeClr val="accent1"/>
              </a:buClr>
              <a:buSzPts val="1200"/>
              <a:buFont typeface="Arial"/>
              <a:buNone/>
            </a:pPr>
            <a:r>
              <a:rPr lang="de" sz="1500" b="0" i="0" u="none" strike="noStrike" cap="none">
                <a:solidFill>
                  <a:schemeClr val="dk1"/>
                </a:solidFill>
                <a:latin typeface="Arial"/>
                <a:ea typeface="Arial"/>
                <a:cs typeface="Arial"/>
                <a:sym typeface="Arial"/>
              </a:rPr>
              <a:t> 	 </a:t>
            </a:r>
            <a:r>
              <a:rPr lang="de" b="0"/>
              <a:t>-&gt; None</a:t>
            </a:r>
            <a:endParaRPr sz="1000"/>
          </a:p>
          <a:p>
            <a:pPr marL="0" marR="0" lvl="1" indent="0" algn="l" rtl="0">
              <a:lnSpc>
                <a:spcPct val="150000"/>
              </a:lnSpc>
              <a:spcBef>
                <a:spcPts val="400"/>
              </a:spcBef>
              <a:spcAft>
                <a:spcPts val="0"/>
              </a:spcAft>
              <a:buClr>
                <a:schemeClr val="accent1"/>
              </a:buClr>
              <a:buSzPts val="1200"/>
              <a:buFont typeface="Noto Sans Symbols"/>
              <a:buNone/>
            </a:pPr>
            <a:endParaRPr sz="1000"/>
          </a:p>
        </p:txBody>
      </p:sp>
      <p:pic>
        <p:nvPicPr>
          <p:cNvPr id="352" name="Shape 352"/>
          <p:cNvPicPr preferRelativeResize="0"/>
          <p:nvPr/>
        </p:nvPicPr>
        <p:blipFill rotWithShape="1">
          <a:blip r:embed="rId3">
            <a:alphaModFix/>
          </a:blip>
          <a:srcRect l="26912" t="17994" r="8471" b="66961"/>
          <a:stretch/>
        </p:blipFill>
        <p:spPr>
          <a:xfrm>
            <a:off x="242925" y="2052638"/>
            <a:ext cx="7848600" cy="10382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AP_2016_16x9_white">
  <a:themeElements>
    <a:clrScheme name="SAP_colors_white_template">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650</Words>
  <Application>Microsoft Office PowerPoint</Application>
  <PresentationFormat>Bildschirmpräsentation (16:9)</PresentationFormat>
  <Paragraphs>155</Paragraphs>
  <Slides>24</Slides>
  <Notes>24</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24</vt:i4>
      </vt:variant>
    </vt:vector>
  </HeadingPairs>
  <TitlesOfParts>
    <vt:vector size="29" baseType="lpstr">
      <vt:lpstr>Arial</vt:lpstr>
      <vt:lpstr>Courier New</vt:lpstr>
      <vt:lpstr>Noto Sans Symbols</vt:lpstr>
      <vt:lpstr>Simple Light</vt:lpstr>
      <vt:lpstr>SAP_2016_16x9_white</vt:lpstr>
      <vt:lpstr>SAP FIORI</vt:lpstr>
      <vt:lpstr>Prerequisites</vt:lpstr>
      <vt:lpstr>Agenda</vt:lpstr>
      <vt:lpstr>I. Motivation Motivation</vt:lpstr>
      <vt:lpstr>I. Motivation Distinction between Fiori and SAPUI5</vt:lpstr>
      <vt:lpstr>II. Overview Overview</vt:lpstr>
      <vt:lpstr>II. Overview Me-area</vt:lpstr>
      <vt:lpstr>II. Overview Launchpad Designer</vt:lpstr>
      <vt:lpstr> </vt:lpstr>
      <vt:lpstr>III. Navigation concepts Navigation basics</vt:lpstr>
      <vt:lpstr>III.Navigation concepts Tiles, Catalogs &amp; Groups</vt:lpstr>
      <vt:lpstr>III.Navigation concepts Navigation</vt:lpstr>
      <vt:lpstr>III. Navigation concepts Navigation by intent</vt:lpstr>
      <vt:lpstr>III. Navigation concepts Navigation by application types</vt:lpstr>
      <vt:lpstr>III. Navigation concepts Overview</vt:lpstr>
      <vt:lpstr>III. Templates App Archetypes</vt:lpstr>
      <vt:lpstr>III. Templates Tile types</vt:lpstr>
      <vt:lpstr> </vt:lpstr>
      <vt:lpstr>III. The fiori app library Fiori apps library</vt:lpstr>
      <vt:lpstr>Check your knowledge</vt:lpstr>
      <vt:lpstr>Check your knowledge</vt:lpstr>
      <vt:lpstr>Solution</vt:lpstr>
      <vt:lpstr>Solution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FIORI</dc:title>
  <dc:creator>Rank, Johannes</dc:creator>
  <cp:lastModifiedBy>Rank, Johannes</cp:lastModifiedBy>
  <cp:revision>14</cp:revision>
  <dcterms:modified xsi:type="dcterms:W3CDTF">2018-10-15T14:46:07Z</dcterms:modified>
</cp:coreProperties>
</file>