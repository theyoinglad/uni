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28"/>
  </p:notesMasterIdLst>
  <p:handoutMasterIdLst>
    <p:handoutMasterId r:id="rId29"/>
  </p:handoutMasterIdLst>
  <p:sldIdLst>
    <p:sldId id="347" r:id="rId2"/>
    <p:sldId id="345" r:id="rId3"/>
    <p:sldId id="349" r:id="rId4"/>
    <p:sldId id="350" r:id="rId5"/>
    <p:sldId id="346" r:id="rId6"/>
    <p:sldId id="348" r:id="rId7"/>
    <p:sldId id="351" r:id="rId8"/>
    <p:sldId id="356" r:id="rId9"/>
    <p:sldId id="361" r:id="rId10"/>
    <p:sldId id="357" r:id="rId11"/>
    <p:sldId id="362" r:id="rId12"/>
    <p:sldId id="352" r:id="rId13"/>
    <p:sldId id="353" r:id="rId14"/>
    <p:sldId id="354" r:id="rId15"/>
    <p:sldId id="355" r:id="rId16"/>
    <p:sldId id="359" r:id="rId17"/>
    <p:sldId id="360" r:id="rId18"/>
    <p:sldId id="363" r:id="rId19"/>
    <p:sldId id="364" r:id="rId20"/>
    <p:sldId id="365" r:id="rId21"/>
    <p:sldId id="366" r:id="rId22"/>
    <p:sldId id="367" r:id="rId23"/>
    <p:sldId id="368" r:id="rId24"/>
    <p:sldId id="369" r:id="rId25"/>
    <p:sldId id="370" r:id="rId26"/>
    <p:sldId id="371" r:id="rId27"/>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nner, Matthias" initials="RM" lastIdx="1" clrIdx="0">
    <p:extLst>
      <p:ext uri="{19B8F6BF-5375-455C-9EA6-DF929625EA0E}">
        <p15:presenceInfo xmlns:p15="http://schemas.microsoft.com/office/powerpoint/2012/main" userId="Renner, Matthias" providerId="None"/>
      </p:ext>
    </p:extLst>
  </p:cmAuthor>
  <p:cmAuthor id="2" name="Matthias Renner" initials="MR" lastIdx="1" clrIdx="1">
    <p:extLst>
      <p:ext uri="{19B8F6BF-5375-455C-9EA6-DF929625EA0E}">
        <p15:presenceInfo xmlns:p15="http://schemas.microsoft.com/office/powerpoint/2012/main" userId="ace60a1c523e29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5" autoAdjust="0"/>
    <p:restoredTop sz="96866" autoAdjust="0"/>
  </p:normalViewPr>
  <p:slideViewPr>
    <p:cSldViewPr snapToGrid="0" showGuides="1">
      <p:cViewPr varScale="1">
        <p:scale>
          <a:sx n="127" d="100"/>
          <a:sy n="127" d="100"/>
        </p:scale>
        <p:origin x="324" y="126"/>
      </p:cViewPr>
      <p:guideLst>
        <p:guide orient="horz" pos="4118"/>
        <p:guide orient="horz" pos="3835"/>
        <p:guide orient="horz" pos="1072"/>
        <p:guide orient="horz" pos="779"/>
        <p:guide pos="7478"/>
        <p:guide pos="205"/>
        <p:guide pos="3849"/>
        <p:guide pos="4708"/>
        <p:guide pos="4812"/>
        <p:guide pos="2865"/>
        <p:guide pos="2965"/>
      </p:guideLst>
    </p:cSldViewPr>
  </p:slideViewPr>
  <p:outlineViewPr>
    <p:cViewPr>
      <p:scale>
        <a:sx n="33" d="100"/>
        <a:sy n="33" d="100"/>
      </p:scale>
      <p:origin x="0" y="-8484"/>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90"/>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316076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1029117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1616732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20</a:t>
            </a:fld>
            <a:endParaRPr lang="de-DE" dirty="0"/>
          </a:p>
        </p:txBody>
      </p:sp>
    </p:spTree>
    <p:extLst>
      <p:ext uri="{BB962C8B-B14F-4D97-AF65-F5344CB8AC3E}">
        <p14:creationId xmlns:p14="http://schemas.microsoft.com/office/powerpoint/2010/main" val="38093326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2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3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5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863"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4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3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5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7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9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2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44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7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1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9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6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59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3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66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2016 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13"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timing>
    <p:tnLst>
      <p:par>
        <p:cTn id="1" dur="indefinite" restart="never" nodeType="tmRoot"/>
      </p:par>
    </p:tnLst>
  </p:timing>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3" Type="http://schemas.openxmlformats.org/officeDocument/2006/relationships/tags" Target="../tags/tag36.xml"/><Relationship Id="rId18" Type="http://schemas.openxmlformats.org/officeDocument/2006/relationships/tags" Target="../tags/tag41.xml"/><Relationship Id="rId26" Type="http://schemas.openxmlformats.org/officeDocument/2006/relationships/tags" Target="../tags/tag49.xml"/><Relationship Id="rId39" Type="http://schemas.openxmlformats.org/officeDocument/2006/relationships/tags" Target="../tags/tag62.xml"/><Relationship Id="rId21" Type="http://schemas.openxmlformats.org/officeDocument/2006/relationships/tags" Target="../tags/tag44.xml"/><Relationship Id="rId34" Type="http://schemas.openxmlformats.org/officeDocument/2006/relationships/tags" Target="../tags/tag57.xml"/><Relationship Id="rId7" Type="http://schemas.openxmlformats.org/officeDocument/2006/relationships/tags" Target="../tags/tag30.xml"/><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tags" Target="../tags/tag43.xml"/><Relationship Id="rId29" Type="http://schemas.openxmlformats.org/officeDocument/2006/relationships/tags" Target="../tags/tag52.xml"/><Relationship Id="rId41" Type="http://schemas.openxmlformats.org/officeDocument/2006/relationships/slideLayout" Target="../slideLayouts/slideLayout6.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24" Type="http://schemas.openxmlformats.org/officeDocument/2006/relationships/tags" Target="../tags/tag47.xml"/><Relationship Id="rId32" Type="http://schemas.openxmlformats.org/officeDocument/2006/relationships/tags" Target="../tags/tag55.xml"/><Relationship Id="rId37" Type="http://schemas.openxmlformats.org/officeDocument/2006/relationships/tags" Target="../tags/tag60.xml"/><Relationship Id="rId40" Type="http://schemas.openxmlformats.org/officeDocument/2006/relationships/tags" Target="../tags/tag63.xml"/><Relationship Id="rId5" Type="http://schemas.openxmlformats.org/officeDocument/2006/relationships/tags" Target="../tags/tag28.xml"/><Relationship Id="rId15" Type="http://schemas.openxmlformats.org/officeDocument/2006/relationships/tags" Target="../tags/tag38.xml"/><Relationship Id="rId23" Type="http://schemas.openxmlformats.org/officeDocument/2006/relationships/tags" Target="../tags/tag46.xml"/><Relationship Id="rId28" Type="http://schemas.openxmlformats.org/officeDocument/2006/relationships/tags" Target="../tags/tag51.xml"/><Relationship Id="rId36" Type="http://schemas.openxmlformats.org/officeDocument/2006/relationships/tags" Target="../tags/tag59.xml"/><Relationship Id="rId10" Type="http://schemas.openxmlformats.org/officeDocument/2006/relationships/tags" Target="../tags/tag33.xml"/><Relationship Id="rId19" Type="http://schemas.openxmlformats.org/officeDocument/2006/relationships/tags" Target="../tags/tag42.xml"/><Relationship Id="rId31" Type="http://schemas.openxmlformats.org/officeDocument/2006/relationships/tags" Target="../tags/tag54.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tags" Target="../tags/tag45.xml"/><Relationship Id="rId27" Type="http://schemas.openxmlformats.org/officeDocument/2006/relationships/tags" Target="../tags/tag50.xml"/><Relationship Id="rId30" Type="http://schemas.openxmlformats.org/officeDocument/2006/relationships/tags" Target="../tags/tag53.xml"/><Relationship Id="rId35" Type="http://schemas.openxmlformats.org/officeDocument/2006/relationships/tags" Target="../tags/tag58.xml"/><Relationship Id="rId8" Type="http://schemas.openxmlformats.org/officeDocument/2006/relationships/tags" Target="../tags/tag31.xml"/><Relationship Id="rId3" Type="http://schemas.openxmlformats.org/officeDocument/2006/relationships/tags" Target="../tags/tag26.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tags" Target="../tags/tag48.xml"/><Relationship Id="rId33" Type="http://schemas.openxmlformats.org/officeDocument/2006/relationships/tags" Target="../tags/tag56.xml"/><Relationship Id="rId38" Type="http://schemas.openxmlformats.org/officeDocument/2006/relationships/tags" Target="../tags/tag6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ervice.sap.com/" TargetMode="External"/><Relationship Id="rId2" Type="http://schemas.openxmlformats.org/officeDocument/2006/relationships/hyperlink" Target="http://scn.sap.com/" TargetMode="Externa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help.sap.com/saphelp_nw74/helpdata/de/4a/24dbfa64550455e10000000a421937/frameset.ht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en-US" noProof="0" dirty="0"/>
              <a:t>Introduction to ABAP</a:t>
            </a:r>
            <a:br>
              <a:rPr lang="en-US" noProof="0" dirty="0"/>
            </a:br>
            <a:endParaRPr lang="en-US" noProof="0" dirty="0"/>
          </a:p>
        </p:txBody>
      </p:sp>
      <p:sp>
        <p:nvSpPr>
          <p:cNvPr id="3" name="Untertitel 2"/>
          <p:cNvSpPr>
            <a:spLocks noGrp="1"/>
          </p:cNvSpPr>
          <p:nvPr>
            <p:ph type="subTitle" idx="1"/>
          </p:nvPr>
        </p:nvSpPr>
        <p:spPr>
          <a:xfrm>
            <a:off x="467999" y="1817519"/>
            <a:ext cx="10620000" cy="276999"/>
          </a:xfrm>
        </p:spPr>
        <p:txBody>
          <a:bodyPr/>
          <a:lstStyle/>
          <a:p>
            <a:r>
              <a:rPr lang="en-US" noProof="0" dirty="0"/>
              <a:t>Adrian </a:t>
            </a:r>
            <a:r>
              <a:rPr lang="en-US" noProof="0" dirty="0" err="1"/>
              <a:t>Streitz</a:t>
            </a:r>
            <a:r>
              <a:rPr lang="en-US" noProof="0" dirty="0"/>
              <a:t>, </a:t>
            </a:r>
            <a:r>
              <a:rPr lang="en-US" noProof="0" dirty="0" smtClean="0"/>
              <a:t>Johannes Rank, </a:t>
            </a:r>
            <a:r>
              <a:rPr lang="en-US" dirty="0" err="1"/>
              <a:t>Borys</a:t>
            </a:r>
            <a:r>
              <a:rPr lang="en-US" dirty="0"/>
              <a:t> </a:t>
            </a:r>
            <a:r>
              <a:rPr lang="en-US" dirty="0" err="1" smtClean="0"/>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4000" y="1539177"/>
            <a:ext cx="10620000" cy="4524315"/>
          </a:xfrm>
        </p:spPr>
        <p:txBody>
          <a:bodyPr anchor="t"/>
          <a:lstStyle/>
          <a:p>
            <a:pPr marL="400050" indent="-400050">
              <a:lnSpc>
                <a:spcPct val="150000"/>
              </a:lnSpc>
              <a:buFont typeface="+mj-lt"/>
              <a:buAutoNum type="romanUcPeriod"/>
            </a:pPr>
            <a:r>
              <a:rPr lang="en-US" sz="2800" b="1" noProof="0" dirty="0">
                <a:latin typeface="+mj-lt"/>
              </a:rPr>
              <a:t>Introduction to SAP</a:t>
            </a:r>
          </a:p>
          <a:p>
            <a:pPr marL="400050" indent="-400050">
              <a:lnSpc>
                <a:spcPct val="150000"/>
              </a:lnSpc>
              <a:buFont typeface="+mj-lt"/>
              <a:buAutoNum type="romanUcPeriod"/>
            </a:pPr>
            <a:r>
              <a:rPr lang="en-US" sz="2800" b="1" noProof="0" dirty="0">
                <a:latin typeface="+mj-lt"/>
              </a:rPr>
              <a:t>Introduction into ABAP</a:t>
            </a:r>
          </a:p>
          <a:p>
            <a:pPr marL="400050" indent="-400050">
              <a:lnSpc>
                <a:spcPct val="150000"/>
              </a:lnSpc>
              <a:buFont typeface="+mj-lt"/>
              <a:buAutoNum type="romanUcPeriod"/>
            </a:pPr>
            <a:r>
              <a:rPr lang="en-US" sz="2800" b="1" noProof="0" dirty="0"/>
              <a:t>Transport Concept</a:t>
            </a:r>
            <a:endParaRPr lang="en-US" sz="2800" b="1" noProof="0" dirty="0">
              <a:latin typeface="+mj-lt"/>
            </a:endParaRPr>
          </a:p>
          <a:p>
            <a:pPr marL="400050" indent="-400050">
              <a:lnSpc>
                <a:spcPct val="150000"/>
              </a:lnSpc>
              <a:buFont typeface="+mj-lt"/>
              <a:buAutoNum type="romanUcPeriod"/>
            </a:pPr>
            <a:r>
              <a:rPr lang="en-US" sz="2800" b="1" noProof="0" dirty="0">
                <a:latin typeface="+mj-lt"/>
              </a:rPr>
              <a:t>Development Prerequisites</a:t>
            </a:r>
          </a:p>
          <a:p>
            <a:pPr marL="400050" indent="-400050">
              <a:lnSpc>
                <a:spcPct val="150000"/>
              </a:lnSpc>
              <a:buFont typeface="+mj-lt"/>
              <a:buAutoNum type="romanUcPeriod"/>
            </a:pPr>
            <a:r>
              <a:rPr lang="en-US" sz="2800" b="1" noProof="0" dirty="0"/>
              <a:t>Using Help</a:t>
            </a:r>
          </a:p>
          <a:p>
            <a:pPr marL="400050" indent="-400050">
              <a:lnSpc>
                <a:spcPct val="150000"/>
              </a:lnSpc>
              <a:buFont typeface="+mj-lt"/>
              <a:buAutoNum type="romanUcPeriod"/>
            </a:pPr>
            <a:r>
              <a:rPr lang="en-US" sz="2800" b="1" noProof="0" dirty="0">
                <a:latin typeface="+mj-lt"/>
              </a:rPr>
              <a:t>Development of a first application</a:t>
            </a:r>
          </a:p>
          <a:p>
            <a:pPr marL="400050" indent="-400050">
              <a:lnSpc>
                <a:spcPct val="150000"/>
              </a:lnSpc>
              <a:buFont typeface="+mj-lt"/>
              <a:buAutoNum type="romanUcPeriod"/>
            </a:pPr>
            <a:r>
              <a:rPr lang="en-US" sz="2800" b="1" noProof="0" dirty="0">
                <a:latin typeface="+mj-lt"/>
              </a:rPr>
              <a:t>Control Questions</a:t>
            </a:r>
          </a:p>
        </p:txBody>
      </p:sp>
      <p:sp>
        <p:nvSpPr>
          <p:cNvPr id="3" name="Titel 2"/>
          <p:cNvSpPr>
            <a:spLocks noGrp="1"/>
          </p:cNvSpPr>
          <p:nvPr>
            <p:ph type="ctrTitle"/>
          </p:nvPr>
        </p:nvSpPr>
        <p:spPr/>
        <p:txBody>
          <a:bodyPr/>
          <a:lstStyle/>
          <a:p>
            <a:r>
              <a:rPr lang="en-US" noProof="0" dirty="0"/>
              <a:t>Agenda</a:t>
            </a:r>
          </a:p>
        </p:txBody>
      </p:sp>
    </p:spTree>
    <p:extLst>
      <p:ext uri="{BB962C8B-B14F-4D97-AF65-F5344CB8AC3E}">
        <p14:creationId xmlns:p14="http://schemas.microsoft.com/office/powerpoint/2010/main" val="40820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 Introduction to SAP</a:t>
            </a:r>
            <a:r>
              <a:rPr lang="en-US" noProof="0" dirty="0"/>
              <a:t/>
            </a:r>
            <a:br>
              <a:rPr lang="en-US" noProof="0" dirty="0"/>
            </a:br>
            <a:r>
              <a:rPr lang="en-US" noProof="0" dirty="0" err="1"/>
              <a:t>SAP</a:t>
            </a:r>
            <a:r>
              <a:rPr lang="en-US" noProof="0" dirty="0"/>
              <a:t> SE</a:t>
            </a:r>
          </a:p>
        </p:txBody>
      </p:sp>
      <p:sp>
        <p:nvSpPr>
          <p:cNvPr id="3" name="Inhaltsplatzhalter 2"/>
          <p:cNvSpPr>
            <a:spLocks noGrp="1"/>
          </p:cNvSpPr>
          <p:nvPr>
            <p:ph idx="1"/>
          </p:nvPr>
        </p:nvSpPr>
        <p:spPr>
          <a:xfrm>
            <a:off x="324000" y="1692390"/>
            <a:ext cx="11545200" cy="2232839"/>
          </a:xfrm>
        </p:spPr>
        <p:txBody>
          <a:bodyPr/>
          <a:lstStyle/>
          <a:p>
            <a:pPr marL="342900" indent="-342900">
              <a:buFont typeface="Arial" panose="020B0604020202020204" pitchFamily="34" charset="0"/>
              <a:buChar char="•"/>
            </a:pPr>
            <a:r>
              <a:rPr lang="en-US" noProof="0" dirty="0"/>
              <a:t>Market leader in enterprise application software</a:t>
            </a:r>
          </a:p>
          <a:p>
            <a:pPr marL="342900" indent="-342900">
              <a:buFont typeface="Arial" panose="020B0604020202020204" pitchFamily="34" charset="0"/>
              <a:buChar char="•"/>
            </a:pPr>
            <a:r>
              <a:rPr lang="en-US" noProof="0" dirty="0"/>
              <a:t>About 82.400 employees (about 19.000 software developers)</a:t>
            </a:r>
          </a:p>
          <a:p>
            <a:pPr marL="342900" indent="-342900">
              <a:buFont typeface="Arial" panose="020B0604020202020204" pitchFamily="34" charset="0"/>
              <a:buChar char="•"/>
            </a:pPr>
            <a:r>
              <a:rPr lang="en-US" noProof="0" dirty="0"/>
              <a:t>335.000 customers in 190 countries</a:t>
            </a:r>
          </a:p>
          <a:p>
            <a:pPr marL="342900" indent="-342900">
              <a:buFont typeface="Arial" panose="020B0604020202020204" pitchFamily="34" charset="0"/>
              <a:buChar char="•"/>
            </a:pPr>
            <a:r>
              <a:rPr lang="en-US" noProof="0" dirty="0"/>
              <a:t>SAP Software Portfolio: </a:t>
            </a:r>
          </a:p>
        </p:txBody>
      </p:sp>
      <p:sp>
        <p:nvSpPr>
          <p:cNvPr id="5" name="Flussdiagramm: Manuelle Verarbeitung 4"/>
          <p:cNvSpPr/>
          <p:nvPr/>
        </p:nvSpPr>
        <p:spPr bwMode="gray">
          <a:xfrm>
            <a:off x="2880360" y="4111083"/>
            <a:ext cx="6382512" cy="2234853"/>
          </a:xfrm>
          <a:prstGeom prst="flowChartManualOperation">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2400" b="1" kern="0" dirty="0">
                <a:ea typeface="Arial Unicode MS" pitchFamily="34" charset="-128"/>
                <a:cs typeface="Arial Unicode MS" pitchFamily="34" charset="-128"/>
              </a:rPr>
              <a:t>SAP Business Suite</a:t>
            </a:r>
          </a:p>
          <a:p>
            <a:pPr marR="0" algn="ctr" defTabSz="914400" eaLnBrk="1" fontAlgn="base" latinLnBrk="0" hangingPunct="1">
              <a:lnSpc>
                <a:spcPct val="100000"/>
              </a:lnSpc>
              <a:spcBef>
                <a:spcPct val="50000"/>
              </a:spcBef>
              <a:spcAft>
                <a:spcPct val="0"/>
              </a:spcAft>
              <a:buClr>
                <a:srgbClr val="F0AB00"/>
              </a:buClr>
              <a:buSzPct val="80000"/>
              <a:tabLst/>
            </a:pPr>
            <a:r>
              <a:rPr lang="de-DE" sz="2400" b="1" kern="0" dirty="0">
                <a:ea typeface="Arial Unicode MS" pitchFamily="34" charset="-128"/>
                <a:cs typeface="Arial Unicode MS" pitchFamily="34" charset="-128"/>
              </a:rPr>
              <a:t>SAP Business All-in-</a:t>
            </a:r>
            <a:r>
              <a:rPr lang="de-DE" sz="2400" b="1" kern="0" dirty="0" err="1">
                <a:ea typeface="Arial Unicode MS" pitchFamily="34" charset="-128"/>
                <a:cs typeface="Arial Unicode MS" pitchFamily="34" charset="-128"/>
              </a:rPr>
              <a:t>One</a:t>
            </a:r>
            <a:endParaRPr lang="de-DE" sz="2400" b="1"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de-DE" sz="2400" b="1" kern="0" dirty="0">
                <a:ea typeface="Arial Unicode MS" pitchFamily="34" charset="-128"/>
                <a:cs typeface="Arial Unicode MS" pitchFamily="34" charset="-128"/>
              </a:rPr>
              <a:t>SAP Business </a:t>
            </a:r>
            <a:r>
              <a:rPr lang="de-DE" sz="2400" b="1" kern="0" dirty="0" err="1">
                <a:ea typeface="Arial Unicode MS" pitchFamily="34" charset="-128"/>
                <a:cs typeface="Arial Unicode MS" pitchFamily="34" charset="-128"/>
              </a:rPr>
              <a:t>by</a:t>
            </a:r>
            <a:r>
              <a:rPr lang="de-DE" sz="2400" b="1" kern="0" dirty="0">
                <a:ea typeface="Arial Unicode MS" pitchFamily="34" charset="-128"/>
                <a:cs typeface="Arial Unicode MS" pitchFamily="34" charset="-128"/>
              </a:rPr>
              <a:t> Design</a:t>
            </a:r>
          </a:p>
          <a:p>
            <a:pPr marR="0" algn="ctr" defTabSz="914400" eaLnBrk="1" fontAlgn="base" latinLnBrk="0" hangingPunct="1">
              <a:lnSpc>
                <a:spcPct val="100000"/>
              </a:lnSpc>
              <a:spcBef>
                <a:spcPct val="50000"/>
              </a:spcBef>
              <a:spcAft>
                <a:spcPct val="0"/>
              </a:spcAft>
              <a:buClr>
                <a:srgbClr val="F0AB00"/>
              </a:buClr>
              <a:buSzPct val="80000"/>
              <a:tabLst/>
            </a:pPr>
            <a:r>
              <a:rPr lang="de-DE" sz="2400" b="1" kern="0" dirty="0">
                <a:ea typeface="Arial Unicode MS" pitchFamily="34" charset="-128"/>
                <a:cs typeface="Arial Unicode MS" pitchFamily="34" charset="-128"/>
              </a:rPr>
              <a:t>SAP Business </a:t>
            </a:r>
            <a:r>
              <a:rPr lang="de-DE" sz="2400" b="1" kern="0" dirty="0" err="1">
                <a:ea typeface="Arial Unicode MS" pitchFamily="34" charset="-128"/>
                <a:cs typeface="Arial Unicode MS" pitchFamily="34" charset="-128"/>
              </a:rPr>
              <a:t>One</a:t>
            </a:r>
            <a:endParaRPr kumimoji="0" lang="de-DE" sz="2400" b="1"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8" name="Gerader Verbinder 7"/>
          <p:cNvCxnSpPr/>
          <p:nvPr/>
        </p:nvCxnSpPr>
        <p:spPr>
          <a:xfrm>
            <a:off x="3191256" y="4658980"/>
            <a:ext cx="576072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p:cNvCxnSpPr>
            <a:stCxn id="5" idx="1"/>
            <a:endCxn id="5" idx="3"/>
          </p:cNvCxnSpPr>
          <p:nvPr/>
        </p:nvCxnSpPr>
        <p:spPr>
          <a:xfrm>
            <a:off x="3518611" y="5228510"/>
            <a:ext cx="510601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p:nvCxnSpPr>
        <p:spPr>
          <a:xfrm>
            <a:off x="3825612" y="5776183"/>
            <a:ext cx="44714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flipV="1">
            <a:off x="2478024" y="4111083"/>
            <a:ext cx="0" cy="223485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1416233" y="4913038"/>
            <a:ext cx="987450" cy="630942"/>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Company</a:t>
            </a:r>
          </a:p>
          <a:p>
            <a:pPr algn="ct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Size</a:t>
            </a:r>
          </a:p>
        </p:txBody>
      </p:sp>
      <p:sp>
        <p:nvSpPr>
          <p:cNvPr id="20" name="Textfeld 19"/>
          <p:cNvSpPr txBox="1"/>
          <p:nvPr/>
        </p:nvSpPr>
        <p:spPr>
          <a:xfrm>
            <a:off x="8951976" y="6130492"/>
            <a:ext cx="2123979"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1400" kern="0" dirty="0">
                <a:ea typeface="Arial Unicode MS" pitchFamily="34" charset="-128"/>
                <a:cs typeface="Arial Unicode MS" pitchFamily="34" charset="-128"/>
              </a:rPr>
              <a:t>Source: </a:t>
            </a:r>
            <a:r>
              <a:rPr lang="de-DE" sz="1400" kern="0" dirty="0" err="1">
                <a:ea typeface="Arial Unicode MS" pitchFamily="34" charset="-128"/>
                <a:cs typeface="Arial Unicode MS" pitchFamily="34" charset="-128"/>
              </a:rPr>
              <a:t>Following</a:t>
            </a:r>
            <a:r>
              <a:rPr lang="de-DE" sz="1400" kern="0" dirty="0">
                <a:ea typeface="Arial Unicode MS" pitchFamily="34" charset="-128"/>
                <a:cs typeface="Arial Unicode MS" pitchFamily="34" charset="-128"/>
              </a:rPr>
              <a:t> SAP SE</a:t>
            </a:r>
          </a:p>
        </p:txBody>
      </p:sp>
      <p:sp>
        <p:nvSpPr>
          <p:cNvPr id="12" name="Textfeld 11"/>
          <p:cNvSpPr txBox="1"/>
          <p:nvPr/>
        </p:nvSpPr>
        <p:spPr>
          <a:xfrm>
            <a:off x="5781367" y="3099659"/>
            <a:ext cx="5294588" cy="215444"/>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400" kern="0" dirty="0">
                <a:ea typeface="Arial Unicode MS" pitchFamily="34" charset="-128"/>
                <a:cs typeface="Arial Unicode MS" pitchFamily="34" charset="-128"/>
              </a:rPr>
              <a:t>Source: http://</a:t>
            </a:r>
            <a:r>
              <a:rPr lang="de-DE" sz="1400" kern="0" dirty="0" smtClean="0">
                <a:ea typeface="Arial Unicode MS" pitchFamily="34" charset="-128"/>
                <a:cs typeface="Arial Unicode MS" pitchFamily="34" charset="-128"/>
              </a:rPr>
              <a:t>go.sap.com/corporate/de/company.html (01.12.2016)</a:t>
            </a:r>
            <a:endParaRPr lang="de-DE" sz="14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396778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 Introduction to SAP</a:t>
            </a:r>
            <a:r>
              <a:rPr lang="en-US" noProof="0" dirty="0"/>
              <a:t/>
            </a:r>
            <a:br>
              <a:rPr lang="en-US" noProof="0" dirty="0"/>
            </a:br>
            <a:r>
              <a:rPr lang="en-US" noProof="0" dirty="0" err="1"/>
              <a:t>SAP</a:t>
            </a:r>
            <a:r>
              <a:rPr lang="en-US" noProof="0" dirty="0"/>
              <a:t> </a:t>
            </a:r>
            <a:r>
              <a:rPr lang="en-US" noProof="0" dirty="0" err="1"/>
              <a:t>Netweaver</a:t>
            </a:r>
            <a:endParaRPr lang="en-US" noProof="0" dirty="0"/>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err="1"/>
              <a:t>Netweaver</a:t>
            </a:r>
            <a:r>
              <a:rPr lang="en-US" noProof="0" dirty="0"/>
              <a:t> = platform to support various SAP applications</a:t>
            </a:r>
          </a:p>
          <a:p>
            <a:pPr marL="342900" indent="-342900">
              <a:buFont typeface="Arial" panose="020B0604020202020204" pitchFamily="34" charset="0"/>
              <a:buChar char="•"/>
            </a:pPr>
            <a:r>
              <a:rPr lang="en-US" noProof="0" dirty="0"/>
              <a:t>Nearly every SAP system is based on the SAP </a:t>
            </a:r>
            <a:r>
              <a:rPr lang="en-US" noProof="0" dirty="0" err="1"/>
              <a:t>Netweaver</a:t>
            </a:r>
            <a:r>
              <a:rPr lang="en-US" noProof="0" dirty="0"/>
              <a:t> Application Server</a:t>
            </a:r>
          </a:p>
          <a:p>
            <a:pPr marL="342900" indent="-342900">
              <a:buFont typeface="Arial" panose="020B0604020202020204" pitchFamily="34" charset="0"/>
              <a:buChar char="•"/>
            </a:pPr>
            <a:r>
              <a:rPr lang="en-US" noProof="0" dirty="0"/>
              <a:t>Different </a:t>
            </a:r>
            <a:r>
              <a:rPr lang="en-US" noProof="0" dirty="0" err="1"/>
              <a:t>Netweaver</a:t>
            </a:r>
            <a:r>
              <a:rPr lang="en-US" noProof="0" dirty="0"/>
              <a:t> runtimes: ABAP, Java, </a:t>
            </a:r>
            <a:r>
              <a:rPr lang="en-US" noProof="0" dirty="0" err="1"/>
              <a:t>ABAP+Java</a:t>
            </a:r>
            <a:r>
              <a:rPr lang="en-US" noProof="0" dirty="0"/>
              <a:t> (Dual Stack)</a:t>
            </a:r>
          </a:p>
          <a:p>
            <a:pPr marL="342900" indent="-342900">
              <a:buFont typeface="Arial" panose="020B0604020202020204" pitchFamily="34" charset="0"/>
              <a:buChar char="•"/>
            </a:pPr>
            <a:r>
              <a:rPr lang="en-US" noProof="0" dirty="0"/>
              <a:t>Examples of SAP applications:</a:t>
            </a:r>
          </a:p>
          <a:p>
            <a:pPr marL="342900" indent="-342900">
              <a:buFont typeface="Arial" panose="020B0604020202020204" pitchFamily="34" charset="0"/>
              <a:buChar char="•"/>
            </a:pPr>
            <a:endParaRPr lang="en-US" noProof="0" dirty="0"/>
          </a:p>
        </p:txBody>
      </p:sp>
      <p:sp>
        <p:nvSpPr>
          <p:cNvPr id="4" name="Abgerundetes Rechteck 3"/>
          <p:cNvSpPr/>
          <p:nvPr/>
        </p:nvSpPr>
        <p:spPr bwMode="gray">
          <a:xfrm>
            <a:off x="628785" y="3962400"/>
            <a:ext cx="10935629" cy="453483"/>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a:t>
            </a:r>
            <a:r>
              <a:rPr kumimoji="0" lang="de-DE" sz="2000" b="0" i="0" u="none" strike="noStrike" kern="0" cap="none" spc="0" normalizeH="0" noProof="0" dirty="0">
                <a:ln>
                  <a:noFill/>
                </a:ln>
                <a:effectLst/>
                <a:uLnTx/>
                <a:uFillTx/>
                <a:ea typeface="Arial Unicode MS" pitchFamily="34" charset="-128"/>
                <a:cs typeface="Arial Unicode MS" pitchFamily="34" charset="-128"/>
              </a:rPr>
              <a:t> ERP – Enterprise </a:t>
            </a:r>
            <a:r>
              <a:rPr kumimoji="0" lang="de-DE" sz="2000" b="0" i="0" u="none" strike="noStrike" kern="0" cap="none" spc="0" normalizeH="0" noProof="0" dirty="0" err="1">
                <a:ln>
                  <a:noFill/>
                </a:ln>
                <a:effectLst/>
                <a:uLnTx/>
                <a:uFillTx/>
                <a:ea typeface="Arial Unicode MS" pitchFamily="34" charset="-128"/>
                <a:cs typeface="Arial Unicode MS" pitchFamily="34" charset="-128"/>
              </a:rPr>
              <a:t>Resource</a:t>
            </a:r>
            <a:r>
              <a:rPr kumimoji="0" lang="de-DE" sz="2000" b="0" i="0" u="none" strike="noStrike" kern="0" cap="none" spc="0" normalizeH="0" noProof="0" dirty="0">
                <a:ln>
                  <a:noFill/>
                </a:ln>
                <a:effectLst/>
                <a:uLnTx/>
                <a:uFillTx/>
                <a:ea typeface="Arial Unicode MS" pitchFamily="34" charset="-128"/>
                <a:cs typeface="Arial Unicode MS" pitchFamily="34" charset="-128"/>
              </a:rPr>
              <a:t> Planning</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Abgerundetes Rechteck 4"/>
          <p:cNvSpPr/>
          <p:nvPr/>
        </p:nvSpPr>
        <p:spPr bwMode="gray">
          <a:xfrm>
            <a:off x="628785" y="4415883"/>
            <a:ext cx="10935629" cy="453483"/>
          </a:xfrm>
          <a:prstGeom prst="roundRect">
            <a:avLst/>
          </a:prstGeom>
          <a:solidFill>
            <a:schemeClr val="accent5"/>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a:t>
            </a:r>
            <a:r>
              <a:rPr kumimoji="0" lang="de-DE" sz="2000" b="0" i="0" u="none" strike="noStrike" kern="0" cap="none" spc="0" normalizeH="0" noProof="0" dirty="0">
                <a:ln>
                  <a:noFill/>
                </a:ln>
                <a:effectLst/>
                <a:uLnTx/>
                <a:uFillTx/>
                <a:ea typeface="Arial Unicode MS" pitchFamily="34" charset="-128"/>
                <a:cs typeface="Arial Unicode MS" pitchFamily="34" charset="-128"/>
              </a:rPr>
              <a:t> CRM – Customer </a:t>
            </a:r>
            <a:r>
              <a:rPr kumimoji="0" lang="de-DE" sz="2000" b="0" i="0" u="none" strike="noStrike" kern="0" cap="none" spc="0" normalizeH="0" noProof="0" dirty="0" err="1">
                <a:ln>
                  <a:noFill/>
                </a:ln>
                <a:effectLst/>
                <a:uLnTx/>
                <a:uFillTx/>
                <a:ea typeface="Arial Unicode MS" pitchFamily="34" charset="-128"/>
                <a:cs typeface="Arial Unicode MS" pitchFamily="34" charset="-128"/>
              </a:rPr>
              <a:t>Relationship</a:t>
            </a:r>
            <a:r>
              <a:rPr kumimoji="0" lang="de-DE" sz="2000" b="0" i="0" u="none" strike="noStrike" kern="0" cap="none" spc="0" normalizeH="0" noProof="0" dirty="0">
                <a:ln>
                  <a:noFill/>
                </a:ln>
                <a:effectLst/>
                <a:uLnTx/>
                <a:uFillTx/>
                <a:ea typeface="Arial Unicode MS" pitchFamily="34" charset="-128"/>
                <a:cs typeface="Arial Unicode MS" pitchFamily="34" charset="-128"/>
              </a:rPr>
              <a:t> Management</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Abgerundetes Rechteck 5"/>
          <p:cNvSpPr/>
          <p:nvPr/>
        </p:nvSpPr>
        <p:spPr bwMode="gray">
          <a:xfrm>
            <a:off x="628785" y="4869366"/>
            <a:ext cx="10935629" cy="453483"/>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 SCM – Supply Chain</a:t>
            </a:r>
            <a:r>
              <a:rPr kumimoji="0" lang="de-DE" sz="2000" b="0" i="0" u="none" strike="noStrike" kern="0" cap="none" spc="0" normalizeH="0" noProof="0" dirty="0">
                <a:ln>
                  <a:noFill/>
                </a:ln>
                <a:effectLst/>
                <a:uLnTx/>
                <a:uFillTx/>
                <a:ea typeface="Arial Unicode MS" pitchFamily="34" charset="-128"/>
                <a:cs typeface="Arial Unicode MS" pitchFamily="34" charset="-128"/>
              </a:rPr>
              <a:t> Management</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Abgerundetes Rechteck 6"/>
          <p:cNvSpPr/>
          <p:nvPr/>
        </p:nvSpPr>
        <p:spPr bwMode="gray">
          <a:xfrm>
            <a:off x="628784" y="5322849"/>
            <a:ext cx="10935629" cy="453483"/>
          </a:xfrm>
          <a:prstGeom prst="roundRect">
            <a:avLst/>
          </a:prstGeom>
          <a:solidFill>
            <a:schemeClr val="accent5"/>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a:t>
            </a:r>
            <a:r>
              <a:rPr kumimoji="0" lang="de-DE" sz="2000" b="0" i="0" u="none" strike="noStrike" kern="0" cap="none" spc="0" normalizeH="0" noProof="0" dirty="0">
                <a:ln>
                  <a:noFill/>
                </a:ln>
                <a:effectLst/>
                <a:uLnTx/>
                <a:uFillTx/>
                <a:ea typeface="Arial Unicode MS" pitchFamily="34" charset="-128"/>
                <a:cs typeface="Arial Unicode MS" pitchFamily="34" charset="-128"/>
              </a:rPr>
              <a:t> PLM – </a:t>
            </a:r>
            <a:r>
              <a:rPr kumimoji="0" lang="de-DE" sz="2000" b="0" i="0" u="none" strike="noStrike" kern="0" cap="none" spc="0" normalizeH="0" noProof="0" dirty="0" err="1">
                <a:ln>
                  <a:noFill/>
                </a:ln>
                <a:effectLst/>
                <a:uLnTx/>
                <a:uFillTx/>
                <a:ea typeface="Arial Unicode MS" pitchFamily="34" charset="-128"/>
                <a:cs typeface="Arial Unicode MS" pitchFamily="34" charset="-128"/>
              </a:rPr>
              <a:t>Product</a:t>
            </a:r>
            <a:r>
              <a:rPr kumimoji="0" lang="de-DE" sz="2000" b="0" i="0" u="none" strike="noStrike" kern="0" cap="none" spc="0" normalizeH="0" noProof="0" dirty="0">
                <a:ln>
                  <a:noFill/>
                </a:ln>
                <a:effectLst/>
                <a:uLnTx/>
                <a:uFillTx/>
                <a:ea typeface="Arial Unicode MS" pitchFamily="34" charset="-128"/>
                <a:cs typeface="Arial Unicode MS" pitchFamily="34" charset="-128"/>
              </a:rPr>
              <a:t> </a:t>
            </a:r>
            <a:r>
              <a:rPr kumimoji="0" lang="de-DE" sz="2000" b="0" i="0" u="none" strike="noStrike" kern="0" cap="none" spc="0" normalizeH="0" noProof="0" dirty="0" err="1">
                <a:ln>
                  <a:noFill/>
                </a:ln>
                <a:effectLst/>
                <a:uLnTx/>
                <a:uFillTx/>
                <a:ea typeface="Arial Unicode MS" pitchFamily="34" charset="-128"/>
                <a:cs typeface="Arial Unicode MS" pitchFamily="34" charset="-128"/>
              </a:rPr>
              <a:t>Lifecycle</a:t>
            </a:r>
            <a:r>
              <a:rPr kumimoji="0" lang="de-DE" sz="2000" b="0" i="0" u="none" strike="noStrike" kern="0" cap="none" spc="0" normalizeH="0" noProof="0" dirty="0">
                <a:ln>
                  <a:noFill/>
                </a:ln>
                <a:effectLst/>
                <a:uLnTx/>
                <a:uFillTx/>
                <a:ea typeface="Arial Unicode MS" pitchFamily="34" charset="-128"/>
                <a:cs typeface="Arial Unicode MS" pitchFamily="34" charset="-128"/>
              </a:rPr>
              <a:t> Management</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821793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sz="2000" noProof="0" dirty="0">
                <a:solidFill>
                  <a:schemeClr val="bg2"/>
                </a:solidFill>
              </a:rPr>
              <a:t>II. Introduction into ABAP</a:t>
            </a:r>
            <a:r>
              <a:rPr lang="en-US" noProof="0" dirty="0"/>
              <a:t/>
            </a:r>
            <a:br>
              <a:rPr lang="en-US" noProof="0" dirty="0"/>
            </a:br>
            <a:r>
              <a:rPr lang="en-US" noProof="0" dirty="0"/>
              <a:t>History of ABAP</a:t>
            </a:r>
          </a:p>
        </p:txBody>
      </p:sp>
      <p:sp>
        <p:nvSpPr>
          <p:cNvPr id="5" name="Inhaltsplatzhalter 4"/>
          <p:cNvSpPr>
            <a:spLocks noGrp="1"/>
          </p:cNvSpPr>
          <p:nvPr>
            <p:ph idx="1"/>
          </p:nvPr>
        </p:nvSpPr>
        <p:spPr>
          <a:xfrm>
            <a:off x="324000" y="1692391"/>
            <a:ext cx="11545200" cy="2366654"/>
          </a:xfrm>
        </p:spPr>
        <p:txBody>
          <a:bodyPr/>
          <a:lstStyle/>
          <a:p>
            <a:pPr marL="342900" indent="-342900">
              <a:buFont typeface="Arial" panose="020B0604020202020204" pitchFamily="34" charset="0"/>
              <a:buChar char="•"/>
            </a:pPr>
            <a:r>
              <a:rPr lang="en-US" noProof="0" dirty="0"/>
              <a:t>Introduced 1983 in SAP R/2 as “</a:t>
            </a:r>
            <a:r>
              <a:rPr lang="en-US" noProof="0" dirty="0" err="1"/>
              <a:t>Allgemeiner</a:t>
            </a:r>
            <a:r>
              <a:rPr lang="en-US" noProof="0" dirty="0"/>
              <a:t> </a:t>
            </a:r>
            <a:r>
              <a:rPr lang="en-US" noProof="0" dirty="0" err="1"/>
              <a:t>Berichts</a:t>
            </a:r>
            <a:r>
              <a:rPr lang="en-US" noProof="0" dirty="0"/>
              <a:t>- (und) </a:t>
            </a:r>
            <a:r>
              <a:rPr lang="en-US" noProof="0" dirty="0" err="1"/>
              <a:t>Aufbereitungs-Prozessor</a:t>
            </a:r>
            <a:r>
              <a:rPr lang="en-US" noProof="0" dirty="0"/>
              <a:t>”</a:t>
            </a:r>
          </a:p>
          <a:p>
            <a:pPr marL="342900" indent="-342900">
              <a:buFont typeface="Arial" panose="020B0604020202020204" pitchFamily="34" charset="0"/>
              <a:buChar char="•"/>
            </a:pPr>
            <a:r>
              <a:rPr lang="en-US" noProof="0" dirty="0"/>
              <a:t>Initially only for the creation of reports</a:t>
            </a:r>
          </a:p>
          <a:p>
            <a:pPr marL="342900" indent="-342900">
              <a:buFont typeface="Arial" panose="020B0604020202020204" pitchFamily="34" charset="0"/>
              <a:buChar char="•"/>
            </a:pPr>
            <a:r>
              <a:rPr lang="en-US" noProof="0" dirty="0"/>
              <a:t>Later: ABAP = Advanced Business Application Programming</a:t>
            </a:r>
          </a:p>
          <a:p>
            <a:pPr marL="342900" indent="-342900">
              <a:buFont typeface="Arial" panose="020B0604020202020204" pitchFamily="34" charset="0"/>
              <a:buChar char="•"/>
            </a:pPr>
            <a:r>
              <a:rPr lang="en-US" noProof="0" dirty="0"/>
              <a:t>Since Release 4.3: support for the development of transactions</a:t>
            </a:r>
          </a:p>
          <a:p>
            <a:pPr marL="342900" indent="-342900">
              <a:buFont typeface="Arial" panose="020B0604020202020204" pitchFamily="34" charset="0"/>
              <a:buChar char="•"/>
            </a:pPr>
            <a:endParaRPr lang="en-US" noProof="0" dirty="0"/>
          </a:p>
        </p:txBody>
      </p:sp>
      <p:cxnSp>
        <p:nvCxnSpPr>
          <p:cNvPr id="75" name="Straight Connector 4101"/>
          <p:cNvCxnSpPr/>
          <p:nvPr>
            <p:custDataLst>
              <p:tags r:id="rId1"/>
            </p:custDataLst>
          </p:nvPr>
        </p:nvCxnSpPr>
        <p:spPr>
          <a:xfrm>
            <a:off x="325677" y="4351905"/>
            <a:ext cx="0" cy="1530178"/>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0" name="Rectangle 2"/>
          <p:cNvSpPr/>
          <p:nvPr>
            <p:custDataLst>
              <p:tags r:id="rId2"/>
            </p:custDataLst>
          </p:nvPr>
        </p:nvSpPr>
        <p:spPr>
          <a:xfrm>
            <a:off x="324000" y="5882083"/>
            <a:ext cx="11545200" cy="508000"/>
          </a:xfrm>
          <a:prstGeom prst="rect">
            <a:avLst/>
          </a:prstGeom>
          <a:solidFill>
            <a:schemeClr val="accent1"/>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81" name="TextBox 7"/>
          <p:cNvSpPr txBox="1"/>
          <p:nvPr>
            <p:custDataLst>
              <p:tags r:id="rId3"/>
            </p:custDataLst>
          </p:nvPr>
        </p:nvSpPr>
        <p:spPr>
          <a:xfrm>
            <a:off x="324000"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1950</a:t>
            </a:r>
          </a:p>
        </p:txBody>
      </p:sp>
      <p:cxnSp>
        <p:nvCxnSpPr>
          <p:cNvPr id="82" name="Straight Connector 13"/>
          <p:cNvCxnSpPr/>
          <p:nvPr>
            <p:custDataLst>
              <p:tags r:id="rId4"/>
            </p:custDataLst>
          </p:nvPr>
        </p:nvCxnSpPr>
        <p:spPr>
          <a:xfrm>
            <a:off x="1587091"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3" name="TextBox 16"/>
          <p:cNvSpPr txBox="1"/>
          <p:nvPr>
            <p:custDataLst>
              <p:tags r:id="rId5"/>
            </p:custDataLst>
          </p:nvPr>
        </p:nvSpPr>
        <p:spPr>
          <a:xfrm>
            <a:off x="1587091"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1954</a:t>
            </a:r>
          </a:p>
        </p:txBody>
      </p:sp>
      <p:cxnSp>
        <p:nvCxnSpPr>
          <p:cNvPr id="84" name="Straight Connector 18"/>
          <p:cNvCxnSpPr/>
          <p:nvPr>
            <p:custDataLst>
              <p:tags r:id="rId6"/>
            </p:custDataLst>
          </p:nvPr>
        </p:nvCxnSpPr>
        <p:spPr>
          <a:xfrm>
            <a:off x="2985514"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5" name="TextBox 20"/>
          <p:cNvSpPr txBox="1"/>
          <p:nvPr>
            <p:custDataLst>
              <p:tags r:id="rId7"/>
            </p:custDataLst>
          </p:nvPr>
        </p:nvSpPr>
        <p:spPr>
          <a:xfrm>
            <a:off x="2985514"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1968</a:t>
            </a:r>
          </a:p>
        </p:txBody>
      </p:sp>
      <p:cxnSp>
        <p:nvCxnSpPr>
          <p:cNvPr id="86" name="Straight Connector 24"/>
          <p:cNvCxnSpPr/>
          <p:nvPr>
            <p:custDataLst>
              <p:tags r:id="rId8"/>
            </p:custDataLst>
          </p:nvPr>
        </p:nvCxnSpPr>
        <p:spPr>
          <a:xfrm>
            <a:off x="4338826"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7" name="TextBox 26"/>
          <p:cNvSpPr txBox="1"/>
          <p:nvPr>
            <p:custDataLst>
              <p:tags r:id="rId9"/>
            </p:custDataLst>
          </p:nvPr>
        </p:nvSpPr>
        <p:spPr>
          <a:xfrm>
            <a:off x="4338826"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1983</a:t>
            </a:r>
          </a:p>
        </p:txBody>
      </p:sp>
      <p:cxnSp>
        <p:nvCxnSpPr>
          <p:cNvPr id="88" name="Straight Connector 28"/>
          <p:cNvCxnSpPr/>
          <p:nvPr>
            <p:custDataLst>
              <p:tags r:id="rId10"/>
            </p:custDataLst>
          </p:nvPr>
        </p:nvCxnSpPr>
        <p:spPr>
          <a:xfrm>
            <a:off x="5737248"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9" name="Flowchart: Merge 4750"/>
          <p:cNvSpPr/>
          <p:nvPr>
            <p:custDataLst>
              <p:tags r:id="rId11"/>
            </p:custDataLst>
          </p:nvPr>
        </p:nvSpPr>
        <p:spPr>
          <a:xfrm rot="16200000">
            <a:off x="1026826" y="4720657"/>
            <a:ext cx="228600" cy="228600"/>
          </a:xfrm>
          <a:prstGeom prst="flowChartMerge">
            <a:avLst/>
          </a:prstGeom>
          <a:solidFill>
            <a:schemeClr val="accent1"/>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00" name="TextBox 4752"/>
          <p:cNvSpPr txBox="1"/>
          <p:nvPr>
            <p:custDataLst>
              <p:tags r:id="rId12"/>
            </p:custDataLst>
          </p:nvPr>
        </p:nvSpPr>
        <p:spPr>
          <a:xfrm>
            <a:off x="3221895" y="4342555"/>
            <a:ext cx="1478584"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Pascal</a:t>
            </a:r>
          </a:p>
        </p:txBody>
      </p:sp>
      <p:sp>
        <p:nvSpPr>
          <p:cNvPr id="102" name="Flowchart: Merge 4763"/>
          <p:cNvSpPr/>
          <p:nvPr>
            <p:custDataLst>
              <p:tags r:id="rId13"/>
            </p:custDataLst>
          </p:nvPr>
        </p:nvSpPr>
        <p:spPr>
          <a:xfrm rot="16200000">
            <a:off x="351076" y="4354958"/>
            <a:ext cx="228600" cy="228600"/>
          </a:xfrm>
          <a:prstGeom prst="flowChartMerge">
            <a:avLst/>
          </a:prstGeom>
          <a:solidFill>
            <a:schemeClr val="accent5"/>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03" name="TextBox 4095"/>
          <p:cNvSpPr txBox="1"/>
          <p:nvPr>
            <p:custDataLst>
              <p:tags r:id="rId14"/>
            </p:custDataLst>
          </p:nvPr>
        </p:nvSpPr>
        <p:spPr>
          <a:xfrm>
            <a:off x="520124" y="4340623"/>
            <a:ext cx="1771124"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Machine Code</a:t>
            </a:r>
          </a:p>
        </p:txBody>
      </p:sp>
      <p:sp>
        <p:nvSpPr>
          <p:cNvPr id="105" name="TextBox 26"/>
          <p:cNvSpPr txBox="1"/>
          <p:nvPr>
            <p:custDataLst>
              <p:tags r:id="rId15"/>
            </p:custDataLst>
          </p:nvPr>
        </p:nvSpPr>
        <p:spPr>
          <a:xfrm>
            <a:off x="5744267"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1992</a:t>
            </a:r>
          </a:p>
        </p:txBody>
      </p:sp>
      <p:cxnSp>
        <p:nvCxnSpPr>
          <p:cNvPr id="106" name="Straight Connector 28"/>
          <p:cNvCxnSpPr/>
          <p:nvPr>
            <p:custDataLst>
              <p:tags r:id="rId16"/>
            </p:custDataLst>
          </p:nvPr>
        </p:nvCxnSpPr>
        <p:spPr>
          <a:xfrm>
            <a:off x="7097579"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8" name="TextBox 26"/>
          <p:cNvSpPr txBox="1"/>
          <p:nvPr>
            <p:custDataLst>
              <p:tags r:id="rId17"/>
            </p:custDataLst>
          </p:nvPr>
        </p:nvSpPr>
        <p:spPr>
          <a:xfrm>
            <a:off x="7098125"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2012</a:t>
            </a:r>
          </a:p>
        </p:txBody>
      </p:sp>
      <p:cxnSp>
        <p:nvCxnSpPr>
          <p:cNvPr id="107" name="Straight Connector 28"/>
          <p:cNvCxnSpPr/>
          <p:nvPr>
            <p:custDataLst>
              <p:tags r:id="rId18"/>
            </p:custDataLst>
          </p:nvPr>
        </p:nvCxnSpPr>
        <p:spPr>
          <a:xfrm>
            <a:off x="8451437"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4101"/>
          <p:cNvCxnSpPr/>
          <p:nvPr>
            <p:custDataLst>
              <p:tags r:id="rId19"/>
            </p:custDataLst>
          </p:nvPr>
        </p:nvCxnSpPr>
        <p:spPr>
          <a:xfrm>
            <a:off x="1000656" y="4720657"/>
            <a:ext cx="0" cy="1172330"/>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5" name="TextBox 4095"/>
          <p:cNvSpPr txBox="1"/>
          <p:nvPr>
            <p:custDataLst>
              <p:tags r:id="rId20"/>
            </p:custDataLst>
          </p:nvPr>
        </p:nvSpPr>
        <p:spPr>
          <a:xfrm>
            <a:off x="1188221" y="4709753"/>
            <a:ext cx="1771124" cy="246221"/>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Assembler</a:t>
            </a:r>
          </a:p>
        </p:txBody>
      </p:sp>
      <p:cxnSp>
        <p:nvCxnSpPr>
          <p:cNvPr id="116" name="Straight Connector 4101"/>
          <p:cNvCxnSpPr/>
          <p:nvPr>
            <p:custDataLst>
              <p:tags r:id="rId21"/>
            </p:custDataLst>
          </p:nvPr>
        </p:nvCxnSpPr>
        <p:spPr>
          <a:xfrm>
            <a:off x="1587091" y="5057775"/>
            <a:ext cx="0" cy="824308"/>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8" name="Flowchart: Merge 4763"/>
          <p:cNvSpPr/>
          <p:nvPr>
            <p:custDataLst>
              <p:tags r:id="rId22"/>
            </p:custDataLst>
          </p:nvPr>
        </p:nvSpPr>
        <p:spPr>
          <a:xfrm rot="16200000">
            <a:off x="1613261" y="5054908"/>
            <a:ext cx="228600" cy="228600"/>
          </a:xfrm>
          <a:prstGeom prst="flowChartMerge">
            <a:avLst/>
          </a:prstGeom>
          <a:solidFill>
            <a:schemeClr val="accent5"/>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9" name="TextBox 4095"/>
          <p:cNvSpPr txBox="1"/>
          <p:nvPr>
            <p:custDataLst>
              <p:tags r:id="rId23"/>
            </p:custDataLst>
          </p:nvPr>
        </p:nvSpPr>
        <p:spPr>
          <a:xfrm>
            <a:off x="1793706" y="5073177"/>
            <a:ext cx="1771124" cy="246221"/>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Cobol</a:t>
            </a:r>
          </a:p>
        </p:txBody>
      </p:sp>
      <p:cxnSp>
        <p:nvCxnSpPr>
          <p:cNvPr id="120" name="Straight Connector 4101"/>
          <p:cNvCxnSpPr/>
          <p:nvPr>
            <p:custDataLst>
              <p:tags r:id="rId24"/>
            </p:custDataLst>
          </p:nvPr>
        </p:nvCxnSpPr>
        <p:spPr>
          <a:xfrm>
            <a:off x="2985514" y="4351905"/>
            <a:ext cx="0" cy="1530178"/>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2" name="Flowchart: Merge 4763"/>
          <p:cNvSpPr/>
          <p:nvPr>
            <p:custDataLst>
              <p:tags r:id="rId25"/>
            </p:custDataLst>
          </p:nvPr>
        </p:nvSpPr>
        <p:spPr>
          <a:xfrm rot="16200000">
            <a:off x="3030626" y="4351337"/>
            <a:ext cx="228600" cy="228600"/>
          </a:xfrm>
          <a:prstGeom prst="flowChartMerge">
            <a:avLst/>
          </a:prstGeom>
          <a:solidFill>
            <a:schemeClr val="accent1"/>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24" name="TextBox 26"/>
          <p:cNvSpPr txBox="1"/>
          <p:nvPr>
            <p:custDataLst>
              <p:tags r:id="rId26"/>
            </p:custDataLst>
          </p:nvPr>
        </p:nvSpPr>
        <p:spPr>
          <a:xfrm>
            <a:off x="8451437"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2013</a:t>
            </a:r>
          </a:p>
        </p:txBody>
      </p:sp>
      <p:cxnSp>
        <p:nvCxnSpPr>
          <p:cNvPr id="125" name="Straight Connector 28"/>
          <p:cNvCxnSpPr/>
          <p:nvPr>
            <p:custDataLst>
              <p:tags r:id="rId27"/>
            </p:custDataLst>
          </p:nvPr>
        </p:nvCxnSpPr>
        <p:spPr>
          <a:xfrm>
            <a:off x="9802059" y="6034483"/>
            <a:ext cx="0" cy="203200"/>
          </a:xfrm>
          <a:prstGeom prst="line">
            <a:avLst/>
          </a:prstGeom>
          <a:ln w="12700">
            <a:solidFill>
              <a:schemeClr val="l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6" name="TextBox 26"/>
          <p:cNvSpPr txBox="1"/>
          <p:nvPr>
            <p:custDataLst>
              <p:tags r:id="rId28"/>
            </p:custDataLst>
          </p:nvPr>
        </p:nvSpPr>
        <p:spPr>
          <a:xfrm>
            <a:off x="9839233" y="5882083"/>
            <a:ext cx="1353312" cy="508000"/>
          </a:xfrm>
          <a:prstGeom prst="rect">
            <a:avLst/>
          </a:prstGeom>
          <a:noFill/>
        </p:spPr>
        <p:txBody>
          <a:bodyPr vert="horz" wrap="square" lIns="91440" tIns="45720" rIns="91440" bIns="45720" rtlCol="0" anchor="ctr" anchorCtr="0">
            <a:noAutofit/>
          </a:bodyPr>
          <a:lstStyle/>
          <a:p>
            <a:r>
              <a:rPr lang="en-US" sz="2000" b="1" dirty="0">
                <a:solidFill>
                  <a:schemeClr val="bg1"/>
                </a:solidFill>
                <a:latin typeface="Calibri" panose="020F0502020204030204" pitchFamily="34" charset="0"/>
              </a:rPr>
              <a:t>2016</a:t>
            </a:r>
          </a:p>
        </p:txBody>
      </p:sp>
      <p:sp>
        <p:nvSpPr>
          <p:cNvPr id="127" name="Flowchart: Merge 4750"/>
          <p:cNvSpPr/>
          <p:nvPr>
            <p:custDataLst>
              <p:tags r:id="rId29"/>
            </p:custDataLst>
          </p:nvPr>
        </p:nvSpPr>
        <p:spPr>
          <a:xfrm rot="16200000">
            <a:off x="5769258" y="4713940"/>
            <a:ext cx="228600" cy="228600"/>
          </a:xfrm>
          <a:prstGeom prst="flowChartMerge">
            <a:avLst/>
          </a:prstGeom>
          <a:solidFill>
            <a:schemeClr val="accent1"/>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cxnSp>
        <p:nvCxnSpPr>
          <p:cNvPr id="128" name="Straight Connector 4101"/>
          <p:cNvCxnSpPr/>
          <p:nvPr>
            <p:custDataLst>
              <p:tags r:id="rId30"/>
            </p:custDataLst>
          </p:nvPr>
        </p:nvCxnSpPr>
        <p:spPr>
          <a:xfrm>
            <a:off x="5743088" y="4713940"/>
            <a:ext cx="0" cy="1172330"/>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9" name="TextBox 4095"/>
          <p:cNvSpPr txBox="1"/>
          <p:nvPr>
            <p:custDataLst>
              <p:tags r:id="rId31"/>
            </p:custDataLst>
          </p:nvPr>
        </p:nvSpPr>
        <p:spPr>
          <a:xfrm>
            <a:off x="5930653" y="4703036"/>
            <a:ext cx="1771124"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ABAP Objects</a:t>
            </a:r>
          </a:p>
        </p:txBody>
      </p:sp>
      <p:cxnSp>
        <p:nvCxnSpPr>
          <p:cNvPr id="134" name="Straight Connector 4101"/>
          <p:cNvCxnSpPr/>
          <p:nvPr>
            <p:custDataLst>
              <p:tags r:id="rId32"/>
            </p:custDataLst>
          </p:nvPr>
        </p:nvCxnSpPr>
        <p:spPr>
          <a:xfrm>
            <a:off x="8650527" y="4348993"/>
            <a:ext cx="0" cy="1530178"/>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5" name="Flowchart: Merge 4763"/>
          <p:cNvSpPr/>
          <p:nvPr>
            <p:custDataLst>
              <p:tags r:id="rId33"/>
            </p:custDataLst>
          </p:nvPr>
        </p:nvSpPr>
        <p:spPr>
          <a:xfrm rot="16200000">
            <a:off x="8675926" y="4352046"/>
            <a:ext cx="228600" cy="228600"/>
          </a:xfrm>
          <a:prstGeom prst="flowChartMerge">
            <a:avLst/>
          </a:prstGeom>
          <a:solidFill>
            <a:schemeClr val="accent1"/>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6" name="TextBox 4095"/>
          <p:cNvSpPr txBox="1"/>
          <p:nvPr>
            <p:custDataLst>
              <p:tags r:id="rId34"/>
            </p:custDataLst>
          </p:nvPr>
        </p:nvSpPr>
        <p:spPr>
          <a:xfrm>
            <a:off x="8844974" y="4337711"/>
            <a:ext cx="1771124"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SAP UI5</a:t>
            </a:r>
          </a:p>
        </p:txBody>
      </p:sp>
      <p:cxnSp>
        <p:nvCxnSpPr>
          <p:cNvPr id="137" name="Straight Connector 4101"/>
          <p:cNvCxnSpPr/>
          <p:nvPr>
            <p:custDataLst>
              <p:tags r:id="rId35"/>
            </p:custDataLst>
          </p:nvPr>
        </p:nvCxnSpPr>
        <p:spPr>
          <a:xfrm>
            <a:off x="7121181" y="5067788"/>
            <a:ext cx="0" cy="824308"/>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8" name="Flowchart: Merge 4763"/>
          <p:cNvSpPr/>
          <p:nvPr>
            <p:custDataLst>
              <p:tags r:id="rId36"/>
            </p:custDataLst>
          </p:nvPr>
        </p:nvSpPr>
        <p:spPr>
          <a:xfrm rot="16200000">
            <a:off x="7147351" y="5064921"/>
            <a:ext cx="228600" cy="228600"/>
          </a:xfrm>
          <a:prstGeom prst="flowChartMerge">
            <a:avLst/>
          </a:prstGeom>
          <a:solidFill>
            <a:schemeClr val="accent5"/>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9" name="TextBox 4095"/>
          <p:cNvSpPr txBox="1"/>
          <p:nvPr>
            <p:custDataLst>
              <p:tags r:id="rId37"/>
            </p:custDataLst>
          </p:nvPr>
        </p:nvSpPr>
        <p:spPr>
          <a:xfrm>
            <a:off x="7327796" y="5083190"/>
            <a:ext cx="1771124"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HTML5</a:t>
            </a:r>
          </a:p>
        </p:txBody>
      </p:sp>
      <p:sp>
        <p:nvSpPr>
          <p:cNvPr id="41" name="Flowchart: Merge 4750"/>
          <p:cNvSpPr/>
          <p:nvPr>
            <p:custDataLst>
              <p:tags r:id="rId38"/>
            </p:custDataLst>
          </p:nvPr>
        </p:nvSpPr>
        <p:spPr>
          <a:xfrm rot="16200000">
            <a:off x="4364996" y="4709472"/>
            <a:ext cx="228600" cy="228600"/>
          </a:xfrm>
          <a:prstGeom prst="flowChartMerge">
            <a:avLst/>
          </a:prstGeom>
          <a:solidFill>
            <a:schemeClr val="accent5"/>
          </a:solidFill>
          <a:ln w="15875" cap="flat" cmpd="sng" algn="ctr">
            <a:noFill/>
            <a:prstDash val="solid"/>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cxnSp>
        <p:nvCxnSpPr>
          <p:cNvPr id="42" name="Straight Connector 4101"/>
          <p:cNvCxnSpPr/>
          <p:nvPr>
            <p:custDataLst>
              <p:tags r:id="rId39"/>
            </p:custDataLst>
          </p:nvPr>
        </p:nvCxnSpPr>
        <p:spPr>
          <a:xfrm>
            <a:off x="4338826" y="4709472"/>
            <a:ext cx="0" cy="1172330"/>
          </a:xfrm>
          <a:prstGeom prst="line">
            <a:avLst/>
          </a:prstGeom>
          <a:ln w="15875">
            <a:solidFill>
              <a:srgbClr val="B20E1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3" name="TextBox 4095"/>
          <p:cNvSpPr txBox="1"/>
          <p:nvPr>
            <p:custDataLst>
              <p:tags r:id="rId40"/>
            </p:custDataLst>
          </p:nvPr>
        </p:nvSpPr>
        <p:spPr>
          <a:xfrm>
            <a:off x="4526391" y="4698568"/>
            <a:ext cx="794475" cy="252377"/>
          </a:xfrm>
          <a:prstGeom prst="rect">
            <a:avLst/>
          </a:prstGeom>
          <a:noFill/>
        </p:spPr>
        <p:txBody>
          <a:bodyPr vert="horz" wrap="square" lIns="88900" tIns="0" rIns="88900" bIns="0" rtlCol="0" anchorCtr="0">
            <a:spAutoFit/>
          </a:bodyPr>
          <a:lstStyle/>
          <a:p>
            <a:pPr>
              <a:lnSpc>
                <a:spcPct val="80000"/>
              </a:lnSpc>
            </a:pPr>
            <a:r>
              <a:rPr lang="en-US" sz="2000" b="1" i="1" dirty="0">
                <a:solidFill>
                  <a:schemeClr val="tx2"/>
                </a:solidFill>
                <a:latin typeface="Calibri" panose="020F0502020204030204" pitchFamily="34" charset="0"/>
              </a:rPr>
              <a:t>ABAP</a:t>
            </a:r>
          </a:p>
        </p:txBody>
      </p:sp>
      <p:sp>
        <p:nvSpPr>
          <p:cNvPr id="44" name="Textfeld 43"/>
          <p:cNvSpPr txBox="1"/>
          <p:nvPr/>
        </p:nvSpPr>
        <p:spPr>
          <a:xfrm>
            <a:off x="9973259" y="5677543"/>
            <a:ext cx="1891543"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Own illustration</a:t>
            </a:r>
          </a:p>
        </p:txBody>
      </p:sp>
    </p:spTree>
    <p:extLst>
      <p:ext uri="{BB962C8B-B14F-4D97-AF65-F5344CB8AC3E}">
        <p14:creationId xmlns:p14="http://schemas.microsoft.com/office/powerpoint/2010/main" val="3984204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II. Introduction into ABAP</a:t>
            </a:r>
            <a:r>
              <a:rPr lang="en-US" noProof="0" dirty="0"/>
              <a:t/>
            </a:r>
            <a:br>
              <a:rPr lang="en-US" noProof="0" dirty="0"/>
            </a:br>
            <a:r>
              <a:rPr lang="en-US" noProof="0" dirty="0"/>
              <a:t>What is SGEN?</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The </a:t>
            </a:r>
            <a:r>
              <a:rPr lang="en-US" i="1" noProof="0" dirty="0"/>
              <a:t>SAP </a:t>
            </a:r>
            <a:r>
              <a:rPr lang="en-US" i="1" noProof="0" dirty="0" err="1"/>
              <a:t>Netweaver</a:t>
            </a:r>
            <a:r>
              <a:rPr lang="en-US" i="1" noProof="0" dirty="0"/>
              <a:t> Application Server </a:t>
            </a:r>
            <a:r>
              <a:rPr lang="en-US" noProof="0" dirty="0"/>
              <a:t>can be installed on multiple platforms</a:t>
            </a:r>
          </a:p>
          <a:p>
            <a:pPr marL="342900" indent="-342900">
              <a:buFont typeface="Arial" panose="020B0604020202020204" pitchFamily="34" charset="0"/>
              <a:buChar char="•"/>
            </a:pPr>
            <a:r>
              <a:rPr lang="en-US" noProof="0" dirty="0"/>
              <a:t>Platform = the combination of DBMS, OS and hardware</a:t>
            </a:r>
          </a:p>
          <a:p>
            <a:pPr marL="342900" indent="-342900">
              <a:buFont typeface="Arial" panose="020B0604020202020204" pitchFamily="34" charset="0"/>
              <a:buChar char="•"/>
            </a:pPr>
            <a:r>
              <a:rPr lang="en-US" noProof="0" dirty="0"/>
              <a:t>In newly installed SAP Systems no ABAP is precompiled</a:t>
            </a:r>
          </a:p>
          <a:p>
            <a:pPr marL="342900" indent="-342900">
              <a:buFont typeface="Arial" panose="020B0604020202020204" pitchFamily="34" charset="0"/>
              <a:buChar char="•"/>
            </a:pPr>
            <a:r>
              <a:rPr lang="en-US" noProof="0" dirty="0"/>
              <a:t>Ways to compile ABAP code:</a:t>
            </a:r>
          </a:p>
          <a:p>
            <a:pPr marL="522900" lvl="2" indent="-342900">
              <a:buFont typeface="Arial" panose="020B0604020202020204" pitchFamily="34" charset="0"/>
              <a:buChar char="•"/>
            </a:pPr>
            <a:r>
              <a:rPr lang="en-US" noProof="0" dirty="0"/>
              <a:t>Execute the code for the first time</a:t>
            </a:r>
          </a:p>
          <a:p>
            <a:pPr marL="522900" lvl="2" indent="-342900">
              <a:buFont typeface="Arial" panose="020B0604020202020204" pitchFamily="34" charset="0"/>
              <a:buChar char="•"/>
            </a:pPr>
            <a:r>
              <a:rPr lang="en-US" noProof="0" dirty="0"/>
              <a:t>Call the transaction SGEN to generate the ABAP load</a:t>
            </a:r>
          </a:p>
          <a:p>
            <a:pPr marL="342900" indent="-342900">
              <a:buFont typeface="Arial" panose="020B0604020202020204" pitchFamily="34" charset="0"/>
              <a:buChar char="•"/>
            </a:pPr>
            <a:r>
              <a:rPr lang="en-US" noProof="0" dirty="0"/>
              <a:t>ABAP load gets stored in table </a:t>
            </a:r>
            <a:r>
              <a:rPr lang="en-US" i="1" noProof="0" dirty="0"/>
              <a:t>REPOLOAD</a:t>
            </a:r>
          </a:p>
          <a:p>
            <a:pPr marL="342900" indent="-342900">
              <a:buFont typeface="Arial" panose="020B0604020202020204" pitchFamily="34" charset="0"/>
              <a:buChar char="•"/>
            </a:pPr>
            <a:endParaRPr lang="en-US" noProof="0" dirty="0"/>
          </a:p>
        </p:txBody>
      </p:sp>
    </p:spTree>
    <p:extLst>
      <p:ext uri="{BB962C8B-B14F-4D97-AF65-F5344CB8AC3E}">
        <p14:creationId xmlns:p14="http://schemas.microsoft.com/office/powerpoint/2010/main" val="328542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p:cNvSpPr/>
          <p:nvPr/>
        </p:nvSpPr>
        <p:spPr bwMode="gray">
          <a:xfrm>
            <a:off x="4194453" y="1692390"/>
            <a:ext cx="3709638" cy="3018262"/>
          </a:xfrm>
          <a:prstGeom prst="rect">
            <a:avLst/>
          </a:prstGeom>
          <a:solidFill>
            <a:schemeClr val="accent1"/>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Client 900</a:t>
            </a:r>
          </a:p>
        </p:txBody>
      </p:sp>
      <p:sp>
        <p:nvSpPr>
          <p:cNvPr id="2" name="Titel 1"/>
          <p:cNvSpPr>
            <a:spLocks noGrp="1"/>
          </p:cNvSpPr>
          <p:nvPr>
            <p:ph type="title"/>
          </p:nvPr>
        </p:nvSpPr>
        <p:spPr/>
        <p:txBody>
          <a:bodyPr/>
          <a:lstStyle/>
          <a:p>
            <a:r>
              <a:rPr lang="en-US" sz="2000" noProof="0" dirty="0">
                <a:solidFill>
                  <a:schemeClr val="bg2"/>
                </a:solidFill>
              </a:rPr>
              <a:t>II. Introduction into ABAP</a:t>
            </a:r>
            <a:r>
              <a:rPr lang="en-US" noProof="0" dirty="0"/>
              <a:t/>
            </a:r>
            <a:br>
              <a:rPr lang="en-US" noProof="0" dirty="0"/>
            </a:br>
            <a:r>
              <a:rPr lang="en-US" noProof="0" dirty="0" err="1"/>
              <a:t>ABAP</a:t>
            </a:r>
            <a:r>
              <a:rPr lang="en-US" noProof="0" dirty="0"/>
              <a:t> repository</a:t>
            </a:r>
          </a:p>
        </p:txBody>
      </p:sp>
      <p:sp>
        <p:nvSpPr>
          <p:cNvPr id="9" name="L-Form 8"/>
          <p:cNvSpPr/>
          <p:nvPr/>
        </p:nvSpPr>
        <p:spPr bwMode="gray">
          <a:xfrm>
            <a:off x="4325906" y="2123569"/>
            <a:ext cx="2397511" cy="2397511"/>
          </a:xfrm>
          <a:prstGeom prst="corner">
            <a:avLst/>
          </a:prstGeom>
          <a:solidFill>
            <a:schemeClr val="accent5"/>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Client dependent Customizing</a:t>
            </a:r>
          </a:p>
        </p:txBody>
      </p:sp>
      <p:sp>
        <p:nvSpPr>
          <p:cNvPr id="10" name="Rechteck 9"/>
          <p:cNvSpPr/>
          <p:nvPr/>
        </p:nvSpPr>
        <p:spPr bwMode="gray">
          <a:xfrm>
            <a:off x="5630598" y="2123568"/>
            <a:ext cx="1092819" cy="1092819"/>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Application Data</a:t>
            </a:r>
          </a:p>
        </p:txBody>
      </p:sp>
      <p:sp>
        <p:nvSpPr>
          <p:cNvPr id="12" name="Rechteck 11"/>
          <p:cNvSpPr/>
          <p:nvPr/>
        </p:nvSpPr>
        <p:spPr bwMode="gray">
          <a:xfrm>
            <a:off x="6849120" y="2123568"/>
            <a:ext cx="929268" cy="2397511"/>
          </a:xfrm>
          <a:prstGeom prst="rect">
            <a:avLst/>
          </a:prstGeom>
          <a:solidFill>
            <a:schemeClr val="accent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0" i="0" u="none" strike="noStrike" kern="0" cap="none" spc="0" normalizeH="0" baseline="0" noProof="0" dirty="0">
                <a:ln>
                  <a:noFill/>
                </a:ln>
                <a:effectLst/>
                <a:uLnTx/>
                <a:uFillTx/>
                <a:ea typeface="Arial Unicode MS" pitchFamily="34" charset="-128"/>
                <a:cs typeface="Arial Unicode MS" pitchFamily="34" charset="-128"/>
              </a:rPr>
              <a:t>User Accounts</a:t>
            </a:r>
          </a:p>
        </p:txBody>
      </p:sp>
      <p:sp>
        <p:nvSpPr>
          <p:cNvPr id="13" name="Rechteck 12"/>
          <p:cNvSpPr/>
          <p:nvPr/>
        </p:nvSpPr>
        <p:spPr bwMode="gray">
          <a:xfrm>
            <a:off x="4194451" y="4838890"/>
            <a:ext cx="7674747" cy="469990"/>
          </a:xfrm>
          <a:prstGeom prst="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Client independent customizing</a:t>
            </a:r>
          </a:p>
        </p:txBody>
      </p:sp>
      <p:sp>
        <p:nvSpPr>
          <p:cNvPr id="14" name="Rechteck 13"/>
          <p:cNvSpPr/>
          <p:nvPr/>
        </p:nvSpPr>
        <p:spPr bwMode="gray">
          <a:xfrm>
            <a:off x="4194451" y="5437119"/>
            <a:ext cx="7674747" cy="762001"/>
          </a:xfrm>
          <a:prstGeom prst="rect">
            <a:avLst/>
          </a:prstGeom>
          <a:solidFill>
            <a:schemeClr val="bg2">
              <a:lumMod val="9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Repository</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Rechteck 14"/>
          <p:cNvSpPr/>
          <p:nvPr/>
        </p:nvSpPr>
        <p:spPr bwMode="gray">
          <a:xfrm>
            <a:off x="8159562" y="1692390"/>
            <a:ext cx="3709638" cy="3018262"/>
          </a:xfrm>
          <a:prstGeom prst="rect">
            <a:avLst/>
          </a:prstGeom>
          <a:solidFill>
            <a:schemeClr val="accent1"/>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Client 901</a:t>
            </a:r>
          </a:p>
        </p:txBody>
      </p:sp>
      <p:sp>
        <p:nvSpPr>
          <p:cNvPr id="16" name="L-Form 15"/>
          <p:cNvSpPr/>
          <p:nvPr/>
        </p:nvSpPr>
        <p:spPr bwMode="gray">
          <a:xfrm>
            <a:off x="8291015" y="2123569"/>
            <a:ext cx="2397511" cy="2397511"/>
          </a:xfrm>
          <a:prstGeom prst="corner">
            <a:avLst/>
          </a:prstGeom>
          <a:solidFill>
            <a:schemeClr val="accent5"/>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Client dependent Customizing</a:t>
            </a:r>
          </a:p>
        </p:txBody>
      </p:sp>
      <p:sp>
        <p:nvSpPr>
          <p:cNvPr id="17" name="Rechteck 16"/>
          <p:cNvSpPr/>
          <p:nvPr/>
        </p:nvSpPr>
        <p:spPr bwMode="gray">
          <a:xfrm>
            <a:off x="9595707" y="2123568"/>
            <a:ext cx="1092819" cy="1092819"/>
          </a:xfrm>
          <a:prstGeom prst="rect">
            <a:avLst/>
          </a:prstGeom>
          <a:solidFill>
            <a:schemeClr val="tx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Application Data</a:t>
            </a:r>
          </a:p>
        </p:txBody>
      </p:sp>
      <p:sp>
        <p:nvSpPr>
          <p:cNvPr id="18" name="Rechteck 17"/>
          <p:cNvSpPr/>
          <p:nvPr/>
        </p:nvSpPr>
        <p:spPr bwMode="gray">
          <a:xfrm>
            <a:off x="10814229" y="2123568"/>
            <a:ext cx="929268" cy="2397511"/>
          </a:xfrm>
          <a:prstGeom prst="rect">
            <a:avLst/>
          </a:prstGeom>
          <a:solidFill>
            <a:schemeClr val="accent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0" i="0" u="none" strike="noStrike" kern="0" cap="none" spc="0" normalizeH="0" baseline="0" noProof="0" dirty="0">
                <a:ln>
                  <a:noFill/>
                </a:ln>
                <a:effectLst/>
                <a:uLnTx/>
                <a:uFillTx/>
                <a:ea typeface="Arial Unicode MS" pitchFamily="34" charset="-128"/>
                <a:cs typeface="Arial Unicode MS" pitchFamily="34" charset="-128"/>
              </a:rPr>
              <a:t>User Accounts</a:t>
            </a:r>
          </a:p>
        </p:txBody>
      </p:sp>
      <p:sp>
        <p:nvSpPr>
          <p:cNvPr id="19" name="Inhaltsplatzhalter 2"/>
          <p:cNvSpPr>
            <a:spLocks noGrp="1"/>
          </p:cNvSpPr>
          <p:nvPr>
            <p:ph idx="1"/>
          </p:nvPr>
        </p:nvSpPr>
        <p:spPr>
          <a:xfrm>
            <a:off x="324000" y="1692390"/>
            <a:ext cx="3744748" cy="4393017"/>
          </a:xfrm>
        </p:spPr>
        <p:txBody>
          <a:bodyPr/>
          <a:lstStyle/>
          <a:p>
            <a:pPr marL="342900" indent="-342900">
              <a:buFont typeface="Arial" panose="020B0604020202020204" pitchFamily="34" charset="0"/>
              <a:buChar char="•"/>
            </a:pPr>
            <a:r>
              <a:rPr lang="en-US" noProof="0" dirty="0"/>
              <a:t>Client = technical and organizational independent entity</a:t>
            </a:r>
          </a:p>
          <a:p>
            <a:pPr marL="342900" indent="-342900">
              <a:buFont typeface="Arial" panose="020B0604020202020204" pitchFamily="34" charset="0"/>
              <a:buChar char="•"/>
            </a:pPr>
            <a:r>
              <a:rPr lang="en-US" noProof="0" dirty="0"/>
              <a:t>Data in a SAP system can be either:</a:t>
            </a:r>
          </a:p>
          <a:p>
            <a:pPr marL="522900" lvl="2" indent="-342900">
              <a:buFont typeface="Arial" panose="020B0604020202020204" pitchFamily="34" charset="0"/>
              <a:buChar char="•"/>
            </a:pPr>
            <a:r>
              <a:rPr lang="en-US" noProof="0" dirty="0"/>
              <a:t>Client dependent / specific</a:t>
            </a:r>
          </a:p>
          <a:p>
            <a:pPr marL="522900" lvl="2" indent="-342900">
              <a:buFont typeface="Arial" panose="020B0604020202020204" pitchFamily="34" charset="0"/>
              <a:buChar char="•"/>
            </a:pPr>
            <a:r>
              <a:rPr lang="en-US" noProof="0" dirty="0"/>
              <a:t>Client independent / Cross-Client</a:t>
            </a:r>
          </a:p>
          <a:p>
            <a:pPr marL="342900" indent="-342900">
              <a:buFont typeface="Arial" panose="020B0604020202020204" pitchFamily="34" charset="0"/>
              <a:buChar char="•"/>
            </a:pPr>
            <a:endParaRPr lang="en-US" noProof="0" dirty="0"/>
          </a:p>
        </p:txBody>
      </p:sp>
      <p:sp>
        <p:nvSpPr>
          <p:cNvPr id="20" name="Textfeld 19"/>
          <p:cNvSpPr txBox="1"/>
          <p:nvPr/>
        </p:nvSpPr>
        <p:spPr>
          <a:xfrm>
            <a:off x="9977655" y="6199120"/>
            <a:ext cx="1891543"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Own illustration</a:t>
            </a:r>
          </a:p>
        </p:txBody>
      </p:sp>
    </p:spTree>
    <p:extLst>
      <p:ext uri="{BB962C8B-B14F-4D97-AF65-F5344CB8AC3E}">
        <p14:creationId xmlns:p14="http://schemas.microsoft.com/office/powerpoint/2010/main" val="1760567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bwMode="gray">
          <a:xfrm>
            <a:off x="7914234" y="3216390"/>
            <a:ext cx="3442010" cy="1739590"/>
          </a:xfrm>
          <a:prstGeom prst="rect">
            <a:avLst/>
          </a:prstGeom>
          <a:solidFill>
            <a:schemeClr val="accent1"/>
          </a:solidFill>
          <a:ln w="6350" algn="ctr">
            <a:noFill/>
            <a:miter lim="800000"/>
            <a:headEnd/>
            <a:tailEnd/>
          </a:ln>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 System</a:t>
            </a:r>
          </a:p>
        </p:txBody>
      </p:sp>
      <p:sp>
        <p:nvSpPr>
          <p:cNvPr id="2" name="Titel 1"/>
          <p:cNvSpPr>
            <a:spLocks noGrp="1"/>
          </p:cNvSpPr>
          <p:nvPr>
            <p:ph type="title"/>
          </p:nvPr>
        </p:nvSpPr>
        <p:spPr/>
        <p:txBody>
          <a:bodyPr/>
          <a:lstStyle/>
          <a:p>
            <a:r>
              <a:rPr lang="en-US" sz="2000" noProof="0" dirty="0">
                <a:solidFill>
                  <a:schemeClr val="bg2"/>
                </a:solidFill>
              </a:rPr>
              <a:t>II. Introduction into ABAP</a:t>
            </a:r>
            <a:r>
              <a:rPr lang="en-US" noProof="0" dirty="0"/>
              <a:t/>
            </a:r>
            <a:br>
              <a:rPr lang="en-US" noProof="0" dirty="0"/>
            </a:br>
            <a:r>
              <a:rPr lang="en-US" noProof="0" dirty="0"/>
              <a:t>Report / Dialog-Driven Program</a:t>
            </a:r>
          </a:p>
        </p:txBody>
      </p:sp>
      <p:sp>
        <p:nvSpPr>
          <p:cNvPr id="3" name="Inhaltsplatzhalter 2"/>
          <p:cNvSpPr>
            <a:spLocks noGrp="1"/>
          </p:cNvSpPr>
          <p:nvPr>
            <p:ph idx="1"/>
          </p:nvPr>
        </p:nvSpPr>
        <p:spPr>
          <a:xfrm>
            <a:off x="324000" y="1692390"/>
            <a:ext cx="11545200" cy="4641503"/>
          </a:xfrm>
        </p:spPr>
        <p:txBody>
          <a:bodyPr/>
          <a:lstStyle/>
          <a:p>
            <a:pPr marL="342900" indent="-342900">
              <a:buFont typeface="Arial" panose="020B0604020202020204" pitchFamily="34" charset="0"/>
              <a:buChar char="•"/>
            </a:pPr>
            <a:r>
              <a:rPr lang="en-US" noProof="0" dirty="0"/>
              <a:t>Difference between a Report and a Dialog-driven program:</a:t>
            </a:r>
          </a:p>
          <a:p>
            <a:pPr marL="342900" lvl="1" indent="-342900">
              <a:buFont typeface="Arial" panose="020B0604020202020204" pitchFamily="34" charset="0"/>
              <a:buChar char="•"/>
            </a:pPr>
            <a:r>
              <a:rPr lang="en-US" noProof="0" dirty="0"/>
              <a:t>Report:</a:t>
            </a:r>
          </a:p>
          <a:p>
            <a:pPr marL="522900" lvl="2" indent="-342900">
              <a:buFont typeface="Arial" panose="020B0604020202020204" pitchFamily="34" charset="0"/>
              <a:buChar char="•"/>
            </a:pPr>
            <a:r>
              <a:rPr lang="en-US" noProof="0" dirty="0"/>
              <a:t>Follows a relatively simple programming model</a:t>
            </a:r>
          </a:p>
          <a:p>
            <a:pPr marL="522900" lvl="2" indent="-342900">
              <a:buFont typeface="Arial" panose="020B0604020202020204" pitchFamily="34" charset="0"/>
              <a:buChar char="•"/>
            </a:pPr>
            <a:r>
              <a:rPr lang="en-US" noProof="0" dirty="0"/>
              <a:t>Produces a report (interactive list)</a:t>
            </a:r>
          </a:p>
          <a:p>
            <a:pPr marL="522900" lvl="2" indent="-342900">
              <a:buFont typeface="Arial" panose="020B0604020202020204" pitchFamily="34" charset="0"/>
              <a:buChar char="•"/>
            </a:pPr>
            <a:r>
              <a:rPr lang="en-US" noProof="0" dirty="0"/>
              <a:t>Can be executed in the background</a:t>
            </a:r>
          </a:p>
          <a:p>
            <a:pPr marL="342900" lvl="1" indent="-342900">
              <a:buFont typeface="Arial" panose="020B0604020202020204" pitchFamily="34" charset="0"/>
              <a:buChar char="•"/>
            </a:pPr>
            <a:r>
              <a:rPr lang="en-US" noProof="0" dirty="0"/>
              <a:t>Dialog-driven program:</a:t>
            </a:r>
          </a:p>
          <a:p>
            <a:pPr marL="522900" lvl="2" indent="-342900">
              <a:buFont typeface="Arial" panose="020B0604020202020204" pitchFamily="34" charset="0"/>
              <a:buChar char="•"/>
            </a:pPr>
            <a:r>
              <a:rPr lang="en-US" noProof="0" dirty="0"/>
              <a:t>Also known as transaction</a:t>
            </a:r>
          </a:p>
          <a:p>
            <a:pPr marL="522900" lvl="2" indent="-342900">
              <a:buFont typeface="Arial" panose="020B0604020202020204" pitchFamily="34" charset="0"/>
              <a:buChar char="•"/>
            </a:pPr>
            <a:r>
              <a:rPr lang="en-US" noProof="0" dirty="0"/>
              <a:t>Cannot be executed in the background</a:t>
            </a:r>
            <a:endParaRPr lang="en-US" dirty="0"/>
          </a:p>
          <a:p>
            <a:pPr marL="342900" indent="-342900">
              <a:buFont typeface="Arial" panose="020B0604020202020204" pitchFamily="34" charset="0"/>
              <a:buChar char="•"/>
            </a:pPr>
            <a:r>
              <a:rPr lang="en-US" dirty="0"/>
              <a:t>There are different kind of work processes – e.g.:</a:t>
            </a:r>
          </a:p>
          <a:p>
            <a:pPr marL="522900" lvl="2" indent="-342900">
              <a:buFont typeface="Arial" panose="020B0604020202020204" pitchFamily="34" charset="0"/>
              <a:buChar char="•"/>
            </a:pPr>
            <a:r>
              <a:rPr lang="en-US" dirty="0"/>
              <a:t>Dialog work processes (for interactive tasks)</a:t>
            </a:r>
          </a:p>
          <a:p>
            <a:pPr marL="522900" lvl="2" indent="-342900">
              <a:buFont typeface="Arial" panose="020B0604020202020204" pitchFamily="34" charset="0"/>
              <a:buChar char="•"/>
            </a:pPr>
            <a:r>
              <a:rPr lang="en-US" dirty="0"/>
              <a:t>Background work processes (for background execution)</a:t>
            </a:r>
          </a:p>
          <a:p>
            <a:pPr lvl="2" indent="0">
              <a:buNone/>
            </a:pPr>
            <a:endParaRPr lang="en-US" dirty="0"/>
          </a:p>
          <a:p>
            <a:pPr marL="342900" lvl="1" indent="-342900">
              <a:buFont typeface="Arial" panose="020B0604020202020204" pitchFamily="34" charset="0"/>
              <a:buChar char="•"/>
            </a:pPr>
            <a:r>
              <a:rPr lang="en-US" dirty="0"/>
              <a:t>The SAP GUI connects to the dispatcher</a:t>
            </a:r>
          </a:p>
          <a:p>
            <a:pPr marL="342900" lvl="1" indent="-342900">
              <a:buFont typeface="Arial" panose="020B0604020202020204" pitchFamily="34" charset="0"/>
              <a:buChar char="•"/>
            </a:pPr>
            <a:endParaRPr lang="en-US" noProof="0" dirty="0"/>
          </a:p>
        </p:txBody>
      </p:sp>
      <p:sp>
        <p:nvSpPr>
          <p:cNvPr id="4" name="Rechteck 3"/>
          <p:cNvSpPr/>
          <p:nvPr/>
        </p:nvSpPr>
        <p:spPr bwMode="gray">
          <a:xfrm>
            <a:off x="9547888" y="2495274"/>
            <a:ext cx="698810" cy="617035"/>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 GUI</a:t>
            </a:r>
          </a:p>
        </p:txBody>
      </p:sp>
      <p:sp>
        <p:nvSpPr>
          <p:cNvPr id="5" name="Rechteck 4"/>
          <p:cNvSpPr/>
          <p:nvPr/>
        </p:nvSpPr>
        <p:spPr bwMode="gray">
          <a:xfrm>
            <a:off x="10657434" y="2495274"/>
            <a:ext cx="698810" cy="617035"/>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SAP GUI</a:t>
            </a:r>
          </a:p>
        </p:txBody>
      </p:sp>
      <p:sp>
        <p:nvSpPr>
          <p:cNvPr id="6" name="Rechteck 5"/>
          <p:cNvSpPr/>
          <p:nvPr/>
        </p:nvSpPr>
        <p:spPr bwMode="gray">
          <a:xfrm>
            <a:off x="9696570" y="3424551"/>
            <a:ext cx="1520283" cy="446048"/>
          </a:xfrm>
          <a:prstGeom prst="rect">
            <a:avLst/>
          </a:prstGeom>
          <a:solidFill>
            <a:schemeClr val="accent5"/>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Dispatcher</a:t>
            </a:r>
          </a:p>
        </p:txBody>
      </p:sp>
      <p:sp>
        <p:nvSpPr>
          <p:cNvPr id="7" name="Rechteck 6"/>
          <p:cNvSpPr/>
          <p:nvPr/>
        </p:nvSpPr>
        <p:spPr bwMode="gray">
          <a:xfrm>
            <a:off x="8217075" y="4155228"/>
            <a:ext cx="1767570" cy="617035"/>
          </a:xfrm>
          <a:prstGeom prst="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Background Work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Process</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Rechteck 8"/>
          <p:cNvSpPr/>
          <p:nvPr/>
        </p:nvSpPr>
        <p:spPr bwMode="gray">
          <a:xfrm>
            <a:off x="10071994" y="4155228"/>
            <a:ext cx="1144859" cy="617035"/>
          </a:xfrm>
          <a:prstGeom prst="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Work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Process</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1" name="Gerader Verbinder 10"/>
          <p:cNvCxnSpPr>
            <a:stCxn id="6" idx="2"/>
            <a:endCxn id="9" idx="0"/>
          </p:cNvCxnSpPr>
          <p:nvPr/>
        </p:nvCxnSpPr>
        <p:spPr>
          <a:xfrm>
            <a:off x="10456712" y="3870599"/>
            <a:ext cx="187712" cy="284629"/>
          </a:xfrm>
          <a:prstGeom prst="line">
            <a:avLst/>
          </a:prstGeom>
          <a:ln/>
        </p:spPr>
        <p:style>
          <a:lnRef idx="2">
            <a:schemeClr val="dk1"/>
          </a:lnRef>
          <a:fillRef idx="0">
            <a:schemeClr val="dk1"/>
          </a:fillRef>
          <a:effectRef idx="1">
            <a:schemeClr val="dk1"/>
          </a:effectRef>
          <a:fontRef idx="minor">
            <a:schemeClr val="tx1"/>
          </a:fontRef>
        </p:style>
      </p:cxnSp>
      <p:cxnSp>
        <p:nvCxnSpPr>
          <p:cNvPr id="13" name="Gerader Verbinder 12"/>
          <p:cNvCxnSpPr>
            <a:stCxn id="7" idx="0"/>
            <a:endCxn id="6" idx="2"/>
          </p:cNvCxnSpPr>
          <p:nvPr/>
        </p:nvCxnSpPr>
        <p:spPr>
          <a:xfrm flipV="1">
            <a:off x="9100860" y="3870599"/>
            <a:ext cx="1355852" cy="284629"/>
          </a:xfrm>
          <a:prstGeom prst="line">
            <a:avLst/>
          </a:prstGeom>
          <a:ln/>
        </p:spPr>
        <p:style>
          <a:lnRef idx="2">
            <a:schemeClr val="dk1"/>
          </a:lnRef>
          <a:fillRef idx="0">
            <a:schemeClr val="dk1"/>
          </a:fillRef>
          <a:effectRef idx="1">
            <a:schemeClr val="dk1"/>
          </a:effectRef>
          <a:fontRef idx="minor">
            <a:schemeClr val="tx1"/>
          </a:fontRef>
        </p:style>
      </p:cxnSp>
      <p:cxnSp>
        <p:nvCxnSpPr>
          <p:cNvPr id="15" name="Gerader Verbinder 14"/>
          <p:cNvCxnSpPr>
            <a:stCxn id="4" idx="2"/>
            <a:endCxn id="6" idx="0"/>
          </p:cNvCxnSpPr>
          <p:nvPr/>
        </p:nvCxnSpPr>
        <p:spPr>
          <a:xfrm>
            <a:off x="9897293" y="3112309"/>
            <a:ext cx="559419" cy="312242"/>
          </a:xfrm>
          <a:prstGeom prst="line">
            <a:avLst/>
          </a:prstGeom>
          <a:ln/>
        </p:spPr>
        <p:style>
          <a:lnRef idx="2">
            <a:schemeClr val="dk1"/>
          </a:lnRef>
          <a:fillRef idx="0">
            <a:schemeClr val="dk1"/>
          </a:fillRef>
          <a:effectRef idx="1">
            <a:schemeClr val="dk1"/>
          </a:effectRef>
          <a:fontRef idx="minor">
            <a:schemeClr val="tx1"/>
          </a:fontRef>
        </p:style>
      </p:cxnSp>
      <p:cxnSp>
        <p:nvCxnSpPr>
          <p:cNvPr id="17" name="Gerader Verbinder 16"/>
          <p:cNvCxnSpPr>
            <a:stCxn id="5" idx="2"/>
            <a:endCxn id="6" idx="0"/>
          </p:cNvCxnSpPr>
          <p:nvPr/>
        </p:nvCxnSpPr>
        <p:spPr>
          <a:xfrm flipH="1">
            <a:off x="10456712" y="3112309"/>
            <a:ext cx="550127" cy="312242"/>
          </a:xfrm>
          <a:prstGeom prst="line">
            <a:avLst/>
          </a:prstGeom>
          <a:ln/>
        </p:spPr>
        <p:style>
          <a:lnRef idx="2">
            <a:schemeClr val="dk1"/>
          </a:lnRef>
          <a:fillRef idx="0">
            <a:schemeClr val="dk1"/>
          </a:fillRef>
          <a:effectRef idx="1">
            <a:schemeClr val="dk1"/>
          </a:effectRef>
          <a:fontRef idx="minor">
            <a:schemeClr val="tx1"/>
          </a:fontRef>
        </p:style>
      </p:cxnSp>
      <p:sp>
        <p:nvSpPr>
          <p:cNvPr id="22" name="Textfeld 21"/>
          <p:cNvSpPr txBox="1"/>
          <p:nvPr/>
        </p:nvSpPr>
        <p:spPr>
          <a:xfrm>
            <a:off x="9464701" y="4986344"/>
            <a:ext cx="1891543"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Own illustration</a:t>
            </a:r>
          </a:p>
        </p:txBody>
      </p:sp>
    </p:spTree>
    <p:extLst>
      <p:ext uri="{BB962C8B-B14F-4D97-AF65-F5344CB8AC3E}">
        <p14:creationId xmlns:p14="http://schemas.microsoft.com/office/powerpoint/2010/main" val="3157366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III. Transport Concept</a:t>
            </a:r>
            <a:r>
              <a:rPr lang="en-US" noProof="0" dirty="0"/>
              <a:t/>
            </a:r>
            <a:br>
              <a:rPr lang="en-US" noProof="0" dirty="0"/>
            </a:br>
            <a:r>
              <a:rPr lang="en-US" noProof="0" dirty="0"/>
              <a:t>Why transportation?</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Transfer changes made to objects in either </a:t>
            </a:r>
            <a:r>
              <a:rPr lang="en-US" i="1" noProof="0" dirty="0"/>
              <a:t>Customizing</a:t>
            </a:r>
            <a:r>
              <a:rPr lang="en-US" noProof="0" dirty="0"/>
              <a:t> or the </a:t>
            </a:r>
            <a:r>
              <a:rPr lang="en-US" i="1" noProof="0" dirty="0"/>
              <a:t>Repository</a:t>
            </a:r>
            <a:r>
              <a:rPr lang="en-US" noProof="0" dirty="0"/>
              <a:t> to other SAP systems (e.g. developments, corrections, repairs, …)</a:t>
            </a:r>
          </a:p>
          <a:p>
            <a:pPr marL="342900" indent="-342900">
              <a:buFont typeface="Arial" panose="020B0604020202020204" pitchFamily="34" charset="0"/>
              <a:buChar char="•"/>
            </a:pPr>
            <a:r>
              <a:rPr lang="en-US" noProof="0" dirty="0"/>
              <a:t>The SAP transport system uses transport requests</a:t>
            </a:r>
          </a:p>
          <a:p>
            <a:pPr marL="342900" indent="-342900">
              <a:buFont typeface="Arial" panose="020B0604020202020204" pitchFamily="34" charset="0"/>
              <a:buChar char="•"/>
            </a:pPr>
            <a:r>
              <a:rPr lang="en-US" noProof="0" dirty="0"/>
              <a:t>Example (recommendation from SAP):</a:t>
            </a:r>
          </a:p>
        </p:txBody>
      </p:sp>
      <p:sp>
        <p:nvSpPr>
          <p:cNvPr id="4" name="Abgerundetes Rechteck 3"/>
          <p:cNvSpPr/>
          <p:nvPr/>
        </p:nvSpPr>
        <p:spPr bwMode="gray">
          <a:xfrm>
            <a:off x="676507" y="3936939"/>
            <a:ext cx="2148468" cy="2148468"/>
          </a:xfrm>
          <a:prstGeom prst="roundRect">
            <a:avLst/>
          </a:prstGeom>
          <a:solidFill>
            <a:schemeClr val="accent1"/>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Development</a:t>
            </a:r>
            <a:r>
              <a:rPr kumimoji="0" lang="de-DE" sz="2000" b="0" i="0" u="none" strike="noStrike" kern="0" cap="none" spc="0" normalizeH="0" noProof="0" dirty="0">
                <a:ln>
                  <a:noFill/>
                </a:ln>
                <a:effectLst/>
                <a:uLnTx/>
                <a:uFillTx/>
                <a:ea typeface="Arial Unicode MS" pitchFamily="34" charset="-128"/>
                <a:cs typeface="Arial Unicode MS" pitchFamily="34" charset="-128"/>
              </a:rPr>
              <a:t> System (DEV)</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Abgerundetes Rechteck 4"/>
          <p:cNvSpPr/>
          <p:nvPr/>
        </p:nvSpPr>
        <p:spPr bwMode="gray">
          <a:xfrm>
            <a:off x="5022366" y="3936939"/>
            <a:ext cx="2148468" cy="2148468"/>
          </a:xfrm>
          <a:prstGeom prst="roundRect">
            <a:avLst/>
          </a:prstGeom>
          <a:solidFill>
            <a:schemeClr val="accent3"/>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Quality Assurance System (QAS)</a:t>
            </a:r>
          </a:p>
        </p:txBody>
      </p:sp>
      <p:sp>
        <p:nvSpPr>
          <p:cNvPr id="6" name="Abgerundetes Rechteck 5"/>
          <p:cNvSpPr/>
          <p:nvPr/>
        </p:nvSpPr>
        <p:spPr bwMode="gray">
          <a:xfrm>
            <a:off x="9368225" y="3936939"/>
            <a:ext cx="2148468" cy="2148468"/>
          </a:xfrm>
          <a:prstGeom prst="roundRect">
            <a:avLst/>
          </a:prstGeom>
          <a:solidFill>
            <a:schemeClr val="accent5"/>
          </a:solidFill>
          <a:ln w="63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Production</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System (PROD)</a:t>
            </a:r>
          </a:p>
        </p:txBody>
      </p:sp>
      <p:cxnSp>
        <p:nvCxnSpPr>
          <p:cNvPr id="9" name="Gerade Verbindung mit Pfeil 8"/>
          <p:cNvCxnSpPr>
            <a:stCxn id="4" idx="3"/>
            <a:endCxn id="5" idx="1"/>
          </p:cNvCxnSpPr>
          <p:nvPr/>
        </p:nvCxnSpPr>
        <p:spPr>
          <a:xfrm>
            <a:off x="2824975" y="5011173"/>
            <a:ext cx="21973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Gerade Verbindung mit Pfeil 12"/>
          <p:cNvCxnSpPr>
            <a:stCxn id="5" idx="3"/>
            <a:endCxn id="6" idx="1"/>
          </p:cNvCxnSpPr>
          <p:nvPr/>
        </p:nvCxnSpPr>
        <p:spPr>
          <a:xfrm>
            <a:off x="7170834" y="5011173"/>
            <a:ext cx="21973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4" name="Grafik 13"/>
          <p:cNvPicPr>
            <a:picLocks noChangeAspect="1"/>
          </p:cNvPicPr>
          <p:nvPr/>
        </p:nvPicPr>
        <p:blipFill>
          <a:blip r:embed="rId2"/>
          <a:stretch>
            <a:fillRect/>
          </a:stretch>
        </p:blipFill>
        <p:spPr>
          <a:xfrm>
            <a:off x="3672690" y="4399033"/>
            <a:ext cx="501960" cy="501960"/>
          </a:xfrm>
          <a:prstGeom prst="rect">
            <a:avLst/>
          </a:prstGeom>
        </p:spPr>
      </p:pic>
      <p:pic>
        <p:nvPicPr>
          <p:cNvPr id="15" name="Grafik 14"/>
          <p:cNvPicPr>
            <a:picLocks noChangeAspect="1"/>
          </p:cNvPicPr>
          <p:nvPr/>
        </p:nvPicPr>
        <p:blipFill>
          <a:blip r:embed="rId2"/>
          <a:stretch>
            <a:fillRect/>
          </a:stretch>
        </p:blipFill>
        <p:spPr>
          <a:xfrm>
            <a:off x="8018549" y="4399033"/>
            <a:ext cx="501960" cy="501960"/>
          </a:xfrm>
          <a:prstGeom prst="rect">
            <a:avLst/>
          </a:prstGeom>
        </p:spPr>
      </p:pic>
      <p:pic>
        <p:nvPicPr>
          <p:cNvPr id="16" name="Picture 8" descr="j0199727"/>
          <p:cNvPicPr>
            <a:picLocks noChangeAspect="1" noChangeArrowheads="1"/>
          </p:cNvPicPr>
          <p:nvPr/>
        </p:nvPicPr>
        <p:blipFill>
          <a:blip r:embed="rId3"/>
          <a:srcRect/>
          <a:stretch>
            <a:fillRect/>
          </a:stretch>
        </p:blipFill>
        <p:spPr bwMode="auto">
          <a:xfrm>
            <a:off x="1390378" y="5147742"/>
            <a:ext cx="720725" cy="709612"/>
          </a:xfrm>
          <a:prstGeom prst="rect">
            <a:avLst/>
          </a:prstGeom>
          <a:noFill/>
          <a:ln w="9525">
            <a:noFill/>
            <a:miter lim="800000"/>
            <a:headEnd/>
            <a:tailEnd/>
          </a:ln>
        </p:spPr>
      </p:pic>
      <p:pic>
        <p:nvPicPr>
          <p:cNvPr id="17" name="Picture 134" descr="j0199549"/>
          <p:cNvPicPr>
            <a:picLocks noChangeAspect="1" noChangeArrowheads="1"/>
          </p:cNvPicPr>
          <p:nvPr/>
        </p:nvPicPr>
        <p:blipFill>
          <a:blip r:embed="rId4"/>
          <a:srcRect/>
          <a:stretch>
            <a:fillRect/>
          </a:stretch>
        </p:blipFill>
        <p:spPr bwMode="auto">
          <a:xfrm>
            <a:off x="5720362" y="5161800"/>
            <a:ext cx="752475" cy="808038"/>
          </a:xfrm>
          <a:prstGeom prst="rect">
            <a:avLst/>
          </a:prstGeom>
          <a:noFill/>
          <a:ln w="9525">
            <a:noFill/>
            <a:miter lim="800000"/>
            <a:headEnd/>
            <a:tailEnd/>
          </a:ln>
        </p:spPr>
      </p:pic>
      <p:grpSp>
        <p:nvGrpSpPr>
          <p:cNvPr id="18" name="Group 9"/>
          <p:cNvGrpSpPr>
            <a:grpSpLocks noChangeAspect="1"/>
          </p:cNvGrpSpPr>
          <p:nvPr/>
        </p:nvGrpSpPr>
        <p:grpSpPr bwMode="auto">
          <a:xfrm>
            <a:off x="10120990" y="5118631"/>
            <a:ext cx="642937" cy="792163"/>
            <a:chOff x="3735" y="2251"/>
            <a:chExt cx="604" cy="744"/>
          </a:xfrm>
        </p:grpSpPr>
        <p:sp>
          <p:nvSpPr>
            <p:cNvPr id="19" name="AutoShape 10"/>
            <p:cNvSpPr>
              <a:spLocks noChangeAspect="1" noChangeArrowheads="1" noTextEdit="1"/>
            </p:cNvSpPr>
            <p:nvPr/>
          </p:nvSpPr>
          <p:spPr bwMode="auto">
            <a:xfrm>
              <a:off x="3735" y="2251"/>
              <a:ext cx="604" cy="744"/>
            </a:xfrm>
            <a:prstGeom prst="rect">
              <a:avLst/>
            </a:prstGeom>
            <a:noFill/>
            <a:ln w="9525">
              <a:noFill/>
              <a:miter lim="800000"/>
              <a:headEnd/>
              <a:tailEnd/>
            </a:ln>
          </p:spPr>
          <p:txBody>
            <a:bodyPr/>
            <a:lstStyle/>
            <a:p>
              <a:endParaRPr lang="de-DE"/>
            </a:p>
          </p:txBody>
        </p:sp>
        <p:sp>
          <p:nvSpPr>
            <p:cNvPr id="20" name="Freeform 11"/>
            <p:cNvSpPr>
              <a:spLocks/>
            </p:cNvSpPr>
            <p:nvPr/>
          </p:nvSpPr>
          <p:spPr bwMode="auto">
            <a:xfrm>
              <a:off x="3735" y="2251"/>
              <a:ext cx="508" cy="744"/>
            </a:xfrm>
            <a:custGeom>
              <a:avLst/>
              <a:gdLst>
                <a:gd name="T0" fmla="*/ 0 w 1525"/>
                <a:gd name="T1" fmla="*/ 0 h 2232"/>
                <a:gd name="T2" fmla="*/ 1525 w 1525"/>
                <a:gd name="T3" fmla="*/ 113 h 2232"/>
                <a:gd name="T4" fmla="*/ 1525 w 1525"/>
                <a:gd name="T5" fmla="*/ 2093 h 2232"/>
                <a:gd name="T6" fmla="*/ 0 w 1525"/>
                <a:gd name="T7" fmla="*/ 2232 h 2232"/>
                <a:gd name="T8" fmla="*/ 0 w 1525"/>
                <a:gd name="T9" fmla="*/ 0 h 2232"/>
                <a:gd name="T10" fmla="*/ 0 60000 65536"/>
                <a:gd name="T11" fmla="*/ 0 60000 65536"/>
                <a:gd name="T12" fmla="*/ 0 60000 65536"/>
                <a:gd name="T13" fmla="*/ 0 60000 65536"/>
                <a:gd name="T14" fmla="*/ 0 60000 65536"/>
                <a:gd name="T15" fmla="*/ 0 w 1525"/>
                <a:gd name="T16" fmla="*/ 0 h 2232"/>
                <a:gd name="T17" fmla="*/ 1525 w 1525"/>
                <a:gd name="T18" fmla="*/ 2232 h 2232"/>
              </a:gdLst>
              <a:ahLst/>
              <a:cxnLst>
                <a:cxn ang="T10">
                  <a:pos x="T0" y="T1"/>
                </a:cxn>
                <a:cxn ang="T11">
                  <a:pos x="T2" y="T3"/>
                </a:cxn>
                <a:cxn ang="T12">
                  <a:pos x="T4" y="T5"/>
                </a:cxn>
                <a:cxn ang="T13">
                  <a:pos x="T6" y="T7"/>
                </a:cxn>
                <a:cxn ang="T14">
                  <a:pos x="T8" y="T9"/>
                </a:cxn>
              </a:cxnLst>
              <a:rect l="T15" t="T16" r="T17" b="T18"/>
              <a:pathLst>
                <a:path w="1525" h="2232">
                  <a:moveTo>
                    <a:pt x="0" y="0"/>
                  </a:moveTo>
                  <a:lnTo>
                    <a:pt x="1525" y="113"/>
                  </a:lnTo>
                  <a:lnTo>
                    <a:pt x="1525" y="2093"/>
                  </a:lnTo>
                  <a:lnTo>
                    <a:pt x="0" y="2232"/>
                  </a:lnTo>
                  <a:lnTo>
                    <a:pt x="0" y="0"/>
                  </a:lnTo>
                  <a:close/>
                </a:path>
              </a:pathLst>
            </a:custGeom>
            <a:solidFill>
              <a:srgbClr val="B2D1B2"/>
            </a:solidFill>
            <a:ln w="9525">
              <a:noFill/>
              <a:round/>
              <a:headEnd/>
              <a:tailEnd/>
            </a:ln>
          </p:spPr>
          <p:txBody>
            <a:bodyPr/>
            <a:lstStyle/>
            <a:p>
              <a:endParaRPr lang="de-DE"/>
            </a:p>
          </p:txBody>
        </p:sp>
        <p:sp>
          <p:nvSpPr>
            <p:cNvPr id="21" name="Freeform 12"/>
            <p:cNvSpPr>
              <a:spLocks/>
            </p:cNvSpPr>
            <p:nvPr/>
          </p:nvSpPr>
          <p:spPr bwMode="auto">
            <a:xfrm>
              <a:off x="3740" y="2255"/>
              <a:ext cx="499" cy="735"/>
            </a:xfrm>
            <a:custGeom>
              <a:avLst/>
              <a:gdLst>
                <a:gd name="T0" fmla="*/ 1496 w 1496"/>
                <a:gd name="T1" fmla="*/ 2069 h 2204"/>
                <a:gd name="T2" fmla="*/ 1496 w 1496"/>
                <a:gd name="T3" fmla="*/ 113 h 2204"/>
                <a:gd name="T4" fmla="*/ 0 w 1496"/>
                <a:gd name="T5" fmla="*/ 0 h 2204"/>
                <a:gd name="T6" fmla="*/ 0 w 1496"/>
                <a:gd name="T7" fmla="*/ 2204 h 2204"/>
                <a:gd name="T8" fmla="*/ 1496 w 1496"/>
                <a:gd name="T9" fmla="*/ 2069 h 2204"/>
                <a:gd name="T10" fmla="*/ 0 60000 65536"/>
                <a:gd name="T11" fmla="*/ 0 60000 65536"/>
                <a:gd name="T12" fmla="*/ 0 60000 65536"/>
                <a:gd name="T13" fmla="*/ 0 60000 65536"/>
                <a:gd name="T14" fmla="*/ 0 60000 65536"/>
                <a:gd name="T15" fmla="*/ 0 w 1496"/>
                <a:gd name="T16" fmla="*/ 0 h 2204"/>
                <a:gd name="T17" fmla="*/ 1496 w 1496"/>
                <a:gd name="T18" fmla="*/ 2204 h 2204"/>
              </a:gdLst>
              <a:ahLst/>
              <a:cxnLst>
                <a:cxn ang="T10">
                  <a:pos x="T0" y="T1"/>
                </a:cxn>
                <a:cxn ang="T11">
                  <a:pos x="T2" y="T3"/>
                </a:cxn>
                <a:cxn ang="T12">
                  <a:pos x="T4" y="T5"/>
                </a:cxn>
                <a:cxn ang="T13">
                  <a:pos x="T6" y="T7"/>
                </a:cxn>
                <a:cxn ang="T14">
                  <a:pos x="T8" y="T9"/>
                </a:cxn>
              </a:cxnLst>
              <a:rect l="T15" t="T16" r="T17" b="T18"/>
              <a:pathLst>
                <a:path w="1496" h="2204">
                  <a:moveTo>
                    <a:pt x="1496" y="2069"/>
                  </a:moveTo>
                  <a:lnTo>
                    <a:pt x="1496" y="113"/>
                  </a:lnTo>
                  <a:lnTo>
                    <a:pt x="0" y="0"/>
                  </a:lnTo>
                  <a:lnTo>
                    <a:pt x="0" y="2204"/>
                  </a:lnTo>
                  <a:lnTo>
                    <a:pt x="1496" y="2069"/>
                  </a:lnTo>
                  <a:close/>
                </a:path>
              </a:pathLst>
            </a:custGeom>
            <a:solidFill>
              <a:srgbClr val="FFFFFF"/>
            </a:solidFill>
            <a:ln w="9525">
              <a:noFill/>
              <a:round/>
              <a:headEnd/>
              <a:tailEnd/>
            </a:ln>
          </p:spPr>
          <p:txBody>
            <a:bodyPr/>
            <a:lstStyle/>
            <a:p>
              <a:endParaRPr lang="de-DE"/>
            </a:p>
          </p:txBody>
        </p:sp>
        <p:sp>
          <p:nvSpPr>
            <p:cNvPr id="22" name="Freeform 13"/>
            <p:cNvSpPr>
              <a:spLocks/>
            </p:cNvSpPr>
            <p:nvPr/>
          </p:nvSpPr>
          <p:spPr bwMode="auto">
            <a:xfrm>
              <a:off x="3748" y="2262"/>
              <a:ext cx="482" cy="719"/>
            </a:xfrm>
            <a:custGeom>
              <a:avLst/>
              <a:gdLst>
                <a:gd name="T0" fmla="*/ 0 w 1447"/>
                <a:gd name="T1" fmla="*/ 0 h 2156"/>
                <a:gd name="T2" fmla="*/ 1447 w 1447"/>
                <a:gd name="T3" fmla="*/ 109 h 2156"/>
                <a:gd name="T4" fmla="*/ 1447 w 1447"/>
                <a:gd name="T5" fmla="*/ 2025 h 2156"/>
                <a:gd name="T6" fmla="*/ 0 w 1447"/>
                <a:gd name="T7" fmla="*/ 2156 h 2156"/>
                <a:gd name="T8" fmla="*/ 0 w 1447"/>
                <a:gd name="T9" fmla="*/ 0 h 2156"/>
                <a:gd name="T10" fmla="*/ 0 60000 65536"/>
                <a:gd name="T11" fmla="*/ 0 60000 65536"/>
                <a:gd name="T12" fmla="*/ 0 60000 65536"/>
                <a:gd name="T13" fmla="*/ 0 60000 65536"/>
                <a:gd name="T14" fmla="*/ 0 60000 65536"/>
                <a:gd name="T15" fmla="*/ 0 w 1447"/>
                <a:gd name="T16" fmla="*/ 0 h 2156"/>
                <a:gd name="T17" fmla="*/ 1447 w 1447"/>
                <a:gd name="T18" fmla="*/ 2156 h 2156"/>
              </a:gdLst>
              <a:ahLst/>
              <a:cxnLst>
                <a:cxn ang="T10">
                  <a:pos x="T0" y="T1"/>
                </a:cxn>
                <a:cxn ang="T11">
                  <a:pos x="T2" y="T3"/>
                </a:cxn>
                <a:cxn ang="T12">
                  <a:pos x="T4" y="T5"/>
                </a:cxn>
                <a:cxn ang="T13">
                  <a:pos x="T6" y="T7"/>
                </a:cxn>
                <a:cxn ang="T14">
                  <a:pos x="T8" y="T9"/>
                </a:cxn>
              </a:cxnLst>
              <a:rect l="T15" t="T16" r="T17" b="T18"/>
              <a:pathLst>
                <a:path w="1447" h="2156">
                  <a:moveTo>
                    <a:pt x="0" y="0"/>
                  </a:moveTo>
                  <a:lnTo>
                    <a:pt x="1447" y="109"/>
                  </a:lnTo>
                  <a:lnTo>
                    <a:pt x="1447" y="2025"/>
                  </a:lnTo>
                  <a:lnTo>
                    <a:pt x="0" y="2156"/>
                  </a:lnTo>
                  <a:lnTo>
                    <a:pt x="0" y="0"/>
                  </a:lnTo>
                  <a:close/>
                </a:path>
              </a:pathLst>
            </a:custGeom>
            <a:solidFill>
              <a:srgbClr val="B2D1B2"/>
            </a:solidFill>
            <a:ln w="9525">
              <a:noFill/>
              <a:round/>
              <a:headEnd/>
              <a:tailEnd/>
            </a:ln>
          </p:spPr>
          <p:txBody>
            <a:bodyPr/>
            <a:lstStyle/>
            <a:p>
              <a:endParaRPr lang="de-DE"/>
            </a:p>
          </p:txBody>
        </p:sp>
        <p:sp>
          <p:nvSpPr>
            <p:cNvPr id="23" name="Freeform 14"/>
            <p:cNvSpPr>
              <a:spLocks/>
            </p:cNvSpPr>
            <p:nvPr/>
          </p:nvSpPr>
          <p:spPr bwMode="auto">
            <a:xfrm>
              <a:off x="3756" y="2269"/>
              <a:ext cx="467" cy="705"/>
            </a:xfrm>
            <a:custGeom>
              <a:avLst/>
              <a:gdLst>
                <a:gd name="T0" fmla="*/ 1403 w 1403"/>
                <a:gd name="T1" fmla="*/ 1986 h 2114"/>
                <a:gd name="T2" fmla="*/ 1403 w 1403"/>
                <a:gd name="T3" fmla="*/ 106 h 2114"/>
                <a:gd name="T4" fmla="*/ 0 w 1403"/>
                <a:gd name="T5" fmla="*/ 0 h 2114"/>
                <a:gd name="T6" fmla="*/ 0 w 1403"/>
                <a:gd name="T7" fmla="*/ 2114 h 2114"/>
                <a:gd name="T8" fmla="*/ 1403 w 1403"/>
                <a:gd name="T9" fmla="*/ 1986 h 2114"/>
                <a:gd name="T10" fmla="*/ 0 60000 65536"/>
                <a:gd name="T11" fmla="*/ 0 60000 65536"/>
                <a:gd name="T12" fmla="*/ 0 60000 65536"/>
                <a:gd name="T13" fmla="*/ 0 60000 65536"/>
                <a:gd name="T14" fmla="*/ 0 60000 65536"/>
                <a:gd name="T15" fmla="*/ 0 w 1403"/>
                <a:gd name="T16" fmla="*/ 0 h 2114"/>
                <a:gd name="T17" fmla="*/ 1403 w 1403"/>
                <a:gd name="T18" fmla="*/ 2114 h 2114"/>
              </a:gdLst>
              <a:ahLst/>
              <a:cxnLst>
                <a:cxn ang="T10">
                  <a:pos x="T0" y="T1"/>
                </a:cxn>
                <a:cxn ang="T11">
                  <a:pos x="T2" y="T3"/>
                </a:cxn>
                <a:cxn ang="T12">
                  <a:pos x="T4" y="T5"/>
                </a:cxn>
                <a:cxn ang="T13">
                  <a:pos x="T6" y="T7"/>
                </a:cxn>
                <a:cxn ang="T14">
                  <a:pos x="T8" y="T9"/>
                </a:cxn>
              </a:cxnLst>
              <a:rect l="T15" t="T16" r="T17" b="T18"/>
              <a:pathLst>
                <a:path w="1403" h="2114">
                  <a:moveTo>
                    <a:pt x="1403" y="1986"/>
                  </a:moveTo>
                  <a:lnTo>
                    <a:pt x="1403" y="106"/>
                  </a:lnTo>
                  <a:lnTo>
                    <a:pt x="0" y="0"/>
                  </a:lnTo>
                  <a:lnTo>
                    <a:pt x="0" y="2114"/>
                  </a:lnTo>
                  <a:lnTo>
                    <a:pt x="1403" y="1986"/>
                  </a:lnTo>
                  <a:close/>
                </a:path>
              </a:pathLst>
            </a:custGeom>
            <a:solidFill>
              <a:srgbClr val="FFFFFF"/>
            </a:solidFill>
            <a:ln w="9525">
              <a:noFill/>
              <a:round/>
              <a:headEnd/>
              <a:tailEnd/>
            </a:ln>
          </p:spPr>
          <p:txBody>
            <a:bodyPr/>
            <a:lstStyle/>
            <a:p>
              <a:endParaRPr lang="de-DE"/>
            </a:p>
          </p:txBody>
        </p:sp>
        <p:sp>
          <p:nvSpPr>
            <p:cNvPr id="24" name="Freeform 15"/>
            <p:cNvSpPr>
              <a:spLocks/>
            </p:cNvSpPr>
            <p:nvPr/>
          </p:nvSpPr>
          <p:spPr bwMode="auto">
            <a:xfrm>
              <a:off x="3765" y="2282"/>
              <a:ext cx="446" cy="682"/>
            </a:xfrm>
            <a:custGeom>
              <a:avLst/>
              <a:gdLst>
                <a:gd name="T0" fmla="*/ 1337 w 1337"/>
                <a:gd name="T1" fmla="*/ 1922 h 2046"/>
                <a:gd name="T2" fmla="*/ 0 w 1337"/>
                <a:gd name="T3" fmla="*/ 2046 h 2046"/>
                <a:gd name="T4" fmla="*/ 0 w 1337"/>
                <a:gd name="T5" fmla="*/ 0 h 2046"/>
                <a:gd name="T6" fmla="*/ 1337 w 1337"/>
                <a:gd name="T7" fmla="*/ 100 h 2046"/>
                <a:gd name="T8" fmla="*/ 1337 w 1337"/>
                <a:gd name="T9" fmla="*/ 1922 h 2046"/>
                <a:gd name="T10" fmla="*/ 0 60000 65536"/>
                <a:gd name="T11" fmla="*/ 0 60000 65536"/>
                <a:gd name="T12" fmla="*/ 0 60000 65536"/>
                <a:gd name="T13" fmla="*/ 0 60000 65536"/>
                <a:gd name="T14" fmla="*/ 0 60000 65536"/>
                <a:gd name="T15" fmla="*/ 0 w 1337"/>
                <a:gd name="T16" fmla="*/ 0 h 2046"/>
                <a:gd name="T17" fmla="*/ 1337 w 1337"/>
                <a:gd name="T18" fmla="*/ 2046 h 2046"/>
              </a:gdLst>
              <a:ahLst/>
              <a:cxnLst>
                <a:cxn ang="T10">
                  <a:pos x="T0" y="T1"/>
                </a:cxn>
                <a:cxn ang="T11">
                  <a:pos x="T2" y="T3"/>
                </a:cxn>
                <a:cxn ang="T12">
                  <a:pos x="T4" y="T5"/>
                </a:cxn>
                <a:cxn ang="T13">
                  <a:pos x="T6" y="T7"/>
                </a:cxn>
                <a:cxn ang="T14">
                  <a:pos x="T8" y="T9"/>
                </a:cxn>
              </a:cxnLst>
              <a:rect l="T15" t="T16" r="T17" b="T18"/>
              <a:pathLst>
                <a:path w="1337" h="2046">
                  <a:moveTo>
                    <a:pt x="1337" y="1922"/>
                  </a:moveTo>
                  <a:lnTo>
                    <a:pt x="0" y="2046"/>
                  </a:lnTo>
                  <a:lnTo>
                    <a:pt x="0" y="0"/>
                  </a:lnTo>
                  <a:lnTo>
                    <a:pt x="1337" y="100"/>
                  </a:lnTo>
                  <a:lnTo>
                    <a:pt x="1337" y="1922"/>
                  </a:lnTo>
                  <a:close/>
                </a:path>
              </a:pathLst>
            </a:custGeom>
            <a:solidFill>
              <a:srgbClr val="B2D1B2"/>
            </a:solidFill>
            <a:ln w="9525">
              <a:noFill/>
              <a:round/>
              <a:headEnd/>
              <a:tailEnd/>
            </a:ln>
          </p:spPr>
          <p:txBody>
            <a:bodyPr/>
            <a:lstStyle/>
            <a:p>
              <a:endParaRPr lang="de-DE"/>
            </a:p>
          </p:txBody>
        </p:sp>
        <p:sp>
          <p:nvSpPr>
            <p:cNvPr id="25" name="Freeform 16"/>
            <p:cNvSpPr>
              <a:spLocks/>
            </p:cNvSpPr>
            <p:nvPr/>
          </p:nvSpPr>
          <p:spPr bwMode="auto">
            <a:xfrm>
              <a:off x="3765" y="2282"/>
              <a:ext cx="446" cy="682"/>
            </a:xfrm>
            <a:custGeom>
              <a:avLst/>
              <a:gdLst>
                <a:gd name="T0" fmla="*/ 1337 w 1337"/>
                <a:gd name="T1" fmla="*/ 1922 h 2046"/>
                <a:gd name="T2" fmla="*/ 0 w 1337"/>
                <a:gd name="T3" fmla="*/ 2046 h 2046"/>
                <a:gd name="T4" fmla="*/ 0 w 1337"/>
                <a:gd name="T5" fmla="*/ 0 h 2046"/>
                <a:gd name="T6" fmla="*/ 1337 w 1337"/>
                <a:gd name="T7" fmla="*/ 100 h 2046"/>
                <a:gd name="T8" fmla="*/ 1337 w 1337"/>
                <a:gd name="T9" fmla="*/ 1922 h 2046"/>
                <a:gd name="T10" fmla="*/ 0 60000 65536"/>
                <a:gd name="T11" fmla="*/ 0 60000 65536"/>
                <a:gd name="T12" fmla="*/ 0 60000 65536"/>
                <a:gd name="T13" fmla="*/ 0 60000 65536"/>
                <a:gd name="T14" fmla="*/ 0 60000 65536"/>
                <a:gd name="T15" fmla="*/ 0 w 1337"/>
                <a:gd name="T16" fmla="*/ 0 h 2046"/>
                <a:gd name="T17" fmla="*/ 1337 w 1337"/>
                <a:gd name="T18" fmla="*/ 2046 h 2046"/>
              </a:gdLst>
              <a:ahLst/>
              <a:cxnLst>
                <a:cxn ang="T10">
                  <a:pos x="T0" y="T1"/>
                </a:cxn>
                <a:cxn ang="T11">
                  <a:pos x="T2" y="T3"/>
                </a:cxn>
                <a:cxn ang="T12">
                  <a:pos x="T4" y="T5"/>
                </a:cxn>
                <a:cxn ang="T13">
                  <a:pos x="T6" y="T7"/>
                </a:cxn>
                <a:cxn ang="T14">
                  <a:pos x="T8" y="T9"/>
                </a:cxn>
              </a:cxnLst>
              <a:rect l="T15" t="T16" r="T17" b="T18"/>
              <a:pathLst>
                <a:path w="1337" h="2046">
                  <a:moveTo>
                    <a:pt x="1337" y="1922"/>
                  </a:moveTo>
                  <a:lnTo>
                    <a:pt x="0" y="2046"/>
                  </a:lnTo>
                  <a:lnTo>
                    <a:pt x="0" y="0"/>
                  </a:lnTo>
                  <a:lnTo>
                    <a:pt x="1337" y="100"/>
                  </a:lnTo>
                  <a:lnTo>
                    <a:pt x="1337" y="1922"/>
                  </a:lnTo>
                  <a:close/>
                </a:path>
              </a:pathLst>
            </a:custGeom>
            <a:solidFill>
              <a:srgbClr val="B2D1B2"/>
            </a:solidFill>
            <a:ln w="9525">
              <a:noFill/>
              <a:round/>
              <a:headEnd/>
              <a:tailEnd/>
            </a:ln>
          </p:spPr>
          <p:txBody>
            <a:bodyPr/>
            <a:lstStyle/>
            <a:p>
              <a:endParaRPr lang="de-DE"/>
            </a:p>
          </p:txBody>
        </p:sp>
        <p:sp>
          <p:nvSpPr>
            <p:cNvPr id="26" name="Freeform 17"/>
            <p:cNvSpPr>
              <a:spLocks/>
            </p:cNvSpPr>
            <p:nvPr/>
          </p:nvSpPr>
          <p:spPr bwMode="auto">
            <a:xfrm>
              <a:off x="3797" y="2319"/>
              <a:ext cx="194" cy="152"/>
            </a:xfrm>
            <a:custGeom>
              <a:avLst/>
              <a:gdLst>
                <a:gd name="T0" fmla="*/ 319 w 580"/>
                <a:gd name="T1" fmla="*/ 457 h 458"/>
                <a:gd name="T2" fmla="*/ 376 w 580"/>
                <a:gd name="T3" fmla="*/ 448 h 458"/>
                <a:gd name="T4" fmla="*/ 428 w 580"/>
                <a:gd name="T5" fmla="*/ 430 h 458"/>
                <a:gd name="T6" fmla="*/ 474 w 580"/>
                <a:gd name="T7" fmla="*/ 407 h 458"/>
                <a:gd name="T8" fmla="*/ 513 w 580"/>
                <a:gd name="T9" fmla="*/ 375 h 458"/>
                <a:gd name="T10" fmla="*/ 545 w 580"/>
                <a:gd name="T11" fmla="*/ 338 h 458"/>
                <a:gd name="T12" fmla="*/ 566 w 580"/>
                <a:gd name="T13" fmla="*/ 298 h 458"/>
                <a:gd name="T14" fmla="*/ 578 w 580"/>
                <a:gd name="T15" fmla="*/ 253 h 458"/>
                <a:gd name="T16" fmla="*/ 578 w 580"/>
                <a:gd name="T17" fmla="*/ 206 h 458"/>
                <a:gd name="T18" fmla="*/ 566 w 580"/>
                <a:gd name="T19" fmla="*/ 161 h 458"/>
                <a:gd name="T20" fmla="*/ 545 w 580"/>
                <a:gd name="T21" fmla="*/ 120 h 458"/>
                <a:gd name="T22" fmla="*/ 513 w 580"/>
                <a:gd name="T23" fmla="*/ 83 h 458"/>
                <a:gd name="T24" fmla="*/ 474 w 580"/>
                <a:gd name="T25" fmla="*/ 52 h 458"/>
                <a:gd name="T26" fmla="*/ 428 w 580"/>
                <a:gd name="T27" fmla="*/ 28 h 458"/>
                <a:gd name="T28" fmla="*/ 376 w 580"/>
                <a:gd name="T29" fmla="*/ 10 h 458"/>
                <a:gd name="T30" fmla="*/ 319 w 580"/>
                <a:gd name="T31" fmla="*/ 1 h 458"/>
                <a:gd name="T32" fmla="*/ 260 w 580"/>
                <a:gd name="T33" fmla="*/ 1 h 458"/>
                <a:gd name="T34" fmla="*/ 203 w 580"/>
                <a:gd name="T35" fmla="*/ 10 h 458"/>
                <a:gd name="T36" fmla="*/ 151 w 580"/>
                <a:gd name="T37" fmla="*/ 28 h 458"/>
                <a:gd name="T38" fmla="*/ 105 w 580"/>
                <a:gd name="T39" fmla="*/ 52 h 458"/>
                <a:gd name="T40" fmla="*/ 66 w 580"/>
                <a:gd name="T41" fmla="*/ 83 h 458"/>
                <a:gd name="T42" fmla="*/ 34 w 580"/>
                <a:gd name="T43" fmla="*/ 120 h 458"/>
                <a:gd name="T44" fmla="*/ 13 w 580"/>
                <a:gd name="T45" fmla="*/ 161 h 458"/>
                <a:gd name="T46" fmla="*/ 1 w 580"/>
                <a:gd name="T47" fmla="*/ 206 h 458"/>
                <a:gd name="T48" fmla="*/ 1 w 580"/>
                <a:gd name="T49" fmla="*/ 253 h 458"/>
                <a:gd name="T50" fmla="*/ 13 w 580"/>
                <a:gd name="T51" fmla="*/ 298 h 458"/>
                <a:gd name="T52" fmla="*/ 34 w 580"/>
                <a:gd name="T53" fmla="*/ 338 h 458"/>
                <a:gd name="T54" fmla="*/ 66 w 580"/>
                <a:gd name="T55" fmla="*/ 375 h 458"/>
                <a:gd name="T56" fmla="*/ 105 w 580"/>
                <a:gd name="T57" fmla="*/ 407 h 458"/>
                <a:gd name="T58" fmla="*/ 151 w 580"/>
                <a:gd name="T59" fmla="*/ 430 h 458"/>
                <a:gd name="T60" fmla="*/ 203 w 580"/>
                <a:gd name="T61" fmla="*/ 448 h 458"/>
                <a:gd name="T62" fmla="*/ 260 w 580"/>
                <a:gd name="T63" fmla="*/ 457 h 4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0"/>
                <a:gd name="T97" fmla="*/ 0 h 458"/>
                <a:gd name="T98" fmla="*/ 580 w 580"/>
                <a:gd name="T99" fmla="*/ 458 h 45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0" h="458">
                  <a:moveTo>
                    <a:pt x="290" y="458"/>
                  </a:moveTo>
                  <a:lnTo>
                    <a:pt x="319" y="457"/>
                  </a:lnTo>
                  <a:lnTo>
                    <a:pt x="348" y="454"/>
                  </a:lnTo>
                  <a:lnTo>
                    <a:pt x="376" y="448"/>
                  </a:lnTo>
                  <a:lnTo>
                    <a:pt x="403" y="440"/>
                  </a:lnTo>
                  <a:lnTo>
                    <a:pt x="428" y="430"/>
                  </a:lnTo>
                  <a:lnTo>
                    <a:pt x="451" y="419"/>
                  </a:lnTo>
                  <a:lnTo>
                    <a:pt x="474" y="407"/>
                  </a:lnTo>
                  <a:lnTo>
                    <a:pt x="495" y="391"/>
                  </a:lnTo>
                  <a:lnTo>
                    <a:pt x="513" y="375"/>
                  </a:lnTo>
                  <a:lnTo>
                    <a:pt x="530" y="357"/>
                  </a:lnTo>
                  <a:lnTo>
                    <a:pt x="545" y="338"/>
                  </a:lnTo>
                  <a:lnTo>
                    <a:pt x="557" y="319"/>
                  </a:lnTo>
                  <a:lnTo>
                    <a:pt x="566" y="298"/>
                  </a:lnTo>
                  <a:lnTo>
                    <a:pt x="574" y="275"/>
                  </a:lnTo>
                  <a:lnTo>
                    <a:pt x="578" y="253"/>
                  </a:lnTo>
                  <a:lnTo>
                    <a:pt x="580" y="229"/>
                  </a:lnTo>
                  <a:lnTo>
                    <a:pt x="578" y="206"/>
                  </a:lnTo>
                  <a:lnTo>
                    <a:pt x="574" y="183"/>
                  </a:lnTo>
                  <a:lnTo>
                    <a:pt x="566" y="161"/>
                  </a:lnTo>
                  <a:lnTo>
                    <a:pt x="557" y="139"/>
                  </a:lnTo>
                  <a:lnTo>
                    <a:pt x="545" y="120"/>
                  </a:lnTo>
                  <a:lnTo>
                    <a:pt x="530" y="101"/>
                  </a:lnTo>
                  <a:lnTo>
                    <a:pt x="513" y="83"/>
                  </a:lnTo>
                  <a:lnTo>
                    <a:pt x="495" y="68"/>
                  </a:lnTo>
                  <a:lnTo>
                    <a:pt x="474" y="52"/>
                  </a:lnTo>
                  <a:lnTo>
                    <a:pt x="451" y="40"/>
                  </a:lnTo>
                  <a:lnTo>
                    <a:pt x="428" y="28"/>
                  </a:lnTo>
                  <a:lnTo>
                    <a:pt x="403" y="18"/>
                  </a:lnTo>
                  <a:lnTo>
                    <a:pt x="376" y="10"/>
                  </a:lnTo>
                  <a:lnTo>
                    <a:pt x="348" y="5"/>
                  </a:lnTo>
                  <a:lnTo>
                    <a:pt x="319" y="1"/>
                  </a:lnTo>
                  <a:lnTo>
                    <a:pt x="290" y="0"/>
                  </a:lnTo>
                  <a:lnTo>
                    <a:pt x="260" y="1"/>
                  </a:lnTo>
                  <a:lnTo>
                    <a:pt x="231" y="5"/>
                  </a:lnTo>
                  <a:lnTo>
                    <a:pt x="203" y="10"/>
                  </a:lnTo>
                  <a:lnTo>
                    <a:pt x="176" y="18"/>
                  </a:lnTo>
                  <a:lnTo>
                    <a:pt x="151" y="28"/>
                  </a:lnTo>
                  <a:lnTo>
                    <a:pt x="128" y="40"/>
                  </a:lnTo>
                  <a:lnTo>
                    <a:pt x="105" y="52"/>
                  </a:lnTo>
                  <a:lnTo>
                    <a:pt x="84" y="68"/>
                  </a:lnTo>
                  <a:lnTo>
                    <a:pt x="66" y="83"/>
                  </a:lnTo>
                  <a:lnTo>
                    <a:pt x="49" y="101"/>
                  </a:lnTo>
                  <a:lnTo>
                    <a:pt x="34" y="120"/>
                  </a:lnTo>
                  <a:lnTo>
                    <a:pt x="22" y="139"/>
                  </a:lnTo>
                  <a:lnTo>
                    <a:pt x="13" y="161"/>
                  </a:lnTo>
                  <a:lnTo>
                    <a:pt x="5" y="183"/>
                  </a:lnTo>
                  <a:lnTo>
                    <a:pt x="1" y="206"/>
                  </a:lnTo>
                  <a:lnTo>
                    <a:pt x="0" y="229"/>
                  </a:lnTo>
                  <a:lnTo>
                    <a:pt x="1" y="253"/>
                  </a:lnTo>
                  <a:lnTo>
                    <a:pt x="5" y="275"/>
                  </a:lnTo>
                  <a:lnTo>
                    <a:pt x="13" y="298"/>
                  </a:lnTo>
                  <a:lnTo>
                    <a:pt x="22" y="319"/>
                  </a:lnTo>
                  <a:lnTo>
                    <a:pt x="34" y="338"/>
                  </a:lnTo>
                  <a:lnTo>
                    <a:pt x="49" y="357"/>
                  </a:lnTo>
                  <a:lnTo>
                    <a:pt x="66" y="375"/>
                  </a:lnTo>
                  <a:lnTo>
                    <a:pt x="84" y="391"/>
                  </a:lnTo>
                  <a:lnTo>
                    <a:pt x="105" y="407"/>
                  </a:lnTo>
                  <a:lnTo>
                    <a:pt x="128" y="419"/>
                  </a:lnTo>
                  <a:lnTo>
                    <a:pt x="151" y="430"/>
                  </a:lnTo>
                  <a:lnTo>
                    <a:pt x="176" y="440"/>
                  </a:lnTo>
                  <a:lnTo>
                    <a:pt x="203" y="448"/>
                  </a:lnTo>
                  <a:lnTo>
                    <a:pt x="231" y="454"/>
                  </a:lnTo>
                  <a:lnTo>
                    <a:pt x="260" y="457"/>
                  </a:lnTo>
                  <a:lnTo>
                    <a:pt x="290" y="458"/>
                  </a:lnTo>
                  <a:close/>
                </a:path>
              </a:pathLst>
            </a:custGeom>
            <a:solidFill>
              <a:srgbClr val="B2D1B2"/>
            </a:solidFill>
            <a:ln w="9525">
              <a:noFill/>
              <a:round/>
              <a:headEnd/>
              <a:tailEnd/>
            </a:ln>
          </p:spPr>
          <p:txBody>
            <a:bodyPr/>
            <a:lstStyle/>
            <a:p>
              <a:endParaRPr lang="de-DE"/>
            </a:p>
          </p:txBody>
        </p:sp>
        <p:sp>
          <p:nvSpPr>
            <p:cNvPr id="27" name="Freeform 18"/>
            <p:cNvSpPr>
              <a:spLocks/>
            </p:cNvSpPr>
            <p:nvPr/>
          </p:nvSpPr>
          <p:spPr bwMode="auto">
            <a:xfrm>
              <a:off x="3799" y="2320"/>
              <a:ext cx="190" cy="150"/>
            </a:xfrm>
            <a:custGeom>
              <a:avLst/>
              <a:gdLst>
                <a:gd name="T0" fmla="*/ 315 w 571"/>
                <a:gd name="T1" fmla="*/ 449 h 450"/>
                <a:gd name="T2" fmla="*/ 370 w 571"/>
                <a:gd name="T3" fmla="*/ 440 h 450"/>
                <a:gd name="T4" fmla="*/ 422 w 571"/>
                <a:gd name="T5" fmla="*/ 423 h 450"/>
                <a:gd name="T6" fmla="*/ 467 w 571"/>
                <a:gd name="T7" fmla="*/ 398 h 450"/>
                <a:gd name="T8" fmla="*/ 506 w 571"/>
                <a:gd name="T9" fmla="*/ 368 h 450"/>
                <a:gd name="T10" fmla="*/ 536 w 571"/>
                <a:gd name="T11" fmla="*/ 332 h 450"/>
                <a:gd name="T12" fmla="*/ 559 w 571"/>
                <a:gd name="T13" fmla="*/ 292 h 450"/>
                <a:gd name="T14" fmla="*/ 570 w 571"/>
                <a:gd name="T15" fmla="*/ 248 h 450"/>
                <a:gd name="T16" fmla="*/ 570 w 571"/>
                <a:gd name="T17" fmla="*/ 201 h 450"/>
                <a:gd name="T18" fmla="*/ 559 w 571"/>
                <a:gd name="T19" fmla="*/ 157 h 450"/>
                <a:gd name="T20" fmla="*/ 536 w 571"/>
                <a:gd name="T21" fmla="*/ 116 h 450"/>
                <a:gd name="T22" fmla="*/ 506 w 571"/>
                <a:gd name="T23" fmla="*/ 82 h 450"/>
                <a:gd name="T24" fmla="*/ 467 w 571"/>
                <a:gd name="T25" fmla="*/ 50 h 450"/>
                <a:gd name="T26" fmla="*/ 422 w 571"/>
                <a:gd name="T27" fmla="*/ 27 h 450"/>
                <a:gd name="T28" fmla="*/ 370 w 571"/>
                <a:gd name="T29" fmla="*/ 10 h 450"/>
                <a:gd name="T30" fmla="*/ 315 w 571"/>
                <a:gd name="T31" fmla="*/ 1 h 450"/>
                <a:gd name="T32" fmla="*/ 256 w 571"/>
                <a:gd name="T33" fmla="*/ 1 h 450"/>
                <a:gd name="T34" fmla="*/ 201 w 571"/>
                <a:gd name="T35" fmla="*/ 10 h 450"/>
                <a:gd name="T36" fmla="*/ 150 w 571"/>
                <a:gd name="T37" fmla="*/ 27 h 450"/>
                <a:gd name="T38" fmla="*/ 105 w 571"/>
                <a:gd name="T39" fmla="*/ 50 h 450"/>
                <a:gd name="T40" fmla="*/ 65 w 571"/>
                <a:gd name="T41" fmla="*/ 82 h 450"/>
                <a:gd name="T42" fmla="*/ 35 w 571"/>
                <a:gd name="T43" fmla="*/ 116 h 450"/>
                <a:gd name="T44" fmla="*/ 12 w 571"/>
                <a:gd name="T45" fmla="*/ 157 h 450"/>
                <a:gd name="T46" fmla="*/ 1 w 571"/>
                <a:gd name="T47" fmla="*/ 201 h 450"/>
                <a:gd name="T48" fmla="*/ 1 w 571"/>
                <a:gd name="T49" fmla="*/ 248 h 450"/>
                <a:gd name="T50" fmla="*/ 12 w 571"/>
                <a:gd name="T51" fmla="*/ 292 h 450"/>
                <a:gd name="T52" fmla="*/ 35 w 571"/>
                <a:gd name="T53" fmla="*/ 332 h 450"/>
                <a:gd name="T54" fmla="*/ 65 w 571"/>
                <a:gd name="T55" fmla="*/ 368 h 450"/>
                <a:gd name="T56" fmla="*/ 105 w 571"/>
                <a:gd name="T57" fmla="*/ 398 h 450"/>
                <a:gd name="T58" fmla="*/ 150 w 571"/>
                <a:gd name="T59" fmla="*/ 423 h 450"/>
                <a:gd name="T60" fmla="*/ 201 w 571"/>
                <a:gd name="T61" fmla="*/ 440 h 450"/>
                <a:gd name="T62" fmla="*/ 256 w 571"/>
                <a:gd name="T63" fmla="*/ 449 h 45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1"/>
                <a:gd name="T97" fmla="*/ 0 h 450"/>
                <a:gd name="T98" fmla="*/ 571 w 571"/>
                <a:gd name="T99" fmla="*/ 450 h 45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1" h="450">
                  <a:moveTo>
                    <a:pt x="286" y="450"/>
                  </a:moveTo>
                  <a:lnTo>
                    <a:pt x="315" y="449"/>
                  </a:lnTo>
                  <a:lnTo>
                    <a:pt x="343" y="445"/>
                  </a:lnTo>
                  <a:lnTo>
                    <a:pt x="370" y="440"/>
                  </a:lnTo>
                  <a:lnTo>
                    <a:pt x="397" y="432"/>
                  </a:lnTo>
                  <a:lnTo>
                    <a:pt x="422" y="423"/>
                  </a:lnTo>
                  <a:lnTo>
                    <a:pt x="445" y="412"/>
                  </a:lnTo>
                  <a:lnTo>
                    <a:pt x="467" y="398"/>
                  </a:lnTo>
                  <a:lnTo>
                    <a:pt x="488" y="384"/>
                  </a:lnTo>
                  <a:lnTo>
                    <a:pt x="506" y="368"/>
                  </a:lnTo>
                  <a:lnTo>
                    <a:pt x="523" y="350"/>
                  </a:lnTo>
                  <a:lnTo>
                    <a:pt x="536" y="332"/>
                  </a:lnTo>
                  <a:lnTo>
                    <a:pt x="549" y="312"/>
                  </a:lnTo>
                  <a:lnTo>
                    <a:pt x="559" y="292"/>
                  </a:lnTo>
                  <a:lnTo>
                    <a:pt x="565" y="270"/>
                  </a:lnTo>
                  <a:lnTo>
                    <a:pt x="570" y="248"/>
                  </a:lnTo>
                  <a:lnTo>
                    <a:pt x="571" y="224"/>
                  </a:lnTo>
                  <a:lnTo>
                    <a:pt x="570" y="201"/>
                  </a:lnTo>
                  <a:lnTo>
                    <a:pt x="565" y="179"/>
                  </a:lnTo>
                  <a:lnTo>
                    <a:pt x="559" y="157"/>
                  </a:lnTo>
                  <a:lnTo>
                    <a:pt x="549" y="137"/>
                  </a:lnTo>
                  <a:lnTo>
                    <a:pt x="536" y="116"/>
                  </a:lnTo>
                  <a:lnTo>
                    <a:pt x="523" y="99"/>
                  </a:lnTo>
                  <a:lnTo>
                    <a:pt x="506" y="82"/>
                  </a:lnTo>
                  <a:lnTo>
                    <a:pt x="488" y="65"/>
                  </a:lnTo>
                  <a:lnTo>
                    <a:pt x="467" y="50"/>
                  </a:lnTo>
                  <a:lnTo>
                    <a:pt x="445" y="38"/>
                  </a:lnTo>
                  <a:lnTo>
                    <a:pt x="422" y="27"/>
                  </a:lnTo>
                  <a:lnTo>
                    <a:pt x="397" y="18"/>
                  </a:lnTo>
                  <a:lnTo>
                    <a:pt x="370" y="10"/>
                  </a:lnTo>
                  <a:lnTo>
                    <a:pt x="343" y="4"/>
                  </a:lnTo>
                  <a:lnTo>
                    <a:pt x="315" y="1"/>
                  </a:lnTo>
                  <a:lnTo>
                    <a:pt x="286" y="0"/>
                  </a:lnTo>
                  <a:lnTo>
                    <a:pt x="256" y="1"/>
                  </a:lnTo>
                  <a:lnTo>
                    <a:pt x="228" y="4"/>
                  </a:lnTo>
                  <a:lnTo>
                    <a:pt x="201" y="10"/>
                  </a:lnTo>
                  <a:lnTo>
                    <a:pt x="174" y="18"/>
                  </a:lnTo>
                  <a:lnTo>
                    <a:pt x="150" y="27"/>
                  </a:lnTo>
                  <a:lnTo>
                    <a:pt x="126" y="38"/>
                  </a:lnTo>
                  <a:lnTo>
                    <a:pt x="105" y="50"/>
                  </a:lnTo>
                  <a:lnTo>
                    <a:pt x="84" y="65"/>
                  </a:lnTo>
                  <a:lnTo>
                    <a:pt x="65" y="82"/>
                  </a:lnTo>
                  <a:lnTo>
                    <a:pt x="48" y="99"/>
                  </a:lnTo>
                  <a:lnTo>
                    <a:pt x="35" y="116"/>
                  </a:lnTo>
                  <a:lnTo>
                    <a:pt x="23" y="137"/>
                  </a:lnTo>
                  <a:lnTo>
                    <a:pt x="12" y="157"/>
                  </a:lnTo>
                  <a:lnTo>
                    <a:pt x="6" y="179"/>
                  </a:lnTo>
                  <a:lnTo>
                    <a:pt x="1" y="201"/>
                  </a:lnTo>
                  <a:lnTo>
                    <a:pt x="0" y="224"/>
                  </a:lnTo>
                  <a:lnTo>
                    <a:pt x="1" y="248"/>
                  </a:lnTo>
                  <a:lnTo>
                    <a:pt x="6" y="270"/>
                  </a:lnTo>
                  <a:lnTo>
                    <a:pt x="12" y="292"/>
                  </a:lnTo>
                  <a:lnTo>
                    <a:pt x="23" y="312"/>
                  </a:lnTo>
                  <a:lnTo>
                    <a:pt x="35" y="332"/>
                  </a:lnTo>
                  <a:lnTo>
                    <a:pt x="48" y="350"/>
                  </a:lnTo>
                  <a:lnTo>
                    <a:pt x="65" y="368"/>
                  </a:lnTo>
                  <a:lnTo>
                    <a:pt x="84" y="384"/>
                  </a:lnTo>
                  <a:lnTo>
                    <a:pt x="105" y="398"/>
                  </a:lnTo>
                  <a:lnTo>
                    <a:pt x="126" y="412"/>
                  </a:lnTo>
                  <a:lnTo>
                    <a:pt x="150" y="423"/>
                  </a:lnTo>
                  <a:lnTo>
                    <a:pt x="174" y="432"/>
                  </a:lnTo>
                  <a:lnTo>
                    <a:pt x="201" y="440"/>
                  </a:lnTo>
                  <a:lnTo>
                    <a:pt x="228" y="445"/>
                  </a:lnTo>
                  <a:lnTo>
                    <a:pt x="256" y="449"/>
                  </a:lnTo>
                  <a:lnTo>
                    <a:pt x="286" y="450"/>
                  </a:lnTo>
                  <a:close/>
                </a:path>
              </a:pathLst>
            </a:custGeom>
            <a:solidFill>
              <a:srgbClr val="B7D3B7"/>
            </a:solidFill>
            <a:ln w="9525">
              <a:noFill/>
              <a:round/>
              <a:headEnd/>
              <a:tailEnd/>
            </a:ln>
          </p:spPr>
          <p:txBody>
            <a:bodyPr/>
            <a:lstStyle/>
            <a:p>
              <a:endParaRPr lang="de-DE"/>
            </a:p>
          </p:txBody>
        </p:sp>
        <p:sp>
          <p:nvSpPr>
            <p:cNvPr id="28" name="Freeform 19"/>
            <p:cNvSpPr>
              <a:spLocks/>
            </p:cNvSpPr>
            <p:nvPr/>
          </p:nvSpPr>
          <p:spPr bwMode="auto">
            <a:xfrm>
              <a:off x="3801" y="2321"/>
              <a:ext cx="186" cy="148"/>
            </a:xfrm>
            <a:custGeom>
              <a:avLst/>
              <a:gdLst>
                <a:gd name="T0" fmla="*/ 309 w 559"/>
                <a:gd name="T1" fmla="*/ 441 h 442"/>
                <a:gd name="T2" fmla="*/ 363 w 559"/>
                <a:gd name="T3" fmla="*/ 432 h 442"/>
                <a:gd name="T4" fmla="*/ 413 w 559"/>
                <a:gd name="T5" fmla="*/ 415 h 442"/>
                <a:gd name="T6" fmla="*/ 458 w 559"/>
                <a:gd name="T7" fmla="*/ 392 h 442"/>
                <a:gd name="T8" fmla="*/ 495 w 559"/>
                <a:gd name="T9" fmla="*/ 362 h 442"/>
                <a:gd name="T10" fmla="*/ 526 w 559"/>
                <a:gd name="T11" fmla="*/ 327 h 442"/>
                <a:gd name="T12" fmla="*/ 547 w 559"/>
                <a:gd name="T13" fmla="*/ 287 h 442"/>
                <a:gd name="T14" fmla="*/ 558 w 559"/>
                <a:gd name="T15" fmla="*/ 244 h 442"/>
                <a:gd name="T16" fmla="*/ 558 w 559"/>
                <a:gd name="T17" fmla="*/ 199 h 442"/>
                <a:gd name="T18" fmla="*/ 547 w 559"/>
                <a:gd name="T19" fmla="*/ 155 h 442"/>
                <a:gd name="T20" fmla="*/ 526 w 559"/>
                <a:gd name="T21" fmla="*/ 116 h 442"/>
                <a:gd name="T22" fmla="*/ 495 w 559"/>
                <a:gd name="T23" fmla="*/ 81 h 442"/>
                <a:gd name="T24" fmla="*/ 458 w 559"/>
                <a:gd name="T25" fmla="*/ 51 h 442"/>
                <a:gd name="T26" fmla="*/ 413 w 559"/>
                <a:gd name="T27" fmla="*/ 27 h 442"/>
                <a:gd name="T28" fmla="*/ 363 w 559"/>
                <a:gd name="T29" fmla="*/ 10 h 442"/>
                <a:gd name="T30" fmla="*/ 309 w 559"/>
                <a:gd name="T31" fmla="*/ 1 h 442"/>
                <a:gd name="T32" fmla="*/ 250 w 559"/>
                <a:gd name="T33" fmla="*/ 1 h 442"/>
                <a:gd name="T34" fmla="*/ 196 w 559"/>
                <a:gd name="T35" fmla="*/ 10 h 442"/>
                <a:gd name="T36" fmla="*/ 146 w 559"/>
                <a:gd name="T37" fmla="*/ 27 h 442"/>
                <a:gd name="T38" fmla="*/ 101 w 559"/>
                <a:gd name="T39" fmla="*/ 51 h 442"/>
                <a:gd name="T40" fmla="*/ 64 w 559"/>
                <a:gd name="T41" fmla="*/ 81 h 442"/>
                <a:gd name="T42" fmla="*/ 33 w 559"/>
                <a:gd name="T43" fmla="*/ 116 h 442"/>
                <a:gd name="T44" fmla="*/ 12 w 559"/>
                <a:gd name="T45" fmla="*/ 155 h 442"/>
                <a:gd name="T46" fmla="*/ 1 w 559"/>
                <a:gd name="T47" fmla="*/ 199 h 442"/>
                <a:gd name="T48" fmla="*/ 1 w 559"/>
                <a:gd name="T49" fmla="*/ 244 h 442"/>
                <a:gd name="T50" fmla="*/ 12 w 559"/>
                <a:gd name="T51" fmla="*/ 287 h 442"/>
                <a:gd name="T52" fmla="*/ 33 w 559"/>
                <a:gd name="T53" fmla="*/ 327 h 442"/>
                <a:gd name="T54" fmla="*/ 64 w 559"/>
                <a:gd name="T55" fmla="*/ 362 h 442"/>
                <a:gd name="T56" fmla="*/ 101 w 559"/>
                <a:gd name="T57" fmla="*/ 392 h 442"/>
                <a:gd name="T58" fmla="*/ 146 w 559"/>
                <a:gd name="T59" fmla="*/ 415 h 442"/>
                <a:gd name="T60" fmla="*/ 196 w 559"/>
                <a:gd name="T61" fmla="*/ 432 h 442"/>
                <a:gd name="T62" fmla="*/ 250 w 559"/>
                <a:gd name="T63" fmla="*/ 441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9"/>
                <a:gd name="T97" fmla="*/ 0 h 442"/>
                <a:gd name="T98" fmla="*/ 559 w 55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9" h="442">
                  <a:moveTo>
                    <a:pt x="280" y="442"/>
                  </a:moveTo>
                  <a:lnTo>
                    <a:pt x="309" y="441"/>
                  </a:lnTo>
                  <a:lnTo>
                    <a:pt x="336" y="438"/>
                  </a:lnTo>
                  <a:lnTo>
                    <a:pt x="363" y="432"/>
                  </a:lnTo>
                  <a:lnTo>
                    <a:pt x="389" y="426"/>
                  </a:lnTo>
                  <a:lnTo>
                    <a:pt x="413" y="415"/>
                  </a:lnTo>
                  <a:lnTo>
                    <a:pt x="436" y="404"/>
                  </a:lnTo>
                  <a:lnTo>
                    <a:pt x="458" y="392"/>
                  </a:lnTo>
                  <a:lnTo>
                    <a:pt x="477" y="377"/>
                  </a:lnTo>
                  <a:lnTo>
                    <a:pt x="495" y="362"/>
                  </a:lnTo>
                  <a:lnTo>
                    <a:pt x="512" y="345"/>
                  </a:lnTo>
                  <a:lnTo>
                    <a:pt x="526" y="327"/>
                  </a:lnTo>
                  <a:lnTo>
                    <a:pt x="538" y="308"/>
                  </a:lnTo>
                  <a:lnTo>
                    <a:pt x="547" y="287"/>
                  </a:lnTo>
                  <a:lnTo>
                    <a:pt x="554" y="266"/>
                  </a:lnTo>
                  <a:lnTo>
                    <a:pt x="558" y="244"/>
                  </a:lnTo>
                  <a:lnTo>
                    <a:pt x="559" y="221"/>
                  </a:lnTo>
                  <a:lnTo>
                    <a:pt x="558" y="199"/>
                  </a:lnTo>
                  <a:lnTo>
                    <a:pt x="554" y="176"/>
                  </a:lnTo>
                  <a:lnTo>
                    <a:pt x="547" y="155"/>
                  </a:lnTo>
                  <a:lnTo>
                    <a:pt x="538" y="135"/>
                  </a:lnTo>
                  <a:lnTo>
                    <a:pt x="526" y="116"/>
                  </a:lnTo>
                  <a:lnTo>
                    <a:pt x="512" y="98"/>
                  </a:lnTo>
                  <a:lnTo>
                    <a:pt x="495" y="81"/>
                  </a:lnTo>
                  <a:lnTo>
                    <a:pt x="477" y="65"/>
                  </a:lnTo>
                  <a:lnTo>
                    <a:pt x="458" y="51"/>
                  </a:lnTo>
                  <a:lnTo>
                    <a:pt x="436" y="38"/>
                  </a:lnTo>
                  <a:lnTo>
                    <a:pt x="413" y="27"/>
                  </a:lnTo>
                  <a:lnTo>
                    <a:pt x="389" y="17"/>
                  </a:lnTo>
                  <a:lnTo>
                    <a:pt x="363" y="10"/>
                  </a:lnTo>
                  <a:lnTo>
                    <a:pt x="336" y="5"/>
                  </a:lnTo>
                  <a:lnTo>
                    <a:pt x="309" y="1"/>
                  </a:lnTo>
                  <a:lnTo>
                    <a:pt x="280" y="0"/>
                  </a:lnTo>
                  <a:lnTo>
                    <a:pt x="250" y="1"/>
                  </a:lnTo>
                  <a:lnTo>
                    <a:pt x="223" y="5"/>
                  </a:lnTo>
                  <a:lnTo>
                    <a:pt x="196" y="10"/>
                  </a:lnTo>
                  <a:lnTo>
                    <a:pt x="171" y="17"/>
                  </a:lnTo>
                  <a:lnTo>
                    <a:pt x="146" y="27"/>
                  </a:lnTo>
                  <a:lnTo>
                    <a:pt x="123" y="38"/>
                  </a:lnTo>
                  <a:lnTo>
                    <a:pt x="101" y="51"/>
                  </a:lnTo>
                  <a:lnTo>
                    <a:pt x="82" y="65"/>
                  </a:lnTo>
                  <a:lnTo>
                    <a:pt x="64" y="81"/>
                  </a:lnTo>
                  <a:lnTo>
                    <a:pt x="47" y="98"/>
                  </a:lnTo>
                  <a:lnTo>
                    <a:pt x="33" y="116"/>
                  </a:lnTo>
                  <a:lnTo>
                    <a:pt x="22" y="135"/>
                  </a:lnTo>
                  <a:lnTo>
                    <a:pt x="12" y="155"/>
                  </a:lnTo>
                  <a:lnTo>
                    <a:pt x="5" y="176"/>
                  </a:lnTo>
                  <a:lnTo>
                    <a:pt x="1" y="199"/>
                  </a:lnTo>
                  <a:lnTo>
                    <a:pt x="0" y="221"/>
                  </a:lnTo>
                  <a:lnTo>
                    <a:pt x="1" y="244"/>
                  </a:lnTo>
                  <a:lnTo>
                    <a:pt x="5" y="266"/>
                  </a:lnTo>
                  <a:lnTo>
                    <a:pt x="12" y="287"/>
                  </a:lnTo>
                  <a:lnTo>
                    <a:pt x="22" y="308"/>
                  </a:lnTo>
                  <a:lnTo>
                    <a:pt x="33" y="327"/>
                  </a:lnTo>
                  <a:lnTo>
                    <a:pt x="47" y="345"/>
                  </a:lnTo>
                  <a:lnTo>
                    <a:pt x="64" y="362"/>
                  </a:lnTo>
                  <a:lnTo>
                    <a:pt x="82" y="377"/>
                  </a:lnTo>
                  <a:lnTo>
                    <a:pt x="101" y="392"/>
                  </a:lnTo>
                  <a:lnTo>
                    <a:pt x="123" y="404"/>
                  </a:lnTo>
                  <a:lnTo>
                    <a:pt x="146" y="415"/>
                  </a:lnTo>
                  <a:lnTo>
                    <a:pt x="171" y="426"/>
                  </a:lnTo>
                  <a:lnTo>
                    <a:pt x="196" y="432"/>
                  </a:lnTo>
                  <a:lnTo>
                    <a:pt x="223" y="438"/>
                  </a:lnTo>
                  <a:lnTo>
                    <a:pt x="250" y="441"/>
                  </a:lnTo>
                  <a:lnTo>
                    <a:pt x="280" y="442"/>
                  </a:lnTo>
                  <a:close/>
                </a:path>
              </a:pathLst>
            </a:custGeom>
            <a:solidFill>
              <a:srgbClr val="C1D8C1"/>
            </a:solidFill>
            <a:ln w="9525">
              <a:noFill/>
              <a:round/>
              <a:headEnd/>
              <a:tailEnd/>
            </a:ln>
          </p:spPr>
          <p:txBody>
            <a:bodyPr/>
            <a:lstStyle/>
            <a:p>
              <a:endParaRPr lang="de-DE"/>
            </a:p>
          </p:txBody>
        </p:sp>
        <p:sp>
          <p:nvSpPr>
            <p:cNvPr id="29" name="Freeform 20"/>
            <p:cNvSpPr>
              <a:spLocks/>
            </p:cNvSpPr>
            <p:nvPr/>
          </p:nvSpPr>
          <p:spPr bwMode="auto">
            <a:xfrm>
              <a:off x="3802" y="2323"/>
              <a:ext cx="184" cy="145"/>
            </a:xfrm>
            <a:custGeom>
              <a:avLst/>
              <a:gdLst>
                <a:gd name="T0" fmla="*/ 304 w 551"/>
                <a:gd name="T1" fmla="*/ 433 h 434"/>
                <a:gd name="T2" fmla="*/ 358 w 551"/>
                <a:gd name="T3" fmla="*/ 424 h 434"/>
                <a:gd name="T4" fmla="*/ 407 w 551"/>
                <a:gd name="T5" fmla="*/ 408 h 434"/>
                <a:gd name="T6" fmla="*/ 451 w 551"/>
                <a:gd name="T7" fmla="*/ 385 h 434"/>
                <a:gd name="T8" fmla="*/ 488 w 551"/>
                <a:gd name="T9" fmla="*/ 354 h 434"/>
                <a:gd name="T10" fmla="*/ 517 w 551"/>
                <a:gd name="T11" fmla="*/ 320 h 434"/>
                <a:gd name="T12" fmla="*/ 539 w 551"/>
                <a:gd name="T13" fmla="*/ 281 h 434"/>
                <a:gd name="T14" fmla="*/ 550 w 551"/>
                <a:gd name="T15" fmla="*/ 239 h 434"/>
                <a:gd name="T16" fmla="*/ 550 w 551"/>
                <a:gd name="T17" fmla="*/ 194 h 434"/>
                <a:gd name="T18" fmla="*/ 539 w 551"/>
                <a:gd name="T19" fmla="*/ 151 h 434"/>
                <a:gd name="T20" fmla="*/ 517 w 551"/>
                <a:gd name="T21" fmla="*/ 113 h 434"/>
                <a:gd name="T22" fmla="*/ 488 w 551"/>
                <a:gd name="T23" fmla="*/ 78 h 434"/>
                <a:gd name="T24" fmla="*/ 451 w 551"/>
                <a:gd name="T25" fmla="*/ 49 h 434"/>
                <a:gd name="T26" fmla="*/ 407 w 551"/>
                <a:gd name="T27" fmla="*/ 25 h 434"/>
                <a:gd name="T28" fmla="*/ 358 w 551"/>
                <a:gd name="T29" fmla="*/ 10 h 434"/>
                <a:gd name="T30" fmla="*/ 304 w 551"/>
                <a:gd name="T31" fmla="*/ 1 h 434"/>
                <a:gd name="T32" fmla="*/ 248 w 551"/>
                <a:gd name="T33" fmla="*/ 1 h 434"/>
                <a:gd name="T34" fmla="*/ 194 w 551"/>
                <a:gd name="T35" fmla="*/ 10 h 434"/>
                <a:gd name="T36" fmla="*/ 144 w 551"/>
                <a:gd name="T37" fmla="*/ 25 h 434"/>
                <a:gd name="T38" fmla="*/ 100 w 551"/>
                <a:gd name="T39" fmla="*/ 49 h 434"/>
                <a:gd name="T40" fmla="*/ 63 w 551"/>
                <a:gd name="T41" fmla="*/ 78 h 434"/>
                <a:gd name="T42" fmla="*/ 34 w 551"/>
                <a:gd name="T43" fmla="*/ 113 h 434"/>
                <a:gd name="T44" fmla="*/ 13 w 551"/>
                <a:gd name="T45" fmla="*/ 151 h 434"/>
                <a:gd name="T46" fmla="*/ 1 w 551"/>
                <a:gd name="T47" fmla="*/ 194 h 434"/>
                <a:gd name="T48" fmla="*/ 1 w 551"/>
                <a:gd name="T49" fmla="*/ 239 h 434"/>
                <a:gd name="T50" fmla="*/ 13 w 551"/>
                <a:gd name="T51" fmla="*/ 281 h 434"/>
                <a:gd name="T52" fmla="*/ 34 w 551"/>
                <a:gd name="T53" fmla="*/ 320 h 434"/>
                <a:gd name="T54" fmla="*/ 63 w 551"/>
                <a:gd name="T55" fmla="*/ 354 h 434"/>
                <a:gd name="T56" fmla="*/ 100 w 551"/>
                <a:gd name="T57" fmla="*/ 385 h 434"/>
                <a:gd name="T58" fmla="*/ 144 w 551"/>
                <a:gd name="T59" fmla="*/ 408 h 434"/>
                <a:gd name="T60" fmla="*/ 194 w 551"/>
                <a:gd name="T61" fmla="*/ 424 h 434"/>
                <a:gd name="T62" fmla="*/ 248 w 551"/>
                <a:gd name="T63" fmla="*/ 433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434"/>
                <a:gd name="T98" fmla="*/ 551 w 551"/>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434">
                  <a:moveTo>
                    <a:pt x="276" y="434"/>
                  </a:moveTo>
                  <a:lnTo>
                    <a:pt x="304" y="433"/>
                  </a:lnTo>
                  <a:lnTo>
                    <a:pt x="331" y="430"/>
                  </a:lnTo>
                  <a:lnTo>
                    <a:pt x="358" y="424"/>
                  </a:lnTo>
                  <a:lnTo>
                    <a:pt x="382" y="417"/>
                  </a:lnTo>
                  <a:lnTo>
                    <a:pt x="407" y="408"/>
                  </a:lnTo>
                  <a:lnTo>
                    <a:pt x="430" y="397"/>
                  </a:lnTo>
                  <a:lnTo>
                    <a:pt x="451" y="385"/>
                  </a:lnTo>
                  <a:lnTo>
                    <a:pt x="470" y="370"/>
                  </a:lnTo>
                  <a:lnTo>
                    <a:pt x="488" y="354"/>
                  </a:lnTo>
                  <a:lnTo>
                    <a:pt x="504" y="338"/>
                  </a:lnTo>
                  <a:lnTo>
                    <a:pt x="517" y="320"/>
                  </a:lnTo>
                  <a:lnTo>
                    <a:pt x="530" y="300"/>
                  </a:lnTo>
                  <a:lnTo>
                    <a:pt x="539" y="281"/>
                  </a:lnTo>
                  <a:lnTo>
                    <a:pt x="545" y="260"/>
                  </a:lnTo>
                  <a:lnTo>
                    <a:pt x="550" y="239"/>
                  </a:lnTo>
                  <a:lnTo>
                    <a:pt x="551" y="216"/>
                  </a:lnTo>
                  <a:lnTo>
                    <a:pt x="550" y="194"/>
                  </a:lnTo>
                  <a:lnTo>
                    <a:pt x="545" y="172"/>
                  </a:lnTo>
                  <a:lnTo>
                    <a:pt x="539" y="151"/>
                  </a:lnTo>
                  <a:lnTo>
                    <a:pt x="530" y="132"/>
                  </a:lnTo>
                  <a:lnTo>
                    <a:pt x="517" y="113"/>
                  </a:lnTo>
                  <a:lnTo>
                    <a:pt x="504" y="95"/>
                  </a:lnTo>
                  <a:lnTo>
                    <a:pt x="488" y="78"/>
                  </a:lnTo>
                  <a:lnTo>
                    <a:pt x="470" y="62"/>
                  </a:lnTo>
                  <a:lnTo>
                    <a:pt x="451" y="49"/>
                  </a:lnTo>
                  <a:lnTo>
                    <a:pt x="430" y="37"/>
                  </a:lnTo>
                  <a:lnTo>
                    <a:pt x="407" y="25"/>
                  </a:lnTo>
                  <a:lnTo>
                    <a:pt x="382" y="16"/>
                  </a:lnTo>
                  <a:lnTo>
                    <a:pt x="358" y="10"/>
                  </a:lnTo>
                  <a:lnTo>
                    <a:pt x="331" y="4"/>
                  </a:lnTo>
                  <a:lnTo>
                    <a:pt x="304" y="1"/>
                  </a:lnTo>
                  <a:lnTo>
                    <a:pt x="276" y="0"/>
                  </a:lnTo>
                  <a:lnTo>
                    <a:pt x="248" y="1"/>
                  </a:lnTo>
                  <a:lnTo>
                    <a:pt x="221" y="4"/>
                  </a:lnTo>
                  <a:lnTo>
                    <a:pt x="194" y="10"/>
                  </a:lnTo>
                  <a:lnTo>
                    <a:pt x="169" y="16"/>
                  </a:lnTo>
                  <a:lnTo>
                    <a:pt x="144" y="25"/>
                  </a:lnTo>
                  <a:lnTo>
                    <a:pt x="122" y="37"/>
                  </a:lnTo>
                  <a:lnTo>
                    <a:pt x="100" y="49"/>
                  </a:lnTo>
                  <a:lnTo>
                    <a:pt x="81" y="62"/>
                  </a:lnTo>
                  <a:lnTo>
                    <a:pt x="63" y="78"/>
                  </a:lnTo>
                  <a:lnTo>
                    <a:pt x="47" y="95"/>
                  </a:lnTo>
                  <a:lnTo>
                    <a:pt x="34" y="113"/>
                  </a:lnTo>
                  <a:lnTo>
                    <a:pt x="22" y="132"/>
                  </a:lnTo>
                  <a:lnTo>
                    <a:pt x="13" y="151"/>
                  </a:lnTo>
                  <a:lnTo>
                    <a:pt x="6" y="172"/>
                  </a:lnTo>
                  <a:lnTo>
                    <a:pt x="1" y="194"/>
                  </a:lnTo>
                  <a:lnTo>
                    <a:pt x="0" y="216"/>
                  </a:lnTo>
                  <a:lnTo>
                    <a:pt x="1" y="239"/>
                  </a:lnTo>
                  <a:lnTo>
                    <a:pt x="6" y="260"/>
                  </a:lnTo>
                  <a:lnTo>
                    <a:pt x="13" y="281"/>
                  </a:lnTo>
                  <a:lnTo>
                    <a:pt x="22" y="300"/>
                  </a:lnTo>
                  <a:lnTo>
                    <a:pt x="34" y="320"/>
                  </a:lnTo>
                  <a:lnTo>
                    <a:pt x="47" y="338"/>
                  </a:lnTo>
                  <a:lnTo>
                    <a:pt x="63" y="354"/>
                  </a:lnTo>
                  <a:lnTo>
                    <a:pt x="81" y="370"/>
                  </a:lnTo>
                  <a:lnTo>
                    <a:pt x="100" y="385"/>
                  </a:lnTo>
                  <a:lnTo>
                    <a:pt x="122" y="397"/>
                  </a:lnTo>
                  <a:lnTo>
                    <a:pt x="144" y="408"/>
                  </a:lnTo>
                  <a:lnTo>
                    <a:pt x="169" y="417"/>
                  </a:lnTo>
                  <a:lnTo>
                    <a:pt x="194" y="424"/>
                  </a:lnTo>
                  <a:lnTo>
                    <a:pt x="221" y="430"/>
                  </a:lnTo>
                  <a:lnTo>
                    <a:pt x="248" y="433"/>
                  </a:lnTo>
                  <a:lnTo>
                    <a:pt x="276" y="434"/>
                  </a:lnTo>
                  <a:close/>
                </a:path>
              </a:pathLst>
            </a:custGeom>
            <a:solidFill>
              <a:srgbClr val="C6DDC6"/>
            </a:solidFill>
            <a:ln w="9525">
              <a:noFill/>
              <a:round/>
              <a:headEnd/>
              <a:tailEnd/>
            </a:ln>
          </p:spPr>
          <p:txBody>
            <a:bodyPr/>
            <a:lstStyle/>
            <a:p>
              <a:endParaRPr lang="de-DE"/>
            </a:p>
          </p:txBody>
        </p:sp>
        <p:sp>
          <p:nvSpPr>
            <p:cNvPr id="30" name="Freeform 21"/>
            <p:cNvSpPr>
              <a:spLocks/>
            </p:cNvSpPr>
            <p:nvPr/>
          </p:nvSpPr>
          <p:spPr bwMode="auto">
            <a:xfrm>
              <a:off x="3804" y="2324"/>
              <a:ext cx="180" cy="142"/>
            </a:xfrm>
            <a:custGeom>
              <a:avLst/>
              <a:gdLst>
                <a:gd name="T0" fmla="*/ 298 w 539"/>
                <a:gd name="T1" fmla="*/ 425 h 427"/>
                <a:gd name="T2" fmla="*/ 351 w 539"/>
                <a:gd name="T3" fmla="*/ 416 h 427"/>
                <a:gd name="T4" fmla="*/ 399 w 539"/>
                <a:gd name="T5" fmla="*/ 401 h 427"/>
                <a:gd name="T6" fmla="*/ 442 w 539"/>
                <a:gd name="T7" fmla="*/ 378 h 427"/>
                <a:gd name="T8" fmla="*/ 478 w 539"/>
                <a:gd name="T9" fmla="*/ 349 h 427"/>
                <a:gd name="T10" fmla="*/ 507 w 539"/>
                <a:gd name="T11" fmla="*/ 315 h 427"/>
                <a:gd name="T12" fmla="*/ 527 w 539"/>
                <a:gd name="T13" fmla="*/ 277 h 427"/>
                <a:gd name="T14" fmla="*/ 538 w 539"/>
                <a:gd name="T15" fmla="*/ 235 h 427"/>
                <a:gd name="T16" fmla="*/ 538 w 539"/>
                <a:gd name="T17" fmla="*/ 192 h 427"/>
                <a:gd name="T18" fmla="*/ 527 w 539"/>
                <a:gd name="T19" fmla="*/ 149 h 427"/>
                <a:gd name="T20" fmla="*/ 507 w 539"/>
                <a:gd name="T21" fmla="*/ 111 h 427"/>
                <a:gd name="T22" fmla="*/ 478 w 539"/>
                <a:gd name="T23" fmla="*/ 77 h 427"/>
                <a:gd name="T24" fmla="*/ 442 w 539"/>
                <a:gd name="T25" fmla="*/ 48 h 427"/>
                <a:gd name="T26" fmla="*/ 399 w 539"/>
                <a:gd name="T27" fmla="*/ 26 h 427"/>
                <a:gd name="T28" fmla="*/ 351 w 539"/>
                <a:gd name="T29" fmla="*/ 10 h 427"/>
                <a:gd name="T30" fmla="*/ 298 w 539"/>
                <a:gd name="T31" fmla="*/ 1 h 427"/>
                <a:gd name="T32" fmla="*/ 242 w 539"/>
                <a:gd name="T33" fmla="*/ 1 h 427"/>
                <a:gd name="T34" fmla="*/ 189 w 539"/>
                <a:gd name="T35" fmla="*/ 10 h 427"/>
                <a:gd name="T36" fmla="*/ 140 w 539"/>
                <a:gd name="T37" fmla="*/ 26 h 427"/>
                <a:gd name="T38" fmla="*/ 98 w 539"/>
                <a:gd name="T39" fmla="*/ 48 h 427"/>
                <a:gd name="T40" fmla="*/ 62 w 539"/>
                <a:gd name="T41" fmla="*/ 77 h 427"/>
                <a:gd name="T42" fmla="*/ 32 w 539"/>
                <a:gd name="T43" fmla="*/ 111 h 427"/>
                <a:gd name="T44" fmla="*/ 12 w 539"/>
                <a:gd name="T45" fmla="*/ 149 h 427"/>
                <a:gd name="T46" fmla="*/ 1 w 539"/>
                <a:gd name="T47" fmla="*/ 192 h 427"/>
                <a:gd name="T48" fmla="*/ 1 w 539"/>
                <a:gd name="T49" fmla="*/ 235 h 427"/>
                <a:gd name="T50" fmla="*/ 12 w 539"/>
                <a:gd name="T51" fmla="*/ 277 h 427"/>
                <a:gd name="T52" fmla="*/ 32 w 539"/>
                <a:gd name="T53" fmla="*/ 315 h 427"/>
                <a:gd name="T54" fmla="*/ 62 w 539"/>
                <a:gd name="T55" fmla="*/ 349 h 427"/>
                <a:gd name="T56" fmla="*/ 98 w 539"/>
                <a:gd name="T57" fmla="*/ 378 h 427"/>
                <a:gd name="T58" fmla="*/ 140 w 539"/>
                <a:gd name="T59" fmla="*/ 401 h 427"/>
                <a:gd name="T60" fmla="*/ 189 w 539"/>
                <a:gd name="T61" fmla="*/ 416 h 427"/>
                <a:gd name="T62" fmla="*/ 242 w 539"/>
                <a:gd name="T63" fmla="*/ 425 h 4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9"/>
                <a:gd name="T97" fmla="*/ 0 h 427"/>
                <a:gd name="T98" fmla="*/ 539 w 539"/>
                <a:gd name="T99" fmla="*/ 427 h 42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9" h="427">
                  <a:moveTo>
                    <a:pt x="270" y="427"/>
                  </a:moveTo>
                  <a:lnTo>
                    <a:pt x="298" y="425"/>
                  </a:lnTo>
                  <a:lnTo>
                    <a:pt x="324" y="422"/>
                  </a:lnTo>
                  <a:lnTo>
                    <a:pt x="351" y="416"/>
                  </a:lnTo>
                  <a:lnTo>
                    <a:pt x="375" y="410"/>
                  </a:lnTo>
                  <a:lnTo>
                    <a:pt x="399" y="401"/>
                  </a:lnTo>
                  <a:lnTo>
                    <a:pt x="420" y="391"/>
                  </a:lnTo>
                  <a:lnTo>
                    <a:pt x="442" y="378"/>
                  </a:lnTo>
                  <a:lnTo>
                    <a:pt x="461" y="364"/>
                  </a:lnTo>
                  <a:lnTo>
                    <a:pt x="478" y="349"/>
                  </a:lnTo>
                  <a:lnTo>
                    <a:pt x="493" y="332"/>
                  </a:lnTo>
                  <a:lnTo>
                    <a:pt x="507" y="315"/>
                  </a:lnTo>
                  <a:lnTo>
                    <a:pt x="518" y="296"/>
                  </a:lnTo>
                  <a:lnTo>
                    <a:pt x="527" y="277"/>
                  </a:lnTo>
                  <a:lnTo>
                    <a:pt x="534" y="256"/>
                  </a:lnTo>
                  <a:lnTo>
                    <a:pt x="538" y="235"/>
                  </a:lnTo>
                  <a:lnTo>
                    <a:pt x="539" y="213"/>
                  </a:lnTo>
                  <a:lnTo>
                    <a:pt x="538" y="192"/>
                  </a:lnTo>
                  <a:lnTo>
                    <a:pt x="534" y="171"/>
                  </a:lnTo>
                  <a:lnTo>
                    <a:pt x="527" y="149"/>
                  </a:lnTo>
                  <a:lnTo>
                    <a:pt x="518" y="130"/>
                  </a:lnTo>
                  <a:lnTo>
                    <a:pt x="507" y="111"/>
                  </a:lnTo>
                  <a:lnTo>
                    <a:pt x="493" y="94"/>
                  </a:lnTo>
                  <a:lnTo>
                    <a:pt x="478" y="77"/>
                  </a:lnTo>
                  <a:lnTo>
                    <a:pt x="461" y="63"/>
                  </a:lnTo>
                  <a:lnTo>
                    <a:pt x="442" y="48"/>
                  </a:lnTo>
                  <a:lnTo>
                    <a:pt x="420" y="36"/>
                  </a:lnTo>
                  <a:lnTo>
                    <a:pt x="399" y="26"/>
                  </a:lnTo>
                  <a:lnTo>
                    <a:pt x="375" y="17"/>
                  </a:lnTo>
                  <a:lnTo>
                    <a:pt x="351" y="10"/>
                  </a:lnTo>
                  <a:lnTo>
                    <a:pt x="324" y="4"/>
                  </a:lnTo>
                  <a:lnTo>
                    <a:pt x="298" y="1"/>
                  </a:lnTo>
                  <a:lnTo>
                    <a:pt x="270" y="0"/>
                  </a:lnTo>
                  <a:lnTo>
                    <a:pt x="242" y="1"/>
                  </a:lnTo>
                  <a:lnTo>
                    <a:pt x="216" y="4"/>
                  </a:lnTo>
                  <a:lnTo>
                    <a:pt x="189" y="10"/>
                  </a:lnTo>
                  <a:lnTo>
                    <a:pt x="164" y="17"/>
                  </a:lnTo>
                  <a:lnTo>
                    <a:pt x="140" y="26"/>
                  </a:lnTo>
                  <a:lnTo>
                    <a:pt x="119" y="36"/>
                  </a:lnTo>
                  <a:lnTo>
                    <a:pt x="98" y="48"/>
                  </a:lnTo>
                  <a:lnTo>
                    <a:pt x="79" y="63"/>
                  </a:lnTo>
                  <a:lnTo>
                    <a:pt x="62" y="77"/>
                  </a:lnTo>
                  <a:lnTo>
                    <a:pt x="46" y="94"/>
                  </a:lnTo>
                  <a:lnTo>
                    <a:pt x="32" y="111"/>
                  </a:lnTo>
                  <a:lnTo>
                    <a:pt x="21" y="130"/>
                  </a:lnTo>
                  <a:lnTo>
                    <a:pt x="12" y="149"/>
                  </a:lnTo>
                  <a:lnTo>
                    <a:pt x="5" y="171"/>
                  </a:lnTo>
                  <a:lnTo>
                    <a:pt x="1" y="192"/>
                  </a:lnTo>
                  <a:lnTo>
                    <a:pt x="0" y="213"/>
                  </a:lnTo>
                  <a:lnTo>
                    <a:pt x="1" y="235"/>
                  </a:lnTo>
                  <a:lnTo>
                    <a:pt x="5" y="256"/>
                  </a:lnTo>
                  <a:lnTo>
                    <a:pt x="12" y="277"/>
                  </a:lnTo>
                  <a:lnTo>
                    <a:pt x="21" y="296"/>
                  </a:lnTo>
                  <a:lnTo>
                    <a:pt x="32" y="315"/>
                  </a:lnTo>
                  <a:lnTo>
                    <a:pt x="46" y="332"/>
                  </a:lnTo>
                  <a:lnTo>
                    <a:pt x="62" y="349"/>
                  </a:lnTo>
                  <a:lnTo>
                    <a:pt x="79" y="364"/>
                  </a:lnTo>
                  <a:lnTo>
                    <a:pt x="98" y="378"/>
                  </a:lnTo>
                  <a:lnTo>
                    <a:pt x="119" y="391"/>
                  </a:lnTo>
                  <a:lnTo>
                    <a:pt x="140" y="401"/>
                  </a:lnTo>
                  <a:lnTo>
                    <a:pt x="164" y="410"/>
                  </a:lnTo>
                  <a:lnTo>
                    <a:pt x="189" y="416"/>
                  </a:lnTo>
                  <a:lnTo>
                    <a:pt x="216" y="422"/>
                  </a:lnTo>
                  <a:lnTo>
                    <a:pt x="242" y="425"/>
                  </a:lnTo>
                  <a:lnTo>
                    <a:pt x="270" y="427"/>
                  </a:lnTo>
                  <a:close/>
                </a:path>
              </a:pathLst>
            </a:custGeom>
            <a:solidFill>
              <a:srgbClr val="CEE2CE"/>
            </a:solidFill>
            <a:ln w="9525">
              <a:noFill/>
              <a:round/>
              <a:headEnd/>
              <a:tailEnd/>
            </a:ln>
          </p:spPr>
          <p:txBody>
            <a:bodyPr/>
            <a:lstStyle/>
            <a:p>
              <a:endParaRPr lang="de-DE"/>
            </a:p>
          </p:txBody>
        </p:sp>
        <p:sp>
          <p:nvSpPr>
            <p:cNvPr id="31" name="Freeform 22"/>
            <p:cNvSpPr>
              <a:spLocks/>
            </p:cNvSpPr>
            <p:nvPr/>
          </p:nvSpPr>
          <p:spPr bwMode="auto">
            <a:xfrm>
              <a:off x="3805" y="2325"/>
              <a:ext cx="177" cy="140"/>
            </a:xfrm>
            <a:custGeom>
              <a:avLst/>
              <a:gdLst>
                <a:gd name="T0" fmla="*/ 293 w 531"/>
                <a:gd name="T1" fmla="*/ 418 h 419"/>
                <a:gd name="T2" fmla="*/ 344 w 531"/>
                <a:gd name="T3" fmla="*/ 410 h 419"/>
                <a:gd name="T4" fmla="*/ 392 w 531"/>
                <a:gd name="T5" fmla="*/ 393 h 419"/>
                <a:gd name="T6" fmla="*/ 434 w 531"/>
                <a:gd name="T7" fmla="*/ 371 h 419"/>
                <a:gd name="T8" fmla="*/ 470 w 531"/>
                <a:gd name="T9" fmla="*/ 343 h 419"/>
                <a:gd name="T10" fmla="*/ 498 w 531"/>
                <a:gd name="T11" fmla="*/ 309 h 419"/>
                <a:gd name="T12" fmla="*/ 519 w 531"/>
                <a:gd name="T13" fmla="*/ 272 h 419"/>
                <a:gd name="T14" fmla="*/ 530 w 531"/>
                <a:gd name="T15" fmla="*/ 231 h 419"/>
                <a:gd name="T16" fmla="*/ 530 w 531"/>
                <a:gd name="T17" fmla="*/ 188 h 419"/>
                <a:gd name="T18" fmla="*/ 519 w 531"/>
                <a:gd name="T19" fmla="*/ 148 h 419"/>
                <a:gd name="T20" fmla="*/ 498 w 531"/>
                <a:gd name="T21" fmla="*/ 109 h 419"/>
                <a:gd name="T22" fmla="*/ 470 w 531"/>
                <a:gd name="T23" fmla="*/ 77 h 419"/>
                <a:gd name="T24" fmla="*/ 434 w 531"/>
                <a:gd name="T25" fmla="*/ 48 h 419"/>
                <a:gd name="T26" fmla="*/ 392 w 531"/>
                <a:gd name="T27" fmla="*/ 25 h 419"/>
                <a:gd name="T28" fmla="*/ 344 w 531"/>
                <a:gd name="T29" fmla="*/ 9 h 419"/>
                <a:gd name="T30" fmla="*/ 293 w 531"/>
                <a:gd name="T31" fmla="*/ 2 h 419"/>
                <a:gd name="T32" fmla="*/ 239 w 531"/>
                <a:gd name="T33" fmla="*/ 2 h 419"/>
                <a:gd name="T34" fmla="*/ 187 w 531"/>
                <a:gd name="T35" fmla="*/ 9 h 419"/>
                <a:gd name="T36" fmla="*/ 140 w 531"/>
                <a:gd name="T37" fmla="*/ 25 h 419"/>
                <a:gd name="T38" fmla="*/ 97 w 531"/>
                <a:gd name="T39" fmla="*/ 48 h 419"/>
                <a:gd name="T40" fmla="*/ 61 w 531"/>
                <a:gd name="T41" fmla="*/ 77 h 419"/>
                <a:gd name="T42" fmla="*/ 33 w 531"/>
                <a:gd name="T43" fmla="*/ 109 h 419"/>
                <a:gd name="T44" fmla="*/ 13 w 531"/>
                <a:gd name="T45" fmla="*/ 148 h 419"/>
                <a:gd name="T46" fmla="*/ 1 w 531"/>
                <a:gd name="T47" fmla="*/ 188 h 419"/>
                <a:gd name="T48" fmla="*/ 1 w 531"/>
                <a:gd name="T49" fmla="*/ 231 h 419"/>
                <a:gd name="T50" fmla="*/ 13 w 531"/>
                <a:gd name="T51" fmla="*/ 272 h 419"/>
                <a:gd name="T52" fmla="*/ 33 w 531"/>
                <a:gd name="T53" fmla="*/ 309 h 419"/>
                <a:gd name="T54" fmla="*/ 61 w 531"/>
                <a:gd name="T55" fmla="*/ 343 h 419"/>
                <a:gd name="T56" fmla="*/ 97 w 531"/>
                <a:gd name="T57" fmla="*/ 371 h 419"/>
                <a:gd name="T58" fmla="*/ 140 w 531"/>
                <a:gd name="T59" fmla="*/ 393 h 419"/>
                <a:gd name="T60" fmla="*/ 187 w 531"/>
                <a:gd name="T61" fmla="*/ 410 h 419"/>
                <a:gd name="T62" fmla="*/ 239 w 531"/>
                <a:gd name="T63" fmla="*/ 418 h 4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1"/>
                <a:gd name="T97" fmla="*/ 0 h 419"/>
                <a:gd name="T98" fmla="*/ 531 w 531"/>
                <a:gd name="T99" fmla="*/ 419 h 4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1" h="419">
                  <a:moveTo>
                    <a:pt x="266" y="419"/>
                  </a:moveTo>
                  <a:lnTo>
                    <a:pt x="293" y="418"/>
                  </a:lnTo>
                  <a:lnTo>
                    <a:pt x="318" y="415"/>
                  </a:lnTo>
                  <a:lnTo>
                    <a:pt x="344" y="410"/>
                  </a:lnTo>
                  <a:lnTo>
                    <a:pt x="369" y="402"/>
                  </a:lnTo>
                  <a:lnTo>
                    <a:pt x="392" y="393"/>
                  </a:lnTo>
                  <a:lnTo>
                    <a:pt x="414" y="383"/>
                  </a:lnTo>
                  <a:lnTo>
                    <a:pt x="434" y="371"/>
                  </a:lnTo>
                  <a:lnTo>
                    <a:pt x="453" y="357"/>
                  </a:lnTo>
                  <a:lnTo>
                    <a:pt x="470" y="343"/>
                  </a:lnTo>
                  <a:lnTo>
                    <a:pt x="486" y="326"/>
                  </a:lnTo>
                  <a:lnTo>
                    <a:pt x="498" y="309"/>
                  </a:lnTo>
                  <a:lnTo>
                    <a:pt x="510" y="291"/>
                  </a:lnTo>
                  <a:lnTo>
                    <a:pt x="519" y="272"/>
                  </a:lnTo>
                  <a:lnTo>
                    <a:pt x="525" y="252"/>
                  </a:lnTo>
                  <a:lnTo>
                    <a:pt x="530" y="231"/>
                  </a:lnTo>
                  <a:lnTo>
                    <a:pt x="531" y="209"/>
                  </a:lnTo>
                  <a:lnTo>
                    <a:pt x="530" y="188"/>
                  </a:lnTo>
                  <a:lnTo>
                    <a:pt x="525" y="167"/>
                  </a:lnTo>
                  <a:lnTo>
                    <a:pt x="519" y="148"/>
                  </a:lnTo>
                  <a:lnTo>
                    <a:pt x="510" y="127"/>
                  </a:lnTo>
                  <a:lnTo>
                    <a:pt x="498" y="109"/>
                  </a:lnTo>
                  <a:lnTo>
                    <a:pt x="486" y="92"/>
                  </a:lnTo>
                  <a:lnTo>
                    <a:pt x="470" y="77"/>
                  </a:lnTo>
                  <a:lnTo>
                    <a:pt x="453" y="61"/>
                  </a:lnTo>
                  <a:lnTo>
                    <a:pt x="434" y="48"/>
                  </a:lnTo>
                  <a:lnTo>
                    <a:pt x="414" y="36"/>
                  </a:lnTo>
                  <a:lnTo>
                    <a:pt x="392" y="25"/>
                  </a:lnTo>
                  <a:lnTo>
                    <a:pt x="369" y="17"/>
                  </a:lnTo>
                  <a:lnTo>
                    <a:pt x="344" y="9"/>
                  </a:lnTo>
                  <a:lnTo>
                    <a:pt x="318" y="5"/>
                  </a:lnTo>
                  <a:lnTo>
                    <a:pt x="293" y="2"/>
                  </a:lnTo>
                  <a:lnTo>
                    <a:pt x="266" y="0"/>
                  </a:lnTo>
                  <a:lnTo>
                    <a:pt x="239" y="2"/>
                  </a:lnTo>
                  <a:lnTo>
                    <a:pt x="213" y="5"/>
                  </a:lnTo>
                  <a:lnTo>
                    <a:pt x="187" y="9"/>
                  </a:lnTo>
                  <a:lnTo>
                    <a:pt x="162" y="17"/>
                  </a:lnTo>
                  <a:lnTo>
                    <a:pt x="140" y="25"/>
                  </a:lnTo>
                  <a:lnTo>
                    <a:pt x="117" y="36"/>
                  </a:lnTo>
                  <a:lnTo>
                    <a:pt x="97" y="48"/>
                  </a:lnTo>
                  <a:lnTo>
                    <a:pt x="78" y="61"/>
                  </a:lnTo>
                  <a:lnTo>
                    <a:pt x="61" y="77"/>
                  </a:lnTo>
                  <a:lnTo>
                    <a:pt x="45" y="92"/>
                  </a:lnTo>
                  <a:lnTo>
                    <a:pt x="33" y="109"/>
                  </a:lnTo>
                  <a:lnTo>
                    <a:pt x="22" y="127"/>
                  </a:lnTo>
                  <a:lnTo>
                    <a:pt x="13" y="148"/>
                  </a:lnTo>
                  <a:lnTo>
                    <a:pt x="6" y="167"/>
                  </a:lnTo>
                  <a:lnTo>
                    <a:pt x="1" y="188"/>
                  </a:lnTo>
                  <a:lnTo>
                    <a:pt x="0" y="209"/>
                  </a:lnTo>
                  <a:lnTo>
                    <a:pt x="1" y="231"/>
                  </a:lnTo>
                  <a:lnTo>
                    <a:pt x="6" y="252"/>
                  </a:lnTo>
                  <a:lnTo>
                    <a:pt x="13" y="272"/>
                  </a:lnTo>
                  <a:lnTo>
                    <a:pt x="22" y="291"/>
                  </a:lnTo>
                  <a:lnTo>
                    <a:pt x="33" y="309"/>
                  </a:lnTo>
                  <a:lnTo>
                    <a:pt x="45" y="326"/>
                  </a:lnTo>
                  <a:lnTo>
                    <a:pt x="61" y="343"/>
                  </a:lnTo>
                  <a:lnTo>
                    <a:pt x="78" y="357"/>
                  </a:lnTo>
                  <a:lnTo>
                    <a:pt x="97" y="371"/>
                  </a:lnTo>
                  <a:lnTo>
                    <a:pt x="117" y="383"/>
                  </a:lnTo>
                  <a:lnTo>
                    <a:pt x="140" y="393"/>
                  </a:lnTo>
                  <a:lnTo>
                    <a:pt x="162" y="402"/>
                  </a:lnTo>
                  <a:lnTo>
                    <a:pt x="187" y="410"/>
                  </a:lnTo>
                  <a:lnTo>
                    <a:pt x="213" y="415"/>
                  </a:lnTo>
                  <a:lnTo>
                    <a:pt x="239" y="418"/>
                  </a:lnTo>
                  <a:lnTo>
                    <a:pt x="266" y="419"/>
                  </a:lnTo>
                  <a:close/>
                </a:path>
              </a:pathLst>
            </a:custGeom>
            <a:solidFill>
              <a:srgbClr val="D3E5D3"/>
            </a:solidFill>
            <a:ln w="9525">
              <a:noFill/>
              <a:round/>
              <a:headEnd/>
              <a:tailEnd/>
            </a:ln>
          </p:spPr>
          <p:txBody>
            <a:bodyPr/>
            <a:lstStyle/>
            <a:p>
              <a:endParaRPr lang="de-DE"/>
            </a:p>
          </p:txBody>
        </p:sp>
        <p:sp>
          <p:nvSpPr>
            <p:cNvPr id="32" name="Freeform 23"/>
            <p:cNvSpPr>
              <a:spLocks/>
            </p:cNvSpPr>
            <p:nvPr/>
          </p:nvSpPr>
          <p:spPr bwMode="auto">
            <a:xfrm>
              <a:off x="3807" y="2327"/>
              <a:ext cx="173" cy="137"/>
            </a:xfrm>
            <a:custGeom>
              <a:avLst/>
              <a:gdLst>
                <a:gd name="T0" fmla="*/ 287 w 519"/>
                <a:gd name="T1" fmla="*/ 410 h 411"/>
                <a:gd name="T2" fmla="*/ 337 w 519"/>
                <a:gd name="T3" fmla="*/ 402 h 411"/>
                <a:gd name="T4" fmla="*/ 383 w 519"/>
                <a:gd name="T5" fmla="*/ 386 h 411"/>
                <a:gd name="T6" fmla="*/ 425 w 519"/>
                <a:gd name="T7" fmla="*/ 364 h 411"/>
                <a:gd name="T8" fmla="*/ 460 w 519"/>
                <a:gd name="T9" fmla="*/ 335 h 411"/>
                <a:gd name="T10" fmla="*/ 488 w 519"/>
                <a:gd name="T11" fmla="*/ 303 h 411"/>
                <a:gd name="T12" fmla="*/ 508 w 519"/>
                <a:gd name="T13" fmla="*/ 266 h 411"/>
                <a:gd name="T14" fmla="*/ 518 w 519"/>
                <a:gd name="T15" fmla="*/ 227 h 411"/>
                <a:gd name="T16" fmla="*/ 518 w 519"/>
                <a:gd name="T17" fmla="*/ 184 h 411"/>
                <a:gd name="T18" fmla="*/ 508 w 519"/>
                <a:gd name="T19" fmla="*/ 145 h 411"/>
                <a:gd name="T20" fmla="*/ 488 w 519"/>
                <a:gd name="T21" fmla="*/ 108 h 411"/>
                <a:gd name="T22" fmla="*/ 460 w 519"/>
                <a:gd name="T23" fmla="*/ 75 h 411"/>
                <a:gd name="T24" fmla="*/ 425 w 519"/>
                <a:gd name="T25" fmla="*/ 47 h 411"/>
                <a:gd name="T26" fmla="*/ 383 w 519"/>
                <a:gd name="T27" fmla="*/ 24 h 411"/>
                <a:gd name="T28" fmla="*/ 337 w 519"/>
                <a:gd name="T29" fmla="*/ 9 h 411"/>
                <a:gd name="T30" fmla="*/ 287 w 519"/>
                <a:gd name="T31" fmla="*/ 1 h 411"/>
                <a:gd name="T32" fmla="*/ 233 w 519"/>
                <a:gd name="T33" fmla="*/ 1 h 411"/>
                <a:gd name="T34" fmla="*/ 182 w 519"/>
                <a:gd name="T35" fmla="*/ 9 h 411"/>
                <a:gd name="T36" fmla="*/ 136 w 519"/>
                <a:gd name="T37" fmla="*/ 24 h 411"/>
                <a:gd name="T38" fmla="*/ 94 w 519"/>
                <a:gd name="T39" fmla="*/ 47 h 411"/>
                <a:gd name="T40" fmla="*/ 60 w 519"/>
                <a:gd name="T41" fmla="*/ 75 h 411"/>
                <a:gd name="T42" fmla="*/ 31 w 519"/>
                <a:gd name="T43" fmla="*/ 108 h 411"/>
                <a:gd name="T44" fmla="*/ 11 w 519"/>
                <a:gd name="T45" fmla="*/ 145 h 411"/>
                <a:gd name="T46" fmla="*/ 1 w 519"/>
                <a:gd name="T47" fmla="*/ 184 h 411"/>
                <a:gd name="T48" fmla="*/ 1 w 519"/>
                <a:gd name="T49" fmla="*/ 227 h 411"/>
                <a:gd name="T50" fmla="*/ 11 w 519"/>
                <a:gd name="T51" fmla="*/ 266 h 411"/>
                <a:gd name="T52" fmla="*/ 31 w 519"/>
                <a:gd name="T53" fmla="*/ 303 h 411"/>
                <a:gd name="T54" fmla="*/ 60 w 519"/>
                <a:gd name="T55" fmla="*/ 335 h 411"/>
                <a:gd name="T56" fmla="*/ 94 w 519"/>
                <a:gd name="T57" fmla="*/ 364 h 411"/>
                <a:gd name="T58" fmla="*/ 136 w 519"/>
                <a:gd name="T59" fmla="*/ 386 h 411"/>
                <a:gd name="T60" fmla="*/ 182 w 519"/>
                <a:gd name="T61" fmla="*/ 402 h 411"/>
                <a:gd name="T62" fmla="*/ 233 w 519"/>
                <a:gd name="T63" fmla="*/ 410 h 4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9"/>
                <a:gd name="T97" fmla="*/ 0 h 411"/>
                <a:gd name="T98" fmla="*/ 519 w 519"/>
                <a:gd name="T99" fmla="*/ 411 h 4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9" h="411">
                  <a:moveTo>
                    <a:pt x="260" y="411"/>
                  </a:moveTo>
                  <a:lnTo>
                    <a:pt x="287" y="410"/>
                  </a:lnTo>
                  <a:lnTo>
                    <a:pt x="312" y="406"/>
                  </a:lnTo>
                  <a:lnTo>
                    <a:pt x="337" y="402"/>
                  </a:lnTo>
                  <a:lnTo>
                    <a:pt x="361" y="395"/>
                  </a:lnTo>
                  <a:lnTo>
                    <a:pt x="383" y="386"/>
                  </a:lnTo>
                  <a:lnTo>
                    <a:pt x="405" y="376"/>
                  </a:lnTo>
                  <a:lnTo>
                    <a:pt x="425" y="364"/>
                  </a:lnTo>
                  <a:lnTo>
                    <a:pt x="444" y="350"/>
                  </a:lnTo>
                  <a:lnTo>
                    <a:pt x="460" y="335"/>
                  </a:lnTo>
                  <a:lnTo>
                    <a:pt x="475" y="320"/>
                  </a:lnTo>
                  <a:lnTo>
                    <a:pt x="488" y="303"/>
                  </a:lnTo>
                  <a:lnTo>
                    <a:pt x="499" y="285"/>
                  </a:lnTo>
                  <a:lnTo>
                    <a:pt x="508" y="266"/>
                  </a:lnTo>
                  <a:lnTo>
                    <a:pt x="514" y="247"/>
                  </a:lnTo>
                  <a:lnTo>
                    <a:pt x="518" y="227"/>
                  </a:lnTo>
                  <a:lnTo>
                    <a:pt x="519" y="205"/>
                  </a:lnTo>
                  <a:lnTo>
                    <a:pt x="518" y="184"/>
                  </a:lnTo>
                  <a:lnTo>
                    <a:pt x="514" y="164"/>
                  </a:lnTo>
                  <a:lnTo>
                    <a:pt x="508" y="145"/>
                  </a:lnTo>
                  <a:lnTo>
                    <a:pt x="499" y="126"/>
                  </a:lnTo>
                  <a:lnTo>
                    <a:pt x="488" y="108"/>
                  </a:lnTo>
                  <a:lnTo>
                    <a:pt x="475" y="91"/>
                  </a:lnTo>
                  <a:lnTo>
                    <a:pt x="460" y="75"/>
                  </a:lnTo>
                  <a:lnTo>
                    <a:pt x="444" y="60"/>
                  </a:lnTo>
                  <a:lnTo>
                    <a:pt x="425" y="47"/>
                  </a:lnTo>
                  <a:lnTo>
                    <a:pt x="405" y="35"/>
                  </a:lnTo>
                  <a:lnTo>
                    <a:pt x="383" y="24"/>
                  </a:lnTo>
                  <a:lnTo>
                    <a:pt x="361" y="16"/>
                  </a:lnTo>
                  <a:lnTo>
                    <a:pt x="337" y="9"/>
                  </a:lnTo>
                  <a:lnTo>
                    <a:pt x="312" y="4"/>
                  </a:lnTo>
                  <a:lnTo>
                    <a:pt x="287" y="1"/>
                  </a:lnTo>
                  <a:lnTo>
                    <a:pt x="260" y="0"/>
                  </a:lnTo>
                  <a:lnTo>
                    <a:pt x="233" y="1"/>
                  </a:lnTo>
                  <a:lnTo>
                    <a:pt x="207" y="4"/>
                  </a:lnTo>
                  <a:lnTo>
                    <a:pt x="182" y="9"/>
                  </a:lnTo>
                  <a:lnTo>
                    <a:pt x="158" y="16"/>
                  </a:lnTo>
                  <a:lnTo>
                    <a:pt x="136" y="24"/>
                  </a:lnTo>
                  <a:lnTo>
                    <a:pt x="115" y="35"/>
                  </a:lnTo>
                  <a:lnTo>
                    <a:pt x="94" y="47"/>
                  </a:lnTo>
                  <a:lnTo>
                    <a:pt x="76" y="60"/>
                  </a:lnTo>
                  <a:lnTo>
                    <a:pt x="60" y="75"/>
                  </a:lnTo>
                  <a:lnTo>
                    <a:pt x="44" y="91"/>
                  </a:lnTo>
                  <a:lnTo>
                    <a:pt x="31" y="108"/>
                  </a:lnTo>
                  <a:lnTo>
                    <a:pt x="20" y="126"/>
                  </a:lnTo>
                  <a:lnTo>
                    <a:pt x="11" y="145"/>
                  </a:lnTo>
                  <a:lnTo>
                    <a:pt x="6" y="164"/>
                  </a:lnTo>
                  <a:lnTo>
                    <a:pt x="1" y="184"/>
                  </a:lnTo>
                  <a:lnTo>
                    <a:pt x="0" y="205"/>
                  </a:lnTo>
                  <a:lnTo>
                    <a:pt x="1" y="227"/>
                  </a:lnTo>
                  <a:lnTo>
                    <a:pt x="6" y="247"/>
                  </a:lnTo>
                  <a:lnTo>
                    <a:pt x="11" y="266"/>
                  </a:lnTo>
                  <a:lnTo>
                    <a:pt x="20" y="285"/>
                  </a:lnTo>
                  <a:lnTo>
                    <a:pt x="31" y="303"/>
                  </a:lnTo>
                  <a:lnTo>
                    <a:pt x="44" y="320"/>
                  </a:lnTo>
                  <a:lnTo>
                    <a:pt x="60" y="335"/>
                  </a:lnTo>
                  <a:lnTo>
                    <a:pt x="76" y="350"/>
                  </a:lnTo>
                  <a:lnTo>
                    <a:pt x="94" y="364"/>
                  </a:lnTo>
                  <a:lnTo>
                    <a:pt x="115" y="376"/>
                  </a:lnTo>
                  <a:lnTo>
                    <a:pt x="136" y="386"/>
                  </a:lnTo>
                  <a:lnTo>
                    <a:pt x="158" y="395"/>
                  </a:lnTo>
                  <a:lnTo>
                    <a:pt x="182" y="402"/>
                  </a:lnTo>
                  <a:lnTo>
                    <a:pt x="207" y="406"/>
                  </a:lnTo>
                  <a:lnTo>
                    <a:pt x="233" y="410"/>
                  </a:lnTo>
                  <a:lnTo>
                    <a:pt x="260" y="411"/>
                  </a:lnTo>
                  <a:close/>
                </a:path>
              </a:pathLst>
            </a:custGeom>
            <a:solidFill>
              <a:srgbClr val="DDEADD"/>
            </a:solidFill>
            <a:ln w="9525">
              <a:noFill/>
              <a:round/>
              <a:headEnd/>
              <a:tailEnd/>
            </a:ln>
          </p:spPr>
          <p:txBody>
            <a:bodyPr/>
            <a:lstStyle/>
            <a:p>
              <a:endParaRPr lang="de-DE"/>
            </a:p>
          </p:txBody>
        </p:sp>
        <p:sp>
          <p:nvSpPr>
            <p:cNvPr id="33" name="Freeform 24"/>
            <p:cNvSpPr>
              <a:spLocks/>
            </p:cNvSpPr>
            <p:nvPr/>
          </p:nvSpPr>
          <p:spPr bwMode="auto">
            <a:xfrm>
              <a:off x="3809" y="2328"/>
              <a:ext cx="170" cy="134"/>
            </a:xfrm>
            <a:custGeom>
              <a:avLst/>
              <a:gdLst>
                <a:gd name="T0" fmla="*/ 281 w 511"/>
                <a:gd name="T1" fmla="*/ 402 h 403"/>
                <a:gd name="T2" fmla="*/ 331 w 511"/>
                <a:gd name="T3" fmla="*/ 394 h 403"/>
                <a:gd name="T4" fmla="*/ 377 w 511"/>
                <a:gd name="T5" fmla="*/ 379 h 403"/>
                <a:gd name="T6" fmla="*/ 417 w 511"/>
                <a:gd name="T7" fmla="*/ 357 h 403"/>
                <a:gd name="T8" fmla="*/ 452 w 511"/>
                <a:gd name="T9" fmla="*/ 329 h 403"/>
                <a:gd name="T10" fmla="*/ 480 w 511"/>
                <a:gd name="T11" fmla="*/ 298 h 403"/>
                <a:gd name="T12" fmla="*/ 500 w 511"/>
                <a:gd name="T13" fmla="*/ 261 h 403"/>
                <a:gd name="T14" fmla="*/ 510 w 511"/>
                <a:gd name="T15" fmla="*/ 221 h 403"/>
                <a:gd name="T16" fmla="*/ 510 w 511"/>
                <a:gd name="T17" fmla="*/ 181 h 403"/>
                <a:gd name="T18" fmla="*/ 500 w 511"/>
                <a:gd name="T19" fmla="*/ 142 h 403"/>
                <a:gd name="T20" fmla="*/ 480 w 511"/>
                <a:gd name="T21" fmla="*/ 106 h 403"/>
                <a:gd name="T22" fmla="*/ 452 w 511"/>
                <a:gd name="T23" fmla="*/ 73 h 403"/>
                <a:gd name="T24" fmla="*/ 417 w 511"/>
                <a:gd name="T25" fmla="*/ 46 h 403"/>
                <a:gd name="T26" fmla="*/ 377 w 511"/>
                <a:gd name="T27" fmla="*/ 25 h 403"/>
                <a:gd name="T28" fmla="*/ 331 w 511"/>
                <a:gd name="T29" fmla="*/ 9 h 403"/>
                <a:gd name="T30" fmla="*/ 281 w 511"/>
                <a:gd name="T31" fmla="*/ 1 h 403"/>
                <a:gd name="T32" fmla="*/ 230 w 511"/>
                <a:gd name="T33" fmla="*/ 1 h 403"/>
                <a:gd name="T34" fmla="*/ 180 w 511"/>
                <a:gd name="T35" fmla="*/ 9 h 403"/>
                <a:gd name="T36" fmla="*/ 134 w 511"/>
                <a:gd name="T37" fmla="*/ 25 h 403"/>
                <a:gd name="T38" fmla="*/ 94 w 511"/>
                <a:gd name="T39" fmla="*/ 46 h 403"/>
                <a:gd name="T40" fmla="*/ 59 w 511"/>
                <a:gd name="T41" fmla="*/ 73 h 403"/>
                <a:gd name="T42" fmla="*/ 31 w 511"/>
                <a:gd name="T43" fmla="*/ 106 h 403"/>
                <a:gd name="T44" fmla="*/ 12 w 511"/>
                <a:gd name="T45" fmla="*/ 142 h 403"/>
                <a:gd name="T46" fmla="*/ 2 w 511"/>
                <a:gd name="T47" fmla="*/ 181 h 403"/>
                <a:gd name="T48" fmla="*/ 2 w 511"/>
                <a:gd name="T49" fmla="*/ 221 h 403"/>
                <a:gd name="T50" fmla="*/ 12 w 511"/>
                <a:gd name="T51" fmla="*/ 261 h 403"/>
                <a:gd name="T52" fmla="*/ 31 w 511"/>
                <a:gd name="T53" fmla="*/ 298 h 403"/>
                <a:gd name="T54" fmla="*/ 59 w 511"/>
                <a:gd name="T55" fmla="*/ 329 h 403"/>
                <a:gd name="T56" fmla="*/ 94 w 511"/>
                <a:gd name="T57" fmla="*/ 357 h 403"/>
                <a:gd name="T58" fmla="*/ 134 w 511"/>
                <a:gd name="T59" fmla="*/ 379 h 403"/>
                <a:gd name="T60" fmla="*/ 180 w 511"/>
                <a:gd name="T61" fmla="*/ 394 h 403"/>
                <a:gd name="T62" fmla="*/ 230 w 511"/>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1"/>
                <a:gd name="T97" fmla="*/ 0 h 403"/>
                <a:gd name="T98" fmla="*/ 511 w 511"/>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1" h="403">
                  <a:moveTo>
                    <a:pt x="256" y="403"/>
                  </a:moveTo>
                  <a:lnTo>
                    <a:pt x="281" y="402"/>
                  </a:lnTo>
                  <a:lnTo>
                    <a:pt x="307" y="399"/>
                  </a:lnTo>
                  <a:lnTo>
                    <a:pt x="331" y="394"/>
                  </a:lnTo>
                  <a:lnTo>
                    <a:pt x="355" y="388"/>
                  </a:lnTo>
                  <a:lnTo>
                    <a:pt x="377" y="379"/>
                  </a:lnTo>
                  <a:lnTo>
                    <a:pt x="398" y="369"/>
                  </a:lnTo>
                  <a:lnTo>
                    <a:pt x="417" y="357"/>
                  </a:lnTo>
                  <a:lnTo>
                    <a:pt x="435" y="344"/>
                  </a:lnTo>
                  <a:lnTo>
                    <a:pt x="452" y="329"/>
                  </a:lnTo>
                  <a:lnTo>
                    <a:pt x="467" y="314"/>
                  </a:lnTo>
                  <a:lnTo>
                    <a:pt x="480" y="298"/>
                  </a:lnTo>
                  <a:lnTo>
                    <a:pt x="491" y="280"/>
                  </a:lnTo>
                  <a:lnTo>
                    <a:pt x="500" y="261"/>
                  </a:lnTo>
                  <a:lnTo>
                    <a:pt x="505" y="242"/>
                  </a:lnTo>
                  <a:lnTo>
                    <a:pt x="510" y="221"/>
                  </a:lnTo>
                  <a:lnTo>
                    <a:pt x="511" y="201"/>
                  </a:lnTo>
                  <a:lnTo>
                    <a:pt x="510" y="181"/>
                  </a:lnTo>
                  <a:lnTo>
                    <a:pt x="505" y="161"/>
                  </a:lnTo>
                  <a:lnTo>
                    <a:pt x="500" y="142"/>
                  </a:lnTo>
                  <a:lnTo>
                    <a:pt x="491" y="123"/>
                  </a:lnTo>
                  <a:lnTo>
                    <a:pt x="480" y="106"/>
                  </a:lnTo>
                  <a:lnTo>
                    <a:pt x="467" y="89"/>
                  </a:lnTo>
                  <a:lnTo>
                    <a:pt x="452" y="73"/>
                  </a:lnTo>
                  <a:lnTo>
                    <a:pt x="435" y="59"/>
                  </a:lnTo>
                  <a:lnTo>
                    <a:pt x="417" y="46"/>
                  </a:lnTo>
                  <a:lnTo>
                    <a:pt x="398" y="35"/>
                  </a:lnTo>
                  <a:lnTo>
                    <a:pt x="377" y="25"/>
                  </a:lnTo>
                  <a:lnTo>
                    <a:pt x="355" y="16"/>
                  </a:lnTo>
                  <a:lnTo>
                    <a:pt x="331" y="9"/>
                  </a:lnTo>
                  <a:lnTo>
                    <a:pt x="307" y="5"/>
                  </a:lnTo>
                  <a:lnTo>
                    <a:pt x="281" y="1"/>
                  </a:lnTo>
                  <a:lnTo>
                    <a:pt x="256" y="0"/>
                  </a:lnTo>
                  <a:lnTo>
                    <a:pt x="230" y="1"/>
                  </a:lnTo>
                  <a:lnTo>
                    <a:pt x="204" y="5"/>
                  </a:lnTo>
                  <a:lnTo>
                    <a:pt x="180" y="9"/>
                  </a:lnTo>
                  <a:lnTo>
                    <a:pt x="157" y="16"/>
                  </a:lnTo>
                  <a:lnTo>
                    <a:pt x="134" y="25"/>
                  </a:lnTo>
                  <a:lnTo>
                    <a:pt x="113" y="35"/>
                  </a:lnTo>
                  <a:lnTo>
                    <a:pt x="94" y="46"/>
                  </a:lnTo>
                  <a:lnTo>
                    <a:pt x="76" y="59"/>
                  </a:lnTo>
                  <a:lnTo>
                    <a:pt x="59" y="73"/>
                  </a:lnTo>
                  <a:lnTo>
                    <a:pt x="44" y="89"/>
                  </a:lnTo>
                  <a:lnTo>
                    <a:pt x="31" y="106"/>
                  </a:lnTo>
                  <a:lnTo>
                    <a:pt x="21" y="123"/>
                  </a:lnTo>
                  <a:lnTo>
                    <a:pt x="12" y="142"/>
                  </a:lnTo>
                  <a:lnTo>
                    <a:pt x="6" y="161"/>
                  </a:lnTo>
                  <a:lnTo>
                    <a:pt x="2" y="181"/>
                  </a:lnTo>
                  <a:lnTo>
                    <a:pt x="0" y="201"/>
                  </a:lnTo>
                  <a:lnTo>
                    <a:pt x="2" y="221"/>
                  </a:lnTo>
                  <a:lnTo>
                    <a:pt x="6" y="242"/>
                  </a:lnTo>
                  <a:lnTo>
                    <a:pt x="12" y="261"/>
                  </a:lnTo>
                  <a:lnTo>
                    <a:pt x="21" y="280"/>
                  </a:lnTo>
                  <a:lnTo>
                    <a:pt x="31" y="298"/>
                  </a:lnTo>
                  <a:lnTo>
                    <a:pt x="44" y="314"/>
                  </a:lnTo>
                  <a:lnTo>
                    <a:pt x="59" y="329"/>
                  </a:lnTo>
                  <a:lnTo>
                    <a:pt x="76" y="344"/>
                  </a:lnTo>
                  <a:lnTo>
                    <a:pt x="94" y="357"/>
                  </a:lnTo>
                  <a:lnTo>
                    <a:pt x="113" y="369"/>
                  </a:lnTo>
                  <a:lnTo>
                    <a:pt x="134" y="379"/>
                  </a:lnTo>
                  <a:lnTo>
                    <a:pt x="157" y="388"/>
                  </a:lnTo>
                  <a:lnTo>
                    <a:pt x="180" y="394"/>
                  </a:lnTo>
                  <a:lnTo>
                    <a:pt x="204" y="399"/>
                  </a:lnTo>
                  <a:lnTo>
                    <a:pt x="230" y="402"/>
                  </a:lnTo>
                  <a:lnTo>
                    <a:pt x="256" y="403"/>
                  </a:lnTo>
                  <a:close/>
                </a:path>
              </a:pathLst>
            </a:custGeom>
            <a:solidFill>
              <a:srgbClr val="E2EDE2"/>
            </a:solidFill>
            <a:ln w="9525">
              <a:noFill/>
              <a:round/>
              <a:headEnd/>
              <a:tailEnd/>
            </a:ln>
          </p:spPr>
          <p:txBody>
            <a:bodyPr/>
            <a:lstStyle/>
            <a:p>
              <a:endParaRPr lang="de-DE"/>
            </a:p>
          </p:txBody>
        </p:sp>
        <p:sp>
          <p:nvSpPr>
            <p:cNvPr id="34" name="Freeform 25"/>
            <p:cNvSpPr>
              <a:spLocks/>
            </p:cNvSpPr>
            <p:nvPr/>
          </p:nvSpPr>
          <p:spPr bwMode="auto">
            <a:xfrm>
              <a:off x="3811" y="2329"/>
              <a:ext cx="166" cy="132"/>
            </a:xfrm>
            <a:custGeom>
              <a:avLst/>
              <a:gdLst>
                <a:gd name="T0" fmla="*/ 275 w 499"/>
                <a:gd name="T1" fmla="*/ 394 h 395"/>
                <a:gd name="T2" fmla="*/ 324 w 499"/>
                <a:gd name="T3" fmla="*/ 386 h 395"/>
                <a:gd name="T4" fmla="*/ 369 w 499"/>
                <a:gd name="T5" fmla="*/ 371 h 395"/>
                <a:gd name="T6" fmla="*/ 408 w 499"/>
                <a:gd name="T7" fmla="*/ 350 h 395"/>
                <a:gd name="T8" fmla="*/ 442 w 499"/>
                <a:gd name="T9" fmla="*/ 323 h 395"/>
                <a:gd name="T10" fmla="*/ 469 w 499"/>
                <a:gd name="T11" fmla="*/ 292 h 395"/>
                <a:gd name="T12" fmla="*/ 488 w 499"/>
                <a:gd name="T13" fmla="*/ 256 h 395"/>
                <a:gd name="T14" fmla="*/ 498 w 499"/>
                <a:gd name="T15" fmla="*/ 217 h 395"/>
                <a:gd name="T16" fmla="*/ 498 w 499"/>
                <a:gd name="T17" fmla="*/ 177 h 395"/>
                <a:gd name="T18" fmla="*/ 488 w 499"/>
                <a:gd name="T19" fmla="*/ 139 h 395"/>
                <a:gd name="T20" fmla="*/ 469 w 499"/>
                <a:gd name="T21" fmla="*/ 103 h 395"/>
                <a:gd name="T22" fmla="*/ 442 w 499"/>
                <a:gd name="T23" fmla="*/ 72 h 395"/>
                <a:gd name="T24" fmla="*/ 408 w 499"/>
                <a:gd name="T25" fmla="*/ 45 h 395"/>
                <a:gd name="T26" fmla="*/ 369 w 499"/>
                <a:gd name="T27" fmla="*/ 23 h 395"/>
                <a:gd name="T28" fmla="*/ 324 w 499"/>
                <a:gd name="T29" fmla="*/ 9 h 395"/>
                <a:gd name="T30" fmla="*/ 275 w 499"/>
                <a:gd name="T31" fmla="*/ 1 h 395"/>
                <a:gd name="T32" fmla="*/ 224 w 499"/>
                <a:gd name="T33" fmla="*/ 1 h 395"/>
                <a:gd name="T34" fmla="*/ 175 w 499"/>
                <a:gd name="T35" fmla="*/ 9 h 395"/>
                <a:gd name="T36" fmla="*/ 130 w 499"/>
                <a:gd name="T37" fmla="*/ 23 h 395"/>
                <a:gd name="T38" fmla="*/ 91 w 499"/>
                <a:gd name="T39" fmla="*/ 45 h 395"/>
                <a:gd name="T40" fmla="*/ 57 w 499"/>
                <a:gd name="T41" fmla="*/ 72 h 395"/>
                <a:gd name="T42" fmla="*/ 30 w 499"/>
                <a:gd name="T43" fmla="*/ 103 h 395"/>
                <a:gd name="T44" fmla="*/ 11 w 499"/>
                <a:gd name="T45" fmla="*/ 139 h 395"/>
                <a:gd name="T46" fmla="*/ 1 w 499"/>
                <a:gd name="T47" fmla="*/ 177 h 395"/>
                <a:gd name="T48" fmla="*/ 1 w 499"/>
                <a:gd name="T49" fmla="*/ 217 h 395"/>
                <a:gd name="T50" fmla="*/ 11 w 499"/>
                <a:gd name="T51" fmla="*/ 256 h 395"/>
                <a:gd name="T52" fmla="*/ 30 w 499"/>
                <a:gd name="T53" fmla="*/ 292 h 395"/>
                <a:gd name="T54" fmla="*/ 57 w 499"/>
                <a:gd name="T55" fmla="*/ 323 h 395"/>
                <a:gd name="T56" fmla="*/ 91 w 499"/>
                <a:gd name="T57" fmla="*/ 350 h 395"/>
                <a:gd name="T58" fmla="*/ 130 w 499"/>
                <a:gd name="T59" fmla="*/ 371 h 395"/>
                <a:gd name="T60" fmla="*/ 175 w 499"/>
                <a:gd name="T61" fmla="*/ 386 h 395"/>
                <a:gd name="T62" fmla="*/ 224 w 499"/>
                <a:gd name="T63" fmla="*/ 394 h 3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9"/>
                <a:gd name="T97" fmla="*/ 0 h 395"/>
                <a:gd name="T98" fmla="*/ 499 w 499"/>
                <a:gd name="T99" fmla="*/ 395 h 3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9" h="395">
                  <a:moveTo>
                    <a:pt x="250" y="395"/>
                  </a:moveTo>
                  <a:lnTo>
                    <a:pt x="275" y="394"/>
                  </a:lnTo>
                  <a:lnTo>
                    <a:pt x="300" y="390"/>
                  </a:lnTo>
                  <a:lnTo>
                    <a:pt x="324" y="386"/>
                  </a:lnTo>
                  <a:lnTo>
                    <a:pt x="347" y="379"/>
                  </a:lnTo>
                  <a:lnTo>
                    <a:pt x="369" y="371"/>
                  </a:lnTo>
                  <a:lnTo>
                    <a:pt x="389" y="361"/>
                  </a:lnTo>
                  <a:lnTo>
                    <a:pt x="408" y="350"/>
                  </a:lnTo>
                  <a:lnTo>
                    <a:pt x="426" y="336"/>
                  </a:lnTo>
                  <a:lnTo>
                    <a:pt x="442" y="323"/>
                  </a:lnTo>
                  <a:lnTo>
                    <a:pt x="456" y="307"/>
                  </a:lnTo>
                  <a:lnTo>
                    <a:pt x="469" y="292"/>
                  </a:lnTo>
                  <a:lnTo>
                    <a:pt x="480" y="274"/>
                  </a:lnTo>
                  <a:lnTo>
                    <a:pt x="488" y="256"/>
                  </a:lnTo>
                  <a:lnTo>
                    <a:pt x="495" y="237"/>
                  </a:lnTo>
                  <a:lnTo>
                    <a:pt x="498" y="217"/>
                  </a:lnTo>
                  <a:lnTo>
                    <a:pt x="499" y="197"/>
                  </a:lnTo>
                  <a:lnTo>
                    <a:pt x="498" y="177"/>
                  </a:lnTo>
                  <a:lnTo>
                    <a:pt x="495" y="158"/>
                  </a:lnTo>
                  <a:lnTo>
                    <a:pt x="488" y="139"/>
                  </a:lnTo>
                  <a:lnTo>
                    <a:pt x="480" y="121"/>
                  </a:lnTo>
                  <a:lnTo>
                    <a:pt x="469" y="103"/>
                  </a:lnTo>
                  <a:lnTo>
                    <a:pt x="456" y="87"/>
                  </a:lnTo>
                  <a:lnTo>
                    <a:pt x="442" y="72"/>
                  </a:lnTo>
                  <a:lnTo>
                    <a:pt x="426" y="58"/>
                  </a:lnTo>
                  <a:lnTo>
                    <a:pt x="408" y="45"/>
                  </a:lnTo>
                  <a:lnTo>
                    <a:pt x="389" y="33"/>
                  </a:lnTo>
                  <a:lnTo>
                    <a:pt x="369" y="23"/>
                  </a:lnTo>
                  <a:lnTo>
                    <a:pt x="347" y="15"/>
                  </a:lnTo>
                  <a:lnTo>
                    <a:pt x="324" y="9"/>
                  </a:lnTo>
                  <a:lnTo>
                    <a:pt x="300" y="4"/>
                  </a:lnTo>
                  <a:lnTo>
                    <a:pt x="275" y="1"/>
                  </a:lnTo>
                  <a:lnTo>
                    <a:pt x="250" y="0"/>
                  </a:lnTo>
                  <a:lnTo>
                    <a:pt x="224" y="1"/>
                  </a:lnTo>
                  <a:lnTo>
                    <a:pt x="199" y="4"/>
                  </a:lnTo>
                  <a:lnTo>
                    <a:pt x="175" y="9"/>
                  </a:lnTo>
                  <a:lnTo>
                    <a:pt x="152" y="15"/>
                  </a:lnTo>
                  <a:lnTo>
                    <a:pt x="130" y="23"/>
                  </a:lnTo>
                  <a:lnTo>
                    <a:pt x="110" y="33"/>
                  </a:lnTo>
                  <a:lnTo>
                    <a:pt x="91" y="45"/>
                  </a:lnTo>
                  <a:lnTo>
                    <a:pt x="73" y="58"/>
                  </a:lnTo>
                  <a:lnTo>
                    <a:pt x="57" y="72"/>
                  </a:lnTo>
                  <a:lnTo>
                    <a:pt x="43" y="87"/>
                  </a:lnTo>
                  <a:lnTo>
                    <a:pt x="30" y="103"/>
                  </a:lnTo>
                  <a:lnTo>
                    <a:pt x="19" y="121"/>
                  </a:lnTo>
                  <a:lnTo>
                    <a:pt x="11" y="139"/>
                  </a:lnTo>
                  <a:lnTo>
                    <a:pt x="5" y="158"/>
                  </a:lnTo>
                  <a:lnTo>
                    <a:pt x="1" y="177"/>
                  </a:lnTo>
                  <a:lnTo>
                    <a:pt x="0" y="197"/>
                  </a:lnTo>
                  <a:lnTo>
                    <a:pt x="1" y="217"/>
                  </a:lnTo>
                  <a:lnTo>
                    <a:pt x="5" y="237"/>
                  </a:lnTo>
                  <a:lnTo>
                    <a:pt x="11" y="256"/>
                  </a:lnTo>
                  <a:lnTo>
                    <a:pt x="19" y="274"/>
                  </a:lnTo>
                  <a:lnTo>
                    <a:pt x="30" y="292"/>
                  </a:lnTo>
                  <a:lnTo>
                    <a:pt x="43" y="307"/>
                  </a:lnTo>
                  <a:lnTo>
                    <a:pt x="57" y="323"/>
                  </a:lnTo>
                  <a:lnTo>
                    <a:pt x="73" y="336"/>
                  </a:lnTo>
                  <a:lnTo>
                    <a:pt x="91" y="350"/>
                  </a:lnTo>
                  <a:lnTo>
                    <a:pt x="110" y="361"/>
                  </a:lnTo>
                  <a:lnTo>
                    <a:pt x="130" y="371"/>
                  </a:lnTo>
                  <a:lnTo>
                    <a:pt x="152" y="379"/>
                  </a:lnTo>
                  <a:lnTo>
                    <a:pt x="175" y="386"/>
                  </a:lnTo>
                  <a:lnTo>
                    <a:pt x="199" y="390"/>
                  </a:lnTo>
                  <a:lnTo>
                    <a:pt x="224" y="394"/>
                  </a:lnTo>
                  <a:lnTo>
                    <a:pt x="250" y="395"/>
                  </a:lnTo>
                  <a:close/>
                </a:path>
              </a:pathLst>
            </a:custGeom>
            <a:solidFill>
              <a:srgbClr val="EAF2EA"/>
            </a:solidFill>
            <a:ln w="9525">
              <a:noFill/>
              <a:round/>
              <a:headEnd/>
              <a:tailEnd/>
            </a:ln>
          </p:spPr>
          <p:txBody>
            <a:bodyPr/>
            <a:lstStyle/>
            <a:p>
              <a:endParaRPr lang="de-DE"/>
            </a:p>
          </p:txBody>
        </p:sp>
        <p:sp>
          <p:nvSpPr>
            <p:cNvPr id="35" name="Freeform 26"/>
            <p:cNvSpPr>
              <a:spLocks/>
            </p:cNvSpPr>
            <p:nvPr/>
          </p:nvSpPr>
          <p:spPr bwMode="auto">
            <a:xfrm>
              <a:off x="3812" y="2331"/>
              <a:ext cx="164" cy="129"/>
            </a:xfrm>
            <a:custGeom>
              <a:avLst/>
              <a:gdLst>
                <a:gd name="T0" fmla="*/ 269 w 490"/>
                <a:gd name="T1" fmla="*/ 386 h 387"/>
                <a:gd name="T2" fmla="*/ 318 w 490"/>
                <a:gd name="T3" fmla="*/ 379 h 387"/>
                <a:gd name="T4" fmla="*/ 362 w 490"/>
                <a:gd name="T5" fmla="*/ 364 h 387"/>
                <a:gd name="T6" fmla="*/ 401 w 490"/>
                <a:gd name="T7" fmla="*/ 343 h 387"/>
                <a:gd name="T8" fmla="*/ 433 w 490"/>
                <a:gd name="T9" fmla="*/ 317 h 387"/>
                <a:gd name="T10" fmla="*/ 460 w 490"/>
                <a:gd name="T11" fmla="*/ 285 h 387"/>
                <a:gd name="T12" fmla="*/ 478 w 490"/>
                <a:gd name="T13" fmla="*/ 251 h 387"/>
                <a:gd name="T14" fmla="*/ 489 w 490"/>
                <a:gd name="T15" fmla="*/ 213 h 387"/>
                <a:gd name="T16" fmla="*/ 489 w 490"/>
                <a:gd name="T17" fmla="*/ 173 h 387"/>
                <a:gd name="T18" fmla="*/ 478 w 490"/>
                <a:gd name="T19" fmla="*/ 136 h 387"/>
                <a:gd name="T20" fmla="*/ 460 w 490"/>
                <a:gd name="T21" fmla="*/ 101 h 387"/>
                <a:gd name="T22" fmla="*/ 433 w 490"/>
                <a:gd name="T23" fmla="*/ 71 h 387"/>
                <a:gd name="T24" fmla="*/ 401 w 490"/>
                <a:gd name="T25" fmla="*/ 44 h 387"/>
                <a:gd name="T26" fmla="*/ 362 w 490"/>
                <a:gd name="T27" fmla="*/ 24 h 387"/>
                <a:gd name="T28" fmla="*/ 318 w 490"/>
                <a:gd name="T29" fmla="*/ 9 h 387"/>
                <a:gd name="T30" fmla="*/ 269 w 490"/>
                <a:gd name="T31" fmla="*/ 1 h 387"/>
                <a:gd name="T32" fmla="*/ 220 w 490"/>
                <a:gd name="T33" fmla="*/ 1 h 387"/>
                <a:gd name="T34" fmla="*/ 172 w 490"/>
                <a:gd name="T35" fmla="*/ 9 h 387"/>
                <a:gd name="T36" fmla="*/ 128 w 490"/>
                <a:gd name="T37" fmla="*/ 24 h 387"/>
                <a:gd name="T38" fmla="*/ 88 w 490"/>
                <a:gd name="T39" fmla="*/ 44 h 387"/>
                <a:gd name="T40" fmla="*/ 56 w 490"/>
                <a:gd name="T41" fmla="*/ 71 h 387"/>
                <a:gd name="T42" fmla="*/ 29 w 490"/>
                <a:gd name="T43" fmla="*/ 101 h 387"/>
                <a:gd name="T44" fmla="*/ 11 w 490"/>
                <a:gd name="T45" fmla="*/ 136 h 387"/>
                <a:gd name="T46" fmla="*/ 1 w 490"/>
                <a:gd name="T47" fmla="*/ 173 h 387"/>
                <a:gd name="T48" fmla="*/ 1 w 490"/>
                <a:gd name="T49" fmla="*/ 213 h 387"/>
                <a:gd name="T50" fmla="*/ 11 w 490"/>
                <a:gd name="T51" fmla="*/ 251 h 387"/>
                <a:gd name="T52" fmla="*/ 29 w 490"/>
                <a:gd name="T53" fmla="*/ 285 h 387"/>
                <a:gd name="T54" fmla="*/ 56 w 490"/>
                <a:gd name="T55" fmla="*/ 317 h 387"/>
                <a:gd name="T56" fmla="*/ 88 w 490"/>
                <a:gd name="T57" fmla="*/ 343 h 387"/>
                <a:gd name="T58" fmla="*/ 128 w 490"/>
                <a:gd name="T59" fmla="*/ 364 h 387"/>
                <a:gd name="T60" fmla="*/ 172 w 490"/>
                <a:gd name="T61" fmla="*/ 379 h 387"/>
                <a:gd name="T62" fmla="*/ 220 w 490"/>
                <a:gd name="T63" fmla="*/ 386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0"/>
                <a:gd name="T97" fmla="*/ 0 h 387"/>
                <a:gd name="T98" fmla="*/ 490 w 490"/>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0" h="387">
                  <a:moveTo>
                    <a:pt x="245" y="387"/>
                  </a:moveTo>
                  <a:lnTo>
                    <a:pt x="269" y="386"/>
                  </a:lnTo>
                  <a:lnTo>
                    <a:pt x="294" y="383"/>
                  </a:lnTo>
                  <a:lnTo>
                    <a:pt x="318" y="379"/>
                  </a:lnTo>
                  <a:lnTo>
                    <a:pt x="340" y="372"/>
                  </a:lnTo>
                  <a:lnTo>
                    <a:pt x="362" y="364"/>
                  </a:lnTo>
                  <a:lnTo>
                    <a:pt x="382" y="354"/>
                  </a:lnTo>
                  <a:lnTo>
                    <a:pt x="401" y="343"/>
                  </a:lnTo>
                  <a:lnTo>
                    <a:pt x="418" y="330"/>
                  </a:lnTo>
                  <a:lnTo>
                    <a:pt x="433" y="317"/>
                  </a:lnTo>
                  <a:lnTo>
                    <a:pt x="448" y="301"/>
                  </a:lnTo>
                  <a:lnTo>
                    <a:pt x="460" y="285"/>
                  </a:lnTo>
                  <a:lnTo>
                    <a:pt x="471" y="268"/>
                  </a:lnTo>
                  <a:lnTo>
                    <a:pt x="478" y="251"/>
                  </a:lnTo>
                  <a:lnTo>
                    <a:pt x="485" y="233"/>
                  </a:lnTo>
                  <a:lnTo>
                    <a:pt x="489" y="213"/>
                  </a:lnTo>
                  <a:lnTo>
                    <a:pt x="490" y="193"/>
                  </a:lnTo>
                  <a:lnTo>
                    <a:pt x="489" y="173"/>
                  </a:lnTo>
                  <a:lnTo>
                    <a:pt x="485" y="154"/>
                  </a:lnTo>
                  <a:lnTo>
                    <a:pt x="478" y="136"/>
                  </a:lnTo>
                  <a:lnTo>
                    <a:pt x="471" y="118"/>
                  </a:lnTo>
                  <a:lnTo>
                    <a:pt x="460" y="101"/>
                  </a:lnTo>
                  <a:lnTo>
                    <a:pt x="448" y="85"/>
                  </a:lnTo>
                  <a:lnTo>
                    <a:pt x="433" y="71"/>
                  </a:lnTo>
                  <a:lnTo>
                    <a:pt x="418" y="56"/>
                  </a:lnTo>
                  <a:lnTo>
                    <a:pt x="401" y="44"/>
                  </a:lnTo>
                  <a:lnTo>
                    <a:pt x="382" y="33"/>
                  </a:lnTo>
                  <a:lnTo>
                    <a:pt x="362" y="24"/>
                  </a:lnTo>
                  <a:lnTo>
                    <a:pt x="340" y="16"/>
                  </a:lnTo>
                  <a:lnTo>
                    <a:pt x="318" y="9"/>
                  </a:lnTo>
                  <a:lnTo>
                    <a:pt x="294" y="4"/>
                  </a:lnTo>
                  <a:lnTo>
                    <a:pt x="269" y="1"/>
                  </a:lnTo>
                  <a:lnTo>
                    <a:pt x="245" y="0"/>
                  </a:lnTo>
                  <a:lnTo>
                    <a:pt x="220" y="1"/>
                  </a:lnTo>
                  <a:lnTo>
                    <a:pt x="195" y="4"/>
                  </a:lnTo>
                  <a:lnTo>
                    <a:pt x="172" y="9"/>
                  </a:lnTo>
                  <a:lnTo>
                    <a:pt x="149" y="16"/>
                  </a:lnTo>
                  <a:lnTo>
                    <a:pt x="128" y="24"/>
                  </a:lnTo>
                  <a:lnTo>
                    <a:pt x="107" y="33"/>
                  </a:lnTo>
                  <a:lnTo>
                    <a:pt x="88" y="44"/>
                  </a:lnTo>
                  <a:lnTo>
                    <a:pt x="71" y="56"/>
                  </a:lnTo>
                  <a:lnTo>
                    <a:pt x="56" y="71"/>
                  </a:lnTo>
                  <a:lnTo>
                    <a:pt x="41" y="85"/>
                  </a:lnTo>
                  <a:lnTo>
                    <a:pt x="29" y="101"/>
                  </a:lnTo>
                  <a:lnTo>
                    <a:pt x="19" y="118"/>
                  </a:lnTo>
                  <a:lnTo>
                    <a:pt x="11" y="136"/>
                  </a:lnTo>
                  <a:lnTo>
                    <a:pt x="4" y="154"/>
                  </a:lnTo>
                  <a:lnTo>
                    <a:pt x="1" y="173"/>
                  </a:lnTo>
                  <a:lnTo>
                    <a:pt x="0" y="193"/>
                  </a:lnTo>
                  <a:lnTo>
                    <a:pt x="1" y="213"/>
                  </a:lnTo>
                  <a:lnTo>
                    <a:pt x="4" y="233"/>
                  </a:lnTo>
                  <a:lnTo>
                    <a:pt x="11" y="251"/>
                  </a:lnTo>
                  <a:lnTo>
                    <a:pt x="19" y="268"/>
                  </a:lnTo>
                  <a:lnTo>
                    <a:pt x="29" y="285"/>
                  </a:lnTo>
                  <a:lnTo>
                    <a:pt x="41" y="301"/>
                  </a:lnTo>
                  <a:lnTo>
                    <a:pt x="56" y="317"/>
                  </a:lnTo>
                  <a:lnTo>
                    <a:pt x="71" y="330"/>
                  </a:lnTo>
                  <a:lnTo>
                    <a:pt x="88" y="343"/>
                  </a:lnTo>
                  <a:lnTo>
                    <a:pt x="107" y="354"/>
                  </a:lnTo>
                  <a:lnTo>
                    <a:pt x="128" y="364"/>
                  </a:lnTo>
                  <a:lnTo>
                    <a:pt x="149" y="372"/>
                  </a:lnTo>
                  <a:lnTo>
                    <a:pt x="172" y="379"/>
                  </a:lnTo>
                  <a:lnTo>
                    <a:pt x="195" y="383"/>
                  </a:lnTo>
                  <a:lnTo>
                    <a:pt x="220" y="386"/>
                  </a:lnTo>
                  <a:lnTo>
                    <a:pt x="245" y="387"/>
                  </a:lnTo>
                  <a:close/>
                </a:path>
              </a:pathLst>
            </a:custGeom>
            <a:solidFill>
              <a:srgbClr val="EFF7EF"/>
            </a:solidFill>
            <a:ln w="9525">
              <a:noFill/>
              <a:round/>
              <a:headEnd/>
              <a:tailEnd/>
            </a:ln>
          </p:spPr>
          <p:txBody>
            <a:bodyPr/>
            <a:lstStyle/>
            <a:p>
              <a:endParaRPr lang="de-DE"/>
            </a:p>
          </p:txBody>
        </p:sp>
        <p:sp>
          <p:nvSpPr>
            <p:cNvPr id="36" name="Freeform 27"/>
            <p:cNvSpPr>
              <a:spLocks/>
            </p:cNvSpPr>
            <p:nvPr/>
          </p:nvSpPr>
          <p:spPr bwMode="auto">
            <a:xfrm>
              <a:off x="3814" y="2332"/>
              <a:ext cx="160" cy="126"/>
            </a:xfrm>
            <a:custGeom>
              <a:avLst/>
              <a:gdLst>
                <a:gd name="T0" fmla="*/ 265 w 480"/>
                <a:gd name="T1" fmla="*/ 378 h 379"/>
                <a:gd name="T2" fmla="*/ 311 w 480"/>
                <a:gd name="T3" fmla="*/ 370 h 379"/>
                <a:gd name="T4" fmla="*/ 355 w 480"/>
                <a:gd name="T5" fmla="*/ 357 h 379"/>
                <a:gd name="T6" fmla="*/ 393 w 480"/>
                <a:gd name="T7" fmla="*/ 335 h 379"/>
                <a:gd name="T8" fmla="*/ 425 w 480"/>
                <a:gd name="T9" fmla="*/ 309 h 379"/>
                <a:gd name="T10" fmla="*/ 451 w 480"/>
                <a:gd name="T11" fmla="*/ 279 h 379"/>
                <a:gd name="T12" fmla="*/ 469 w 480"/>
                <a:gd name="T13" fmla="*/ 245 h 379"/>
                <a:gd name="T14" fmla="*/ 479 w 480"/>
                <a:gd name="T15" fmla="*/ 208 h 379"/>
                <a:gd name="T16" fmla="*/ 479 w 480"/>
                <a:gd name="T17" fmla="*/ 170 h 379"/>
                <a:gd name="T18" fmla="*/ 469 w 480"/>
                <a:gd name="T19" fmla="*/ 133 h 379"/>
                <a:gd name="T20" fmla="*/ 451 w 480"/>
                <a:gd name="T21" fmla="*/ 99 h 379"/>
                <a:gd name="T22" fmla="*/ 425 w 480"/>
                <a:gd name="T23" fmla="*/ 69 h 379"/>
                <a:gd name="T24" fmla="*/ 393 w 480"/>
                <a:gd name="T25" fmla="*/ 43 h 379"/>
                <a:gd name="T26" fmla="*/ 355 w 480"/>
                <a:gd name="T27" fmla="*/ 22 h 379"/>
                <a:gd name="T28" fmla="*/ 311 w 480"/>
                <a:gd name="T29" fmla="*/ 8 h 379"/>
                <a:gd name="T30" fmla="*/ 265 w 480"/>
                <a:gd name="T31" fmla="*/ 1 h 379"/>
                <a:gd name="T32" fmla="*/ 216 w 480"/>
                <a:gd name="T33" fmla="*/ 1 h 379"/>
                <a:gd name="T34" fmla="*/ 169 w 480"/>
                <a:gd name="T35" fmla="*/ 8 h 379"/>
                <a:gd name="T36" fmla="*/ 126 w 480"/>
                <a:gd name="T37" fmla="*/ 22 h 379"/>
                <a:gd name="T38" fmla="*/ 88 w 480"/>
                <a:gd name="T39" fmla="*/ 43 h 379"/>
                <a:gd name="T40" fmla="*/ 55 w 480"/>
                <a:gd name="T41" fmla="*/ 69 h 379"/>
                <a:gd name="T42" fmla="*/ 29 w 480"/>
                <a:gd name="T43" fmla="*/ 99 h 379"/>
                <a:gd name="T44" fmla="*/ 11 w 480"/>
                <a:gd name="T45" fmla="*/ 133 h 379"/>
                <a:gd name="T46" fmla="*/ 1 w 480"/>
                <a:gd name="T47" fmla="*/ 170 h 379"/>
                <a:gd name="T48" fmla="*/ 1 w 480"/>
                <a:gd name="T49" fmla="*/ 208 h 379"/>
                <a:gd name="T50" fmla="*/ 11 w 480"/>
                <a:gd name="T51" fmla="*/ 245 h 379"/>
                <a:gd name="T52" fmla="*/ 29 w 480"/>
                <a:gd name="T53" fmla="*/ 279 h 379"/>
                <a:gd name="T54" fmla="*/ 55 w 480"/>
                <a:gd name="T55" fmla="*/ 309 h 379"/>
                <a:gd name="T56" fmla="*/ 88 w 480"/>
                <a:gd name="T57" fmla="*/ 335 h 379"/>
                <a:gd name="T58" fmla="*/ 126 w 480"/>
                <a:gd name="T59" fmla="*/ 357 h 379"/>
                <a:gd name="T60" fmla="*/ 169 w 480"/>
                <a:gd name="T61" fmla="*/ 370 h 379"/>
                <a:gd name="T62" fmla="*/ 216 w 480"/>
                <a:gd name="T63" fmla="*/ 378 h 3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0"/>
                <a:gd name="T97" fmla="*/ 0 h 379"/>
                <a:gd name="T98" fmla="*/ 480 w 480"/>
                <a:gd name="T99" fmla="*/ 379 h 37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0" h="379">
                  <a:moveTo>
                    <a:pt x="241" y="379"/>
                  </a:moveTo>
                  <a:lnTo>
                    <a:pt x="265" y="378"/>
                  </a:lnTo>
                  <a:lnTo>
                    <a:pt x="289" y="376"/>
                  </a:lnTo>
                  <a:lnTo>
                    <a:pt x="311" y="370"/>
                  </a:lnTo>
                  <a:lnTo>
                    <a:pt x="334" y="364"/>
                  </a:lnTo>
                  <a:lnTo>
                    <a:pt x="355" y="357"/>
                  </a:lnTo>
                  <a:lnTo>
                    <a:pt x="374" y="346"/>
                  </a:lnTo>
                  <a:lnTo>
                    <a:pt x="393" y="335"/>
                  </a:lnTo>
                  <a:lnTo>
                    <a:pt x="410" y="323"/>
                  </a:lnTo>
                  <a:lnTo>
                    <a:pt x="425" y="309"/>
                  </a:lnTo>
                  <a:lnTo>
                    <a:pt x="440" y="295"/>
                  </a:lnTo>
                  <a:lnTo>
                    <a:pt x="451" y="279"/>
                  </a:lnTo>
                  <a:lnTo>
                    <a:pt x="461" y="263"/>
                  </a:lnTo>
                  <a:lnTo>
                    <a:pt x="469" y="245"/>
                  </a:lnTo>
                  <a:lnTo>
                    <a:pt x="476" y="227"/>
                  </a:lnTo>
                  <a:lnTo>
                    <a:pt x="479" y="208"/>
                  </a:lnTo>
                  <a:lnTo>
                    <a:pt x="480" y="189"/>
                  </a:lnTo>
                  <a:lnTo>
                    <a:pt x="479" y="170"/>
                  </a:lnTo>
                  <a:lnTo>
                    <a:pt x="476" y="151"/>
                  </a:lnTo>
                  <a:lnTo>
                    <a:pt x="469" y="133"/>
                  </a:lnTo>
                  <a:lnTo>
                    <a:pt x="461" y="115"/>
                  </a:lnTo>
                  <a:lnTo>
                    <a:pt x="451" y="99"/>
                  </a:lnTo>
                  <a:lnTo>
                    <a:pt x="440" y="84"/>
                  </a:lnTo>
                  <a:lnTo>
                    <a:pt x="425" y="69"/>
                  </a:lnTo>
                  <a:lnTo>
                    <a:pt x="410" y="56"/>
                  </a:lnTo>
                  <a:lnTo>
                    <a:pt x="393" y="43"/>
                  </a:lnTo>
                  <a:lnTo>
                    <a:pt x="374" y="32"/>
                  </a:lnTo>
                  <a:lnTo>
                    <a:pt x="355" y="22"/>
                  </a:lnTo>
                  <a:lnTo>
                    <a:pt x="334" y="14"/>
                  </a:lnTo>
                  <a:lnTo>
                    <a:pt x="311" y="8"/>
                  </a:lnTo>
                  <a:lnTo>
                    <a:pt x="289" y="3"/>
                  </a:lnTo>
                  <a:lnTo>
                    <a:pt x="265" y="1"/>
                  </a:lnTo>
                  <a:lnTo>
                    <a:pt x="241" y="0"/>
                  </a:lnTo>
                  <a:lnTo>
                    <a:pt x="216" y="1"/>
                  </a:lnTo>
                  <a:lnTo>
                    <a:pt x="192" y="3"/>
                  </a:lnTo>
                  <a:lnTo>
                    <a:pt x="169" y="8"/>
                  </a:lnTo>
                  <a:lnTo>
                    <a:pt x="147" y="14"/>
                  </a:lnTo>
                  <a:lnTo>
                    <a:pt x="126" y="22"/>
                  </a:lnTo>
                  <a:lnTo>
                    <a:pt x="106" y="32"/>
                  </a:lnTo>
                  <a:lnTo>
                    <a:pt x="88" y="43"/>
                  </a:lnTo>
                  <a:lnTo>
                    <a:pt x="71" y="56"/>
                  </a:lnTo>
                  <a:lnTo>
                    <a:pt x="55" y="69"/>
                  </a:lnTo>
                  <a:lnTo>
                    <a:pt x="42" y="84"/>
                  </a:lnTo>
                  <a:lnTo>
                    <a:pt x="29" y="99"/>
                  </a:lnTo>
                  <a:lnTo>
                    <a:pt x="19" y="115"/>
                  </a:lnTo>
                  <a:lnTo>
                    <a:pt x="11" y="133"/>
                  </a:lnTo>
                  <a:lnTo>
                    <a:pt x="5" y="151"/>
                  </a:lnTo>
                  <a:lnTo>
                    <a:pt x="1" y="170"/>
                  </a:lnTo>
                  <a:lnTo>
                    <a:pt x="0" y="189"/>
                  </a:lnTo>
                  <a:lnTo>
                    <a:pt x="1" y="208"/>
                  </a:lnTo>
                  <a:lnTo>
                    <a:pt x="5" y="227"/>
                  </a:lnTo>
                  <a:lnTo>
                    <a:pt x="11" y="245"/>
                  </a:lnTo>
                  <a:lnTo>
                    <a:pt x="19" y="263"/>
                  </a:lnTo>
                  <a:lnTo>
                    <a:pt x="29" y="279"/>
                  </a:lnTo>
                  <a:lnTo>
                    <a:pt x="42" y="295"/>
                  </a:lnTo>
                  <a:lnTo>
                    <a:pt x="55" y="309"/>
                  </a:lnTo>
                  <a:lnTo>
                    <a:pt x="71" y="323"/>
                  </a:lnTo>
                  <a:lnTo>
                    <a:pt x="88" y="335"/>
                  </a:lnTo>
                  <a:lnTo>
                    <a:pt x="106" y="346"/>
                  </a:lnTo>
                  <a:lnTo>
                    <a:pt x="126" y="357"/>
                  </a:lnTo>
                  <a:lnTo>
                    <a:pt x="147" y="364"/>
                  </a:lnTo>
                  <a:lnTo>
                    <a:pt x="169" y="370"/>
                  </a:lnTo>
                  <a:lnTo>
                    <a:pt x="192" y="376"/>
                  </a:lnTo>
                  <a:lnTo>
                    <a:pt x="216" y="378"/>
                  </a:lnTo>
                  <a:lnTo>
                    <a:pt x="241" y="379"/>
                  </a:lnTo>
                  <a:close/>
                </a:path>
              </a:pathLst>
            </a:custGeom>
            <a:solidFill>
              <a:srgbClr val="F9FCF9"/>
            </a:solidFill>
            <a:ln w="9525">
              <a:noFill/>
              <a:round/>
              <a:headEnd/>
              <a:tailEnd/>
            </a:ln>
          </p:spPr>
          <p:txBody>
            <a:bodyPr/>
            <a:lstStyle/>
            <a:p>
              <a:endParaRPr lang="de-DE"/>
            </a:p>
          </p:txBody>
        </p:sp>
        <p:sp>
          <p:nvSpPr>
            <p:cNvPr id="37" name="Freeform 28"/>
            <p:cNvSpPr>
              <a:spLocks/>
            </p:cNvSpPr>
            <p:nvPr/>
          </p:nvSpPr>
          <p:spPr bwMode="auto">
            <a:xfrm>
              <a:off x="3816" y="2333"/>
              <a:ext cx="156" cy="124"/>
            </a:xfrm>
            <a:custGeom>
              <a:avLst/>
              <a:gdLst>
                <a:gd name="T0" fmla="*/ 258 w 470"/>
                <a:gd name="T1" fmla="*/ 369 h 371"/>
                <a:gd name="T2" fmla="*/ 304 w 470"/>
                <a:gd name="T3" fmla="*/ 363 h 371"/>
                <a:gd name="T4" fmla="*/ 346 w 470"/>
                <a:gd name="T5" fmla="*/ 348 h 371"/>
                <a:gd name="T6" fmla="*/ 384 w 470"/>
                <a:gd name="T7" fmla="*/ 328 h 371"/>
                <a:gd name="T8" fmla="*/ 416 w 470"/>
                <a:gd name="T9" fmla="*/ 303 h 371"/>
                <a:gd name="T10" fmla="*/ 441 w 470"/>
                <a:gd name="T11" fmla="*/ 274 h 371"/>
                <a:gd name="T12" fmla="*/ 459 w 470"/>
                <a:gd name="T13" fmla="*/ 240 h 371"/>
                <a:gd name="T14" fmla="*/ 468 w 470"/>
                <a:gd name="T15" fmla="*/ 204 h 371"/>
                <a:gd name="T16" fmla="*/ 468 w 470"/>
                <a:gd name="T17" fmla="*/ 166 h 371"/>
                <a:gd name="T18" fmla="*/ 459 w 470"/>
                <a:gd name="T19" fmla="*/ 130 h 371"/>
                <a:gd name="T20" fmla="*/ 441 w 470"/>
                <a:gd name="T21" fmla="*/ 97 h 371"/>
                <a:gd name="T22" fmla="*/ 416 w 470"/>
                <a:gd name="T23" fmla="*/ 67 h 371"/>
                <a:gd name="T24" fmla="*/ 384 w 470"/>
                <a:gd name="T25" fmla="*/ 43 h 371"/>
                <a:gd name="T26" fmla="*/ 346 w 470"/>
                <a:gd name="T27" fmla="*/ 22 h 371"/>
                <a:gd name="T28" fmla="*/ 304 w 470"/>
                <a:gd name="T29" fmla="*/ 8 h 371"/>
                <a:gd name="T30" fmla="*/ 258 w 470"/>
                <a:gd name="T31" fmla="*/ 1 h 371"/>
                <a:gd name="T32" fmla="*/ 211 w 470"/>
                <a:gd name="T33" fmla="*/ 1 h 371"/>
                <a:gd name="T34" fmla="*/ 165 w 470"/>
                <a:gd name="T35" fmla="*/ 8 h 371"/>
                <a:gd name="T36" fmla="*/ 122 w 470"/>
                <a:gd name="T37" fmla="*/ 22 h 371"/>
                <a:gd name="T38" fmla="*/ 85 w 470"/>
                <a:gd name="T39" fmla="*/ 43 h 371"/>
                <a:gd name="T40" fmla="*/ 54 w 470"/>
                <a:gd name="T41" fmla="*/ 67 h 371"/>
                <a:gd name="T42" fmla="*/ 28 w 470"/>
                <a:gd name="T43" fmla="*/ 97 h 371"/>
                <a:gd name="T44" fmla="*/ 10 w 470"/>
                <a:gd name="T45" fmla="*/ 130 h 371"/>
                <a:gd name="T46" fmla="*/ 1 w 470"/>
                <a:gd name="T47" fmla="*/ 166 h 371"/>
                <a:gd name="T48" fmla="*/ 1 w 470"/>
                <a:gd name="T49" fmla="*/ 204 h 371"/>
                <a:gd name="T50" fmla="*/ 10 w 470"/>
                <a:gd name="T51" fmla="*/ 240 h 371"/>
                <a:gd name="T52" fmla="*/ 28 w 470"/>
                <a:gd name="T53" fmla="*/ 274 h 371"/>
                <a:gd name="T54" fmla="*/ 54 w 470"/>
                <a:gd name="T55" fmla="*/ 303 h 371"/>
                <a:gd name="T56" fmla="*/ 85 w 470"/>
                <a:gd name="T57" fmla="*/ 328 h 371"/>
                <a:gd name="T58" fmla="*/ 122 w 470"/>
                <a:gd name="T59" fmla="*/ 348 h 371"/>
                <a:gd name="T60" fmla="*/ 165 w 470"/>
                <a:gd name="T61" fmla="*/ 363 h 371"/>
                <a:gd name="T62" fmla="*/ 211 w 470"/>
                <a:gd name="T63" fmla="*/ 369 h 3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70"/>
                <a:gd name="T97" fmla="*/ 0 h 371"/>
                <a:gd name="T98" fmla="*/ 470 w 470"/>
                <a:gd name="T99" fmla="*/ 371 h 3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70" h="371">
                  <a:moveTo>
                    <a:pt x="235" y="371"/>
                  </a:moveTo>
                  <a:lnTo>
                    <a:pt x="258" y="369"/>
                  </a:lnTo>
                  <a:lnTo>
                    <a:pt x="282" y="367"/>
                  </a:lnTo>
                  <a:lnTo>
                    <a:pt x="304" y="363"/>
                  </a:lnTo>
                  <a:lnTo>
                    <a:pt x="326" y="356"/>
                  </a:lnTo>
                  <a:lnTo>
                    <a:pt x="346" y="348"/>
                  </a:lnTo>
                  <a:lnTo>
                    <a:pt x="366" y="339"/>
                  </a:lnTo>
                  <a:lnTo>
                    <a:pt x="384" y="328"/>
                  </a:lnTo>
                  <a:lnTo>
                    <a:pt x="401" y="317"/>
                  </a:lnTo>
                  <a:lnTo>
                    <a:pt x="416" y="303"/>
                  </a:lnTo>
                  <a:lnTo>
                    <a:pt x="429" y="289"/>
                  </a:lnTo>
                  <a:lnTo>
                    <a:pt x="441" y="274"/>
                  </a:lnTo>
                  <a:lnTo>
                    <a:pt x="452" y="257"/>
                  </a:lnTo>
                  <a:lnTo>
                    <a:pt x="459" y="240"/>
                  </a:lnTo>
                  <a:lnTo>
                    <a:pt x="465" y="222"/>
                  </a:lnTo>
                  <a:lnTo>
                    <a:pt x="468" y="204"/>
                  </a:lnTo>
                  <a:lnTo>
                    <a:pt x="470" y="185"/>
                  </a:lnTo>
                  <a:lnTo>
                    <a:pt x="468" y="166"/>
                  </a:lnTo>
                  <a:lnTo>
                    <a:pt x="465" y="148"/>
                  </a:lnTo>
                  <a:lnTo>
                    <a:pt x="459" y="130"/>
                  </a:lnTo>
                  <a:lnTo>
                    <a:pt x="452" y="113"/>
                  </a:lnTo>
                  <a:lnTo>
                    <a:pt x="441" y="97"/>
                  </a:lnTo>
                  <a:lnTo>
                    <a:pt x="429" y="82"/>
                  </a:lnTo>
                  <a:lnTo>
                    <a:pt x="416" y="67"/>
                  </a:lnTo>
                  <a:lnTo>
                    <a:pt x="401" y="54"/>
                  </a:lnTo>
                  <a:lnTo>
                    <a:pt x="384" y="43"/>
                  </a:lnTo>
                  <a:lnTo>
                    <a:pt x="366" y="31"/>
                  </a:lnTo>
                  <a:lnTo>
                    <a:pt x="346" y="22"/>
                  </a:lnTo>
                  <a:lnTo>
                    <a:pt x="326" y="15"/>
                  </a:lnTo>
                  <a:lnTo>
                    <a:pt x="304" y="8"/>
                  </a:lnTo>
                  <a:lnTo>
                    <a:pt x="282" y="3"/>
                  </a:lnTo>
                  <a:lnTo>
                    <a:pt x="258" y="1"/>
                  </a:lnTo>
                  <a:lnTo>
                    <a:pt x="235" y="0"/>
                  </a:lnTo>
                  <a:lnTo>
                    <a:pt x="211" y="1"/>
                  </a:lnTo>
                  <a:lnTo>
                    <a:pt x="187" y="3"/>
                  </a:lnTo>
                  <a:lnTo>
                    <a:pt x="165" y="8"/>
                  </a:lnTo>
                  <a:lnTo>
                    <a:pt x="142" y="15"/>
                  </a:lnTo>
                  <a:lnTo>
                    <a:pt x="122" y="22"/>
                  </a:lnTo>
                  <a:lnTo>
                    <a:pt x="103" y="31"/>
                  </a:lnTo>
                  <a:lnTo>
                    <a:pt x="85" y="43"/>
                  </a:lnTo>
                  <a:lnTo>
                    <a:pt x="68" y="54"/>
                  </a:lnTo>
                  <a:lnTo>
                    <a:pt x="54" y="67"/>
                  </a:lnTo>
                  <a:lnTo>
                    <a:pt x="40" y="82"/>
                  </a:lnTo>
                  <a:lnTo>
                    <a:pt x="28" y="97"/>
                  </a:lnTo>
                  <a:lnTo>
                    <a:pt x="18" y="113"/>
                  </a:lnTo>
                  <a:lnTo>
                    <a:pt x="10" y="130"/>
                  </a:lnTo>
                  <a:lnTo>
                    <a:pt x="4" y="148"/>
                  </a:lnTo>
                  <a:lnTo>
                    <a:pt x="1" y="166"/>
                  </a:lnTo>
                  <a:lnTo>
                    <a:pt x="0" y="185"/>
                  </a:lnTo>
                  <a:lnTo>
                    <a:pt x="1" y="204"/>
                  </a:lnTo>
                  <a:lnTo>
                    <a:pt x="4" y="222"/>
                  </a:lnTo>
                  <a:lnTo>
                    <a:pt x="10" y="240"/>
                  </a:lnTo>
                  <a:lnTo>
                    <a:pt x="18" y="257"/>
                  </a:lnTo>
                  <a:lnTo>
                    <a:pt x="28" y="274"/>
                  </a:lnTo>
                  <a:lnTo>
                    <a:pt x="40" y="289"/>
                  </a:lnTo>
                  <a:lnTo>
                    <a:pt x="54" y="303"/>
                  </a:lnTo>
                  <a:lnTo>
                    <a:pt x="68" y="317"/>
                  </a:lnTo>
                  <a:lnTo>
                    <a:pt x="85" y="328"/>
                  </a:lnTo>
                  <a:lnTo>
                    <a:pt x="103" y="339"/>
                  </a:lnTo>
                  <a:lnTo>
                    <a:pt x="122" y="348"/>
                  </a:lnTo>
                  <a:lnTo>
                    <a:pt x="142" y="356"/>
                  </a:lnTo>
                  <a:lnTo>
                    <a:pt x="165" y="363"/>
                  </a:lnTo>
                  <a:lnTo>
                    <a:pt x="187" y="367"/>
                  </a:lnTo>
                  <a:lnTo>
                    <a:pt x="211" y="369"/>
                  </a:lnTo>
                  <a:lnTo>
                    <a:pt x="235" y="371"/>
                  </a:lnTo>
                  <a:close/>
                </a:path>
              </a:pathLst>
            </a:custGeom>
            <a:solidFill>
              <a:srgbClr val="FFFFFF"/>
            </a:solidFill>
            <a:ln w="9525">
              <a:noFill/>
              <a:round/>
              <a:headEnd/>
              <a:tailEnd/>
            </a:ln>
          </p:spPr>
          <p:txBody>
            <a:bodyPr/>
            <a:lstStyle/>
            <a:p>
              <a:endParaRPr lang="de-DE"/>
            </a:p>
          </p:txBody>
        </p:sp>
        <p:sp>
          <p:nvSpPr>
            <p:cNvPr id="38" name="Freeform 29"/>
            <p:cNvSpPr>
              <a:spLocks/>
            </p:cNvSpPr>
            <p:nvPr/>
          </p:nvSpPr>
          <p:spPr bwMode="auto">
            <a:xfrm>
              <a:off x="3861" y="2422"/>
              <a:ext cx="193" cy="153"/>
            </a:xfrm>
            <a:custGeom>
              <a:avLst/>
              <a:gdLst>
                <a:gd name="T0" fmla="*/ 319 w 579"/>
                <a:gd name="T1" fmla="*/ 458 h 459"/>
                <a:gd name="T2" fmla="*/ 376 w 579"/>
                <a:gd name="T3" fmla="*/ 449 h 459"/>
                <a:gd name="T4" fmla="*/ 428 w 579"/>
                <a:gd name="T5" fmla="*/ 431 h 459"/>
                <a:gd name="T6" fmla="*/ 474 w 579"/>
                <a:gd name="T7" fmla="*/ 407 h 459"/>
                <a:gd name="T8" fmla="*/ 514 w 579"/>
                <a:gd name="T9" fmla="*/ 375 h 459"/>
                <a:gd name="T10" fmla="*/ 544 w 579"/>
                <a:gd name="T11" fmla="*/ 339 h 459"/>
                <a:gd name="T12" fmla="*/ 566 w 579"/>
                <a:gd name="T13" fmla="*/ 298 h 459"/>
                <a:gd name="T14" fmla="*/ 578 w 579"/>
                <a:gd name="T15" fmla="*/ 253 h 459"/>
                <a:gd name="T16" fmla="*/ 578 w 579"/>
                <a:gd name="T17" fmla="*/ 206 h 459"/>
                <a:gd name="T18" fmla="*/ 566 w 579"/>
                <a:gd name="T19" fmla="*/ 162 h 459"/>
                <a:gd name="T20" fmla="*/ 544 w 579"/>
                <a:gd name="T21" fmla="*/ 120 h 459"/>
                <a:gd name="T22" fmla="*/ 514 w 579"/>
                <a:gd name="T23" fmla="*/ 84 h 459"/>
                <a:gd name="T24" fmla="*/ 474 w 579"/>
                <a:gd name="T25" fmla="*/ 53 h 459"/>
                <a:gd name="T26" fmla="*/ 428 w 579"/>
                <a:gd name="T27" fmla="*/ 28 h 459"/>
                <a:gd name="T28" fmla="*/ 376 w 579"/>
                <a:gd name="T29" fmla="*/ 10 h 459"/>
                <a:gd name="T30" fmla="*/ 319 w 579"/>
                <a:gd name="T31" fmla="*/ 1 h 459"/>
                <a:gd name="T32" fmla="*/ 261 w 579"/>
                <a:gd name="T33" fmla="*/ 1 h 459"/>
                <a:gd name="T34" fmla="*/ 203 w 579"/>
                <a:gd name="T35" fmla="*/ 10 h 459"/>
                <a:gd name="T36" fmla="*/ 152 w 579"/>
                <a:gd name="T37" fmla="*/ 28 h 459"/>
                <a:gd name="T38" fmla="*/ 105 w 579"/>
                <a:gd name="T39" fmla="*/ 53 h 459"/>
                <a:gd name="T40" fmla="*/ 66 w 579"/>
                <a:gd name="T41" fmla="*/ 84 h 459"/>
                <a:gd name="T42" fmla="*/ 35 w 579"/>
                <a:gd name="T43" fmla="*/ 120 h 459"/>
                <a:gd name="T44" fmla="*/ 13 w 579"/>
                <a:gd name="T45" fmla="*/ 162 h 459"/>
                <a:gd name="T46" fmla="*/ 1 w 579"/>
                <a:gd name="T47" fmla="*/ 206 h 459"/>
                <a:gd name="T48" fmla="*/ 1 w 579"/>
                <a:gd name="T49" fmla="*/ 253 h 459"/>
                <a:gd name="T50" fmla="*/ 13 w 579"/>
                <a:gd name="T51" fmla="*/ 298 h 459"/>
                <a:gd name="T52" fmla="*/ 35 w 579"/>
                <a:gd name="T53" fmla="*/ 339 h 459"/>
                <a:gd name="T54" fmla="*/ 66 w 579"/>
                <a:gd name="T55" fmla="*/ 375 h 459"/>
                <a:gd name="T56" fmla="*/ 105 w 579"/>
                <a:gd name="T57" fmla="*/ 407 h 459"/>
                <a:gd name="T58" fmla="*/ 152 w 579"/>
                <a:gd name="T59" fmla="*/ 431 h 459"/>
                <a:gd name="T60" fmla="*/ 203 w 579"/>
                <a:gd name="T61" fmla="*/ 449 h 459"/>
                <a:gd name="T62" fmla="*/ 261 w 579"/>
                <a:gd name="T63" fmla="*/ 458 h 45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9"/>
                <a:gd name="T97" fmla="*/ 0 h 459"/>
                <a:gd name="T98" fmla="*/ 579 w 579"/>
                <a:gd name="T99" fmla="*/ 459 h 45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9" h="459">
                  <a:moveTo>
                    <a:pt x="290" y="459"/>
                  </a:moveTo>
                  <a:lnTo>
                    <a:pt x="319" y="458"/>
                  </a:lnTo>
                  <a:lnTo>
                    <a:pt x="348" y="455"/>
                  </a:lnTo>
                  <a:lnTo>
                    <a:pt x="376" y="449"/>
                  </a:lnTo>
                  <a:lnTo>
                    <a:pt x="402" y="441"/>
                  </a:lnTo>
                  <a:lnTo>
                    <a:pt x="428" y="431"/>
                  </a:lnTo>
                  <a:lnTo>
                    <a:pt x="452" y="420"/>
                  </a:lnTo>
                  <a:lnTo>
                    <a:pt x="474" y="407"/>
                  </a:lnTo>
                  <a:lnTo>
                    <a:pt x="494" y="392"/>
                  </a:lnTo>
                  <a:lnTo>
                    <a:pt x="514" y="375"/>
                  </a:lnTo>
                  <a:lnTo>
                    <a:pt x="529" y="358"/>
                  </a:lnTo>
                  <a:lnTo>
                    <a:pt x="544" y="339"/>
                  </a:lnTo>
                  <a:lnTo>
                    <a:pt x="556" y="319"/>
                  </a:lnTo>
                  <a:lnTo>
                    <a:pt x="566" y="298"/>
                  </a:lnTo>
                  <a:lnTo>
                    <a:pt x="573" y="275"/>
                  </a:lnTo>
                  <a:lnTo>
                    <a:pt x="578" y="253"/>
                  </a:lnTo>
                  <a:lnTo>
                    <a:pt x="579" y="229"/>
                  </a:lnTo>
                  <a:lnTo>
                    <a:pt x="578" y="206"/>
                  </a:lnTo>
                  <a:lnTo>
                    <a:pt x="573" y="183"/>
                  </a:lnTo>
                  <a:lnTo>
                    <a:pt x="566" y="162"/>
                  </a:lnTo>
                  <a:lnTo>
                    <a:pt x="556" y="140"/>
                  </a:lnTo>
                  <a:lnTo>
                    <a:pt x="544" y="120"/>
                  </a:lnTo>
                  <a:lnTo>
                    <a:pt x="529" y="101"/>
                  </a:lnTo>
                  <a:lnTo>
                    <a:pt x="514" y="84"/>
                  </a:lnTo>
                  <a:lnTo>
                    <a:pt x="494" y="67"/>
                  </a:lnTo>
                  <a:lnTo>
                    <a:pt x="474" y="53"/>
                  </a:lnTo>
                  <a:lnTo>
                    <a:pt x="452" y="39"/>
                  </a:lnTo>
                  <a:lnTo>
                    <a:pt x="428" y="28"/>
                  </a:lnTo>
                  <a:lnTo>
                    <a:pt x="402" y="18"/>
                  </a:lnTo>
                  <a:lnTo>
                    <a:pt x="376" y="10"/>
                  </a:lnTo>
                  <a:lnTo>
                    <a:pt x="348" y="5"/>
                  </a:lnTo>
                  <a:lnTo>
                    <a:pt x="319" y="1"/>
                  </a:lnTo>
                  <a:lnTo>
                    <a:pt x="290" y="0"/>
                  </a:lnTo>
                  <a:lnTo>
                    <a:pt x="261" y="1"/>
                  </a:lnTo>
                  <a:lnTo>
                    <a:pt x="231" y="5"/>
                  </a:lnTo>
                  <a:lnTo>
                    <a:pt x="203" y="10"/>
                  </a:lnTo>
                  <a:lnTo>
                    <a:pt x="176" y="18"/>
                  </a:lnTo>
                  <a:lnTo>
                    <a:pt x="152" y="28"/>
                  </a:lnTo>
                  <a:lnTo>
                    <a:pt x="128" y="39"/>
                  </a:lnTo>
                  <a:lnTo>
                    <a:pt x="105" y="53"/>
                  </a:lnTo>
                  <a:lnTo>
                    <a:pt x="84" y="67"/>
                  </a:lnTo>
                  <a:lnTo>
                    <a:pt x="66" y="84"/>
                  </a:lnTo>
                  <a:lnTo>
                    <a:pt x="49" y="101"/>
                  </a:lnTo>
                  <a:lnTo>
                    <a:pt x="35" y="120"/>
                  </a:lnTo>
                  <a:lnTo>
                    <a:pt x="22" y="140"/>
                  </a:lnTo>
                  <a:lnTo>
                    <a:pt x="13" y="162"/>
                  </a:lnTo>
                  <a:lnTo>
                    <a:pt x="5" y="183"/>
                  </a:lnTo>
                  <a:lnTo>
                    <a:pt x="1" y="206"/>
                  </a:lnTo>
                  <a:lnTo>
                    <a:pt x="0" y="229"/>
                  </a:lnTo>
                  <a:lnTo>
                    <a:pt x="1" y="253"/>
                  </a:lnTo>
                  <a:lnTo>
                    <a:pt x="5" y="275"/>
                  </a:lnTo>
                  <a:lnTo>
                    <a:pt x="13" y="298"/>
                  </a:lnTo>
                  <a:lnTo>
                    <a:pt x="22" y="319"/>
                  </a:lnTo>
                  <a:lnTo>
                    <a:pt x="35" y="339"/>
                  </a:lnTo>
                  <a:lnTo>
                    <a:pt x="49" y="358"/>
                  </a:lnTo>
                  <a:lnTo>
                    <a:pt x="66" y="375"/>
                  </a:lnTo>
                  <a:lnTo>
                    <a:pt x="84" y="392"/>
                  </a:lnTo>
                  <a:lnTo>
                    <a:pt x="105" y="407"/>
                  </a:lnTo>
                  <a:lnTo>
                    <a:pt x="128" y="420"/>
                  </a:lnTo>
                  <a:lnTo>
                    <a:pt x="152" y="431"/>
                  </a:lnTo>
                  <a:lnTo>
                    <a:pt x="176" y="441"/>
                  </a:lnTo>
                  <a:lnTo>
                    <a:pt x="203" y="449"/>
                  </a:lnTo>
                  <a:lnTo>
                    <a:pt x="231" y="455"/>
                  </a:lnTo>
                  <a:lnTo>
                    <a:pt x="261" y="458"/>
                  </a:lnTo>
                  <a:lnTo>
                    <a:pt x="290" y="459"/>
                  </a:lnTo>
                  <a:close/>
                </a:path>
              </a:pathLst>
            </a:custGeom>
            <a:solidFill>
              <a:srgbClr val="B2D1B2"/>
            </a:solidFill>
            <a:ln w="9525">
              <a:noFill/>
              <a:round/>
              <a:headEnd/>
              <a:tailEnd/>
            </a:ln>
          </p:spPr>
          <p:txBody>
            <a:bodyPr/>
            <a:lstStyle/>
            <a:p>
              <a:endParaRPr lang="de-DE"/>
            </a:p>
          </p:txBody>
        </p:sp>
        <p:sp>
          <p:nvSpPr>
            <p:cNvPr id="39" name="Freeform 30"/>
            <p:cNvSpPr>
              <a:spLocks/>
            </p:cNvSpPr>
            <p:nvPr/>
          </p:nvSpPr>
          <p:spPr bwMode="auto">
            <a:xfrm>
              <a:off x="3863" y="2424"/>
              <a:ext cx="190" cy="150"/>
            </a:xfrm>
            <a:custGeom>
              <a:avLst/>
              <a:gdLst>
                <a:gd name="T0" fmla="*/ 315 w 570"/>
                <a:gd name="T1" fmla="*/ 449 h 450"/>
                <a:gd name="T2" fmla="*/ 370 w 570"/>
                <a:gd name="T3" fmla="*/ 440 h 450"/>
                <a:gd name="T4" fmla="*/ 422 w 570"/>
                <a:gd name="T5" fmla="*/ 423 h 450"/>
                <a:gd name="T6" fmla="*/ 467 w 570"/>
                <a:gd name="T7" fmla="*/ 398 h 450"/>
                <a:gd name="T8" fmla="*/ 505 w 570"/>
                <a:gd name="T9" fmla="*/ 368 h 450"/>
                <a:gd name="T10" fmla="*/ 536 w 570"/>
                <a:gd name="T11" fmla="*/ 332 h 450"/>
                <a:gd name="T12" fmla="*/ 558 w 570"/>
                <a:gd name="T13" fmla="*/ 291 h 450"/>
                <a:gd name="T14" fmla="*/ 569 w 570"/>
                <a:gd name="T15" fmla="*/ 248 h 450"/>
                <a:gd name="T16" fmla="*/ 569 w 570"/>
                <a:gd name="T17" fmla="*/ 202 h 450"/>
                <a:gd name="T18" fmla="*/ 558 w 570"/>
                <a:gd name="T19" fmla="*/ 158 h 450"/>
                <a:gd name="T20" fmla="*/ 536 w 570"/>
                <a:gd name="T21" fmla="*/ 117 h 450"/>
                <a:gd name="T22" fmla="*/ 505 w 570"/>
                <a:gd name="T23" fmla="*/ 82 h 450"/>
                <a:gd name="T24" fmla="*/ 467 w 570"/>
                <a:gd name="T25" fmla="*/ 51 h 450"/>
                <a:gd name="T26" fmla="*/ 422 w 570"/>
                <a:gd name="T27" fmla="*/ 27 h 450"/>
                <a:gd name="T28" fmla="*/ 370 w 570"/>
                <a:gd name="T29" fmla="*/ 10 h 450"/>
                <a:gd name="T30" fmla="*/ 315 w 570"/>
                <a:gd name="T31" fmla="*/ 1 h 450"/>
                <a:gd name="T32" fmla="*/ 257 w 570"/>
                <a:gd name="T33" fmla="*/ 1 h 450"/>
                <a:gd name="T34" fmla="*/ 202 w 570"/>
                <a:gd name="T35" fmla="*/ 10 h 450"/>
                <a:gd name="T36" fmla="*/ 150 w 570"/>
                <a:gd name="T37" fmla="*/ 27 h 450"/>
                <a:gd name="T38" fmla="*/ 105 w 570"/>
                <a:gd name="T39" fmla="*/ 51 h 450"/>
                <a:gd name="T40" fmla="*/ 66 w 570"/>
                <a:gd name="T41" fmla="*/ 82 h 450"/>
                <a:gd name="T42" fmla="*/ 35 w 570"/>
                <a:gd name="T43" fmla="*/ 117 h 450"/>
                <a:gd name="T44" fmla="*/ 13 w 570"/>
                <a:gd name="T45" fmla="*/ 158 h 450"/>
                <a:gd name="T46" fmla="*/ 1 w 570"/>
                <a:gd name="T47" fmla="*/ 202 h 450"/>
                <a:gd name="T48" fmla="*/ 1 w 570"/>
                <a:gd name="T49" fmla="*/ 248 h 450"/>
                <a:gd name="T50" fmla="*/ 13 w 570"/>
                <a:gd name="T51" fmla="*/ 291 h 450"/>
                <a:gd name="T52" fmla="*/ 35 w 570"/>
                <a:gd name="T53" fmla="*/ 332 h 450"/>
                <a:gd name="T54" fmla="*/ 66 w 570"/>
                <a:gd name="T55" fmla="*/ 368 h 450"/>
                <a:gd name="T56" fmla="*/ 105 w 570"/>
                <a:gd name="T57" fmla="*/ 398 h 450"/>
                <a:gd name="T58" fmla="*/ 150 w 570"/>
                <a:gd name="T59" fmla="*/ 423 h 450"/>
                <a:gd name="T60" fmla="*/ 202 w 570"/>
                <a:gd name="T61" fmla="*/ 440 h 450"/>
                <a:gd name="T62" fmla="*/ 257 w 570"/>
                <a:gd name="T63" fmla="*/ 449 h 45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0"/>
                <a:gd name="T97" fmla="*/ 0 h 450"/>
                <a:gd name="T98" fmla="*/ 570 w 570"/>
                <a:gd name="T99" fmla="*/ 450 h 45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0" h="450">
                  <a:moveTo>
                    <a:pt x="286" y="450"/>
                  </a:moveTo>
                  <a:lnTo>
                    <a:pt x="315" y="449"/>
                  </a:lnTo>
                  <a:lnTo>
                    <a:pt x="343" y="445"/>
                  </a:lnTo>
                  <a:lnTo>
                    <a:pt x="370" y="440"/>
                  </a:lnTo>
                  <a:lnTo>
                    <a:pt x="397" y="432"/>
                  </a:lnTo>
                  <a:lnTo>
                    <a:pt x="422" y="423"/>
                  </a:lnTo>
                  <a:lnTo>
                    <a:pt x="445" y="412"/>
                  </a:lnTo>
                  <a:lnTo>
                    <a:pt x="467" y="398"/>
                  </a:lnTo>
                  <a:lnTo>
                    <a:pt x="487" y="384"/>
                  </a:lnTo>
                  <a:lnTo>
                    <a:pt x="505" y="368"/>
                  </a:lnTo>
                  <a:lnTo>
                    <a:pt x="522" y="350"/>
                  </a:lnTo>
                  <a:lnTo>
                    <a:pt x="536" y="332"/>
                  </a:lnTo>
                  <a:lnTo>
                    <a:pt x="548" y="312"/>
                  </a:lnTo>
                  <a:lnTo>
                    <a:pt x="558" y="291"/>
                  </a:lnTo>
                  <a:lnTo>
                    <a:pt x="565" y="270"/>
                  </a:lnTo>
                  <a:lnTo>
                    <a:pt x="569" y="248"/>
                  </a:lnTo>
                  <a:lnTo>
                    <a:pt x="570" y="224"/>
                  </a:lnTo>
                  <a:lnTo>
                    <a:pt x="569" y="202"/>
                  </a:lnTo>
                  <a:lnTo>
                    <a:pt x="565" y="179"/>
                  </a:lnTo>
                  <a:lnTo>
                    <a:pt x="558" y="158"/>
                  </a:lnTo>
                  <a:lnTo>
                    <a:pt x="548" y="137"/>
                  </a:lnTo>
                  <a:lnTo>
                    <a:pt x="536" y="117"/>
                  </a:lnTo>
                  <a:lnTo>
                    <a:pt x="522" y="98"/>
                  </a:lnTo>
                  <a:lnTo>
                    <a:pt x="505" y="82"/>
                  </a:lnTo>
                  <a:lnTo>
                    <a:pt x="487" y="66"/>
                  </a:lnTo>
                  <a:lnTo>
                    <a:pt x="467" y="51"/>
                  </a:lnTo>
                  <a:lnTo>
                    <a:pt x="445" y="38"/>
                  </a:lnTo>
                  <a:lnTo>
                    <a:pt x="422" y="27"/>
                  </a:lnTo>
                  <a:lnTo>
                    <a:pt x="397" y="18"/>
                  </a:lnTo>
                  <a:lnTo>
                    <a:pt x="370" y="10"/>
                  </a:lnTo>
                  <a:lnTo>
                    <a:pt x="343" y="4"/>
                  </a:lnTo>
                  <a:lnTo>
                    <a:pt x="315" y="1"/>
                  </a:lnTo>
                  <a:lnTo>
                    <a:pt x="286" y="0"/>
                  </a:lnTo>
                  <a:lnTo>
                    <a:pt x="257" y="1"/>
                  </a:lnTo>
                  <a:lnTo>
                    <a:pt x="228" y="4"/>
                  </a:lnTo>
                  <a:lnTo>
                    <a:pt x="202" y="10"/>
                  </a:lnTo>
                  <a:lnTo>
                    <a:pt x="175" y="18"/>
                  </a:lnTo>
                  <a:lnTo>
                    <a:pt x="150" y="27"/>
                  </a:lnTo>
                  <a:lnTo>
                    <a:pt x="126" y="38"/>
                  </a:lnTo>
                  <a:lnTo>
                    <a:pt x="105" y="51"/>
                  </a:lnTo>
                  <a:lnTo>
                    <a:pt x="85" y="66"/>
                  </a:lnTo>
                  <a:lnTo>
                    <a:pt x="66" y="82"/>
                  </a:lnTo>
                  <a:lnTo>
                    <a:pt x="49" y="98"/>
                  </a:lnTo>
                  <a:lnTo>
                    <a:pt x="35" y="117"/>
                  </a:lnTo>
                  <a:lnTo>
                    <a:pt x="23" y="137"/>
                  </a:lnTo>
                  <a:lnTo>
                    <a:pt x="13" y="158"/>
                  </a:lnTo>
                  <a:lnTo>
                    <a:pt x="6" y="179"/>
                  </a:lnTo>
                  <a:lnTo>
                    <a:pt x="1" y="202"/>
                  </a:lnTo>
                  <a:lnTo>
                    <a:pt x="0" y="224"/>
                  </a:lnTo>
                  <a:lnTo>
                    <a:pt x="1" y="248"/>
                  </a:lnTo>
                  <a:lnTo>
                    <a:pt x="6" y="270"/>
                  </a:lnTo>
                  <a:lnTo>
                    <a:pt x="13" y="291"/>
                  </a:lnTo>
                  <a:lnTo>
                    <a:pt x="23" y="312"/>
                  </a:lnTo>
                  <a:lnTo>
                    <a:pt x="35" y="332"/>
                  </a:lnTo>
                  <a:lnTo>
                    <a:pt x="49" y="350"/>
                  </a:lnTo>
                  <a:lnTo>
                    <a:pt x="66" y="368"/>
                  </a:lnTo>
                  <a:lnTo>
                    <a:pt x="85" y="384"/>
                  </a:lnTo>
                  <a:lnTo>
                    <a:pt x="105" y="398"/>
                  </a:lnTo>
                  <a:lnTo>
                    <a:pt x="126" y="412"/>
                  </a:lnTo>
                  <a:lnTo>
                    <a:pt x="150" y="423"/>
                  </a:lnTo>
                  <a:lnTo>
                    <a:pt x="175" y="432"/>
                  </a:lnTo>
                  <a:lnTo>
                    <a:pt x="202" y="440"/>
                  </a:lnTo>
                  <a:lnTo>
                    <a:pt x="228" y="445"/>
                  </a:lnTo>
                  <a:lnTo>
                    <a:pt x="257" y="449"/>
                  </a:lnTo>
                  <a:lnTo>
                    <a:pt x="286" y="450"/>
                  </a:lnTo>
                  <a:close/>
                </a:path>
              </a:pathLst>
            </a:custGeom>
            <a:solidFill>
              <a:srgbClr val="B7D3B7"/>
            </a:solidFill>
            <a:ln w="9525">
              <a:noFill/>
              <a:round/>
              <a:headEnd/>
              <a:tailEnd/>
            </a:ln>
          </p:spPr>
          <p:txBody>
            <a:bodyPr/>
            <a:lstStyle/>
            <a:p>
              <a:endParaRPr lang="de-DE"/>
            </a:p>
          </p:txBody>
        </p:sp>
        <p:sp>
          <p:nvSpPr>
            <p:cNvPr id="40" name="Freeform 31"/>
            <p:cNvSpPr>
              <a:spLocks/>
            </p:cNvSpPr>
            <p:nvPr/>
          </p:nvSpPr>
          <p:spPr bwMode="auto">
            <a:xfrm>
              <a:off x="3865" y="2425"/>
              <a:ext cx="186" cy="147"/>
            </a:xfrm>
            <a:custGeom>
              <a:avLst/>
              <a:gdLst>
                <a:gd name="T0" fmla="*/ 309 w 559"/>
                <a:gd name="T1" fmla="*/ 441 h 442"/>
                <a:gd name="T2" fmla="*/ 363 w 559"/>
                <a:gd name="T3" fmla="*/ 432 h 442"/>
                <a:gd name="T4" fmla="*/ 414 w 559"/>
                <a:gd name="T5" fmla="*/ 415 h 442"/>
                <a:gd name="T6" fmla="*/ 457 w 559"/>
                <a:gd name="T7" fmla="*/ 392 h 442"/>
                <a:gd name="T8" fmla="*/ 496 w 559"/>
                <a:gd name="T9" fmla="*/ 361 h 442"/>
                <a:gd name="T10" fmla="*/ 525 w 559"/>
                <a:gd name="T11" fmla="*/ 327 h 442"/>
                <a:gd name="T12" fmla="*/ 546 w 559"/>
                <a:gd name="T13" fmla="*/ 287 h 442"/>
                <a:gd name="T14" fmla="*/ 557 w 559"/>
                <a:gd name="T15" fmla="*/ 244 h 442"/>
                <a:gd name="T16" fmla="*/ 557 w 559"/>
                <a:gd name="T17" fmla="*/ 199 h 442"/>
                <a:gd name="T18" fmla="*/ 546 w 559"/>
                <a:gd name="T19" fmla="*/ 156 h 442"/>
                <a:gd name="T20" fmla="*/ 525 w 559"/>
                <a:gd name="T21" fmla="*/ 116 h 442"/>
                <a:gd name="T22" fmla="*/ 496 w 559"/>
                <a:gd name="T23" fmla="*/ 81 h 442"/>
                <a:gd name="T24" fmla="*/ 457 w 559"/>
                <a:gd name="T25" fmla="*/ 50 h 442"/>
                <a:gd name="T26" fmla="*/ 414 w 559"/>
                <a:gd name="T27" fmla="*/ 27 h 442"/>
                <a:gd name="T28" fmla="*/ 363 w 559"/>
                <a:gd name="T29" fmla="*/ 10 h 442"/>
                <a:gd name="T30" fmla="*/ 309 w 559"/>
                <a:gd name="T31" fmla="*/ 1 h 442"/>
                <a:gd name="T32" fmla="*/ 251 w 559"/>
                <a:gd name="T33" fmla="*/ 1 h 442"/>
                <a:gd name="T34" fmla="*/ 197 w 559"/>
                <a:gd name="T35" fmla="*/ 10 h 442"/>
                <a:gd name="T36" fmla="*/ 146 w 559"/>
                <a:gd name="T37" fmla="*/ 27 h 442"/>
                <a:gd name="T38" fmla="*/ 101 w 559"/>
                <a:gd name="T39" fmla="*/ 50 h 442"/>
                <a:gd name="T40" fmla="*/ 64 w 559"/>
                <a:gd name="T41" fmla="*/ 81 h 442"/>
                <a:gd name="T42" fmla="*/ 34 w 559"/>
                <a:gd name="T43" fmla="*/ 116 h 442"/>
                <a:gd name="T44" fmla="*/ 12 w 559"/>
                <a:gd name="T45" fmla="*/ 156 h 442"/>
                <a:gd name="T46" fmla="*/ 1 w 559"/>
                <a:gd name="T47" fmla="*/ 199 h 442"/>
                <a:gd name="T48" fmla="*/ 1 w 559"/>
                <a:gd name="T49" fmla="*/ 244 h 442"/>
                <a:gd name="T50" fmla="*/ 12 w 559"/>
                <a:gd name="T51" fmla="*/ 287 h 442"/>
                <a:gd name="T52" fmla="*/ 34 w 559"/>
                <a:gd name="T53" fmla="*/ 327 h 442"/>
                <a:gd name="T54" fmla="*/ 64 w 559"/>
                <a:gd name="T55" fmla="*/ 361 h 442"/>
                <a:gd name="T56" fmla="*/ 101 w 559"/>
                <a:gd name="T57" fmla="*/ 392 h 442"/>
                <a:gd name="T58" fmla="*/ 146 w 559"/>
                <a:gd name="T59" fmla="*/ 415 h 442"/>
                <a:gd name="T60" fmla="*/ 197 w 559"/>
                <a:gd name="T61" fmla="*/ 432 h 442"/>
                <a:gd name="T62" fmla="*/ 251 w 559"/>
                <a:gd name="T63" fmla="*/ 441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9"/>
                <a:gd name="T97" fmla="*/ 0 h 442"/>
                <a:gd name="T98" fmla="*/ 559 w 55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9" h="442">
                  <a:moveTo>
                    <a:pt x="280" y="442"/>
                  </a:moveTo>
                  <a:lnTo>
                    <a:pt x="309" y="441"/>
                  </a:lnTo>
                  <a:lnTo>
                    <a:pt x="336" y="438"/>
                  </a:lnTo>
                  <a:lnTo>
                    <a:pt x="363" y="432"/>
                  </a:lnTo>
                  <a:lnTo>
                    <a:pt x="389" y="425"/>
                  </a:lnTo>
                  <a:lnTo>
                    <a:pt x="414" y="415"/>
                  </a:lnTo>
                  <a:lnTo>
                    <a:pt x="436" y="404"/>
                  </a:lnTo>
                  <a:lnTo>
                    <a:pt x="457" y="392"/>
                  </a:lnTo>
                  <a:lnTo>
                    <a:pt x="478" y="377"/>
                  </a:lnTo>
                  <a:lnTo>
                    <a:pt x="496" y="361"/>
                  </a:lnTo>
                  <a:lnTo>
                    <a:pt x="511" y="345"/>
                  </a:lnTo>
                  <a:lnTo>
                    <a:pt x="525" y="327"/>
                  </a:lnTo>
                  <a:lnTo>
                    <a:pt x="537" y="308"/>
                  </a:lnTo>
                  <a:lnTo>
                    <a:pt x="546" y="287"/>
                  </a:lnTo>
                  <a:lnTo>
                    <a:pt x="553" y="266"/>
                  </a:lnTo>
                  <a:lnTo>
                    <a:pt x="557" y="244"/>
                  </a:lnTo>
                  <a:lnTo>
                    <a:pt x="559" y="221"/>
                  </a:lnTo>
                  <a:lnTo>
                    <a:pt x="557" y="199"/>
                  </a:lnTo>
                  <a:lnTo>
                    <a:pt x="553" y="177"/>
                  </a:lnTo>
                  <a:lnTo>
                    <a:pt x="546" y="156"/>
                  </a:lnTo>
                  <a:lnTo>
                    <a:pt x="537" y="136"/>
                  </a:lnTo>
                  <a:lnTo>
                    <a:pt x="525" y="116"/>
                  </a:lnTo>
                  <a:lnTo>
                    <a:pt x="511" y="98"/>
                  </a:lnTo>
                  <a:lnTo>
                    <a:pt x="496" y="81"/>
                  </a:lnTo>
                  <a:lnTo>
                    <a:pt x="478" y="65"/>
                  </a:lnTo>
                  <a:lnTo>
                    <a:pt x="457" y="50"/>
                  </a:lnTo>
                  <a:lnTo>
                    <a:pt x="436" y="38"/>
                  </a:lnTo>
                  <a:lnTo>
                    <a:pt x="414" y="27"/>
                  </a:lnTo>
                  <a:lnTo>
                    <a:pt x="389" y="18"/>
                  </a:lnTo>
                  <a:lnTo>
                    <a:pt x="363" y="10"/>
                  </a:lnTo>
                  <a:lnTo>
                    <a:pt x="336" y="4"/>
                  </a:lnTo>
                  <a:lnTo>
                    <a:pt x="309" y="1"/>
                  </a:lnTo>
                  <a:lnTo>
                    <a:pt x="280" y="0"/>
                  </a:lnTo>
                  <a:lnTo>
                    <a:pt x="251" y="1"/>
                  </a:lnTo>
                  <a:lnTo>
                    <a:pt x="224" y="4"/>
                  </a:lnTo>
                  <a:lnTo>
                    <a:pt x="197" y="10"/>
                  </a:lnTo>
                  <a:lnTo>
                    <a:pt x="171" y="18"/>
                  </a:lnTo>
                  <a:lnTo>
                    <a:pt x="146" y="27"/>
                  </a:lnTo>
                  <a:lnTo>
                    <a:pt x="124" y="38"/>
                  </a:lnTo>
                  <a:lnTo>
                    <a:pt x="101" y="50"/>
                  </a:lnTo>
                  <a:lnTo>
                    <a:pt x="82" y="65"/>
                  </a:lnTo>
                  <a:lnTo>
                    <a:pt x="64" y="81"/>
                  </a:lnTo>
                  <a:lnTo>
                    <a:pt x="47" y="98"/>
                  </a:lnTo>
                  <a:lnTo>
                    <a:pt x="34" y="116"/>
                  </a:lnTo>
                  <a:lnTo>
                    <a:pt x="22" y="136"/>
                  </a:lnTo>
                  <a:lnTo>
                    <a:pt x="12" y="156"/>
                  </a:lnTo>
                  <a:lnTo>
                    <a:pt x="6" y="177"/>
                  </a:lnTo>
                  <a:lnTo>
                    <a:pt x="1" y="199"/>
                  </a:lnTo>
                  <a:lnTo>
                    <a:pt x="0" y="221"/>
                  </a:lnTo>
                  <a:lnTo>
                    <a:pt x="1" y="244"/>
                  </a:lnTo>
                  <a:lnTo>
                    <a:pt x="6" y="266"/>
                  </a:lnTo>
                  <a:lnTo>
                    <a:pt x="12" y="287"/>
                  </a:lnTo>
                  <a:lnTo>
                    <a:pt x="22" y="308"/>
                  </a:lnTo>
                  <a:lnTo>
                    <a:pt x="34" y="327"/>
                  </a:lnTo>
                  <a:lnTo>
                    <a:pt x="47" y="345"/>
                  </a:lnTo>
                  <a:lnTo>
                    <a:pt x="64" y="361"/>
                  </a:lnTo>
                  <a:lnTo>
                    <a:pt x="82" y="377"/>
                  </a:lnTo>
                  <a:lnTo>
                    <a:pt x="101" y="392"/>
                  </a:lnTo>
                  <a:lnTo>
                    <a:pt x="124" y="404"/>
                  </a:lnTo>
                  <a:lnTo>
                    <a:pt x="146" y="415"/>
                  </a:lnTo>
                  <a:lnTo>
                    <a:pt x="171" y="425"/>
                  </a:lnTo>
                  <a:lnTo>
                    <a:pt x="197" y="432"/>
                  </a:lnTo>
                  <a:lnTo>
                    <a:pt x="224" y="438"/>
                  </a:lnTo>
                  <a:lnTo>
                    <a:pt x="251" y="441"/>
                  </a:lnTo>
                  <a:lnTo>
                    <a:pt x="280" y="442"/>
                  </a:lnTo>
                  <a:close/>
                </a:path>
              </a:pathLst>
            </a:custGeom>
            <a:solidFill>
              <a:srgbClr val="C1D8C1"/>
            </a:solidFill>
            <a:ln w="9525">
              <a:noFill/>
              <a:round/>
              <a:headEnd/>
              <a:tailEnd/>
            </a:ln>
          </p:spPr>
          <p:txBody>
            <a:bodyPr/>
            <a:lstStyle/>
            <a:p>
              <a:endParaRPr lang="de-DE"/>
            </a:p>
          </p:txBody>
        </p:sp>
        <p:sp>
          <p:nvSpPr>
            <p:cNvPr id="41" name="Freeform 32"/>
            <p:cNvSpPr>
              <a:spLocks/>
            </p:cNvSpPr>
            <p:nvPr/>
          </p:nvSpPr>
          <p:spPr bwMode="auto">
            <a:xfrm>
              <a:off x="3866" y="2426"/>
              <a:ext cx="183" cy="145"/>
            </a:xfrm>
            <a:custGeom>
              <a:avLst/>
              <a:gdLst>
                <a:gd name="T0" fmla="*/ 304 w 550"/>
                <a:gd name="T1" fmla="*/ 434 h 435"/>
                <a:gd name="T2" fmla="*/ 358 w 550"/>
                <a:gd name="T3" fmla="*/ 425 h 435"/>
                <a:gd name="T4" fmla="*/ 406 w 550"/>
                <a:gd name="T5" fmla="*/ 409 h 435"/>
                <a:gd name="T6" fmla="*/ 450 w 550"/>
                <a:gd name="T7" fmla="*/ 386 h 435"/>
                <a:gd name="T8" fmla="*/ 487 w 550"/>
                <a:gd name="T9" fmla="*/ 355 h 435"/>
                <a:gd name="T10" fmla="*/ 517 w 550"/>
                <a:gd name="T11" fmla="*/ 320 h 435"/>
                <a:gd name="T12" fmla="*/ 538 w 550"/>
                <a:gd name="T13" fmla="*/ 282 h 435"/>
                <a:gd name="T14" fmla="*/ 549 w 550"/>
                <a:gd name="T15" fmla="*/ 240 h 435"/>
                <a:gd name="T16" fmla="*/ 549 w 550"/>
                <a:gd name="T17" fmla="*/ 195 h 435"/>
                <a:gd name="T18" fmla="*/ 538 w 550"/>
                <a:gd name="T19" fmla="*/ 152 h 435"/>
                <a:gd name="T20" fmla="*/ 517 w 550"/>
                <a:gd name="T21" fmla="*/ 114 h 435"/>
                <a:gd name="T22" fmla="*/ 487 w 550"/>
                <a:gd name="T23" fmla="*/ 79 h 435"/>
                <a:gd name="T24" fmla="*/ 450 w 550"/>
                <a:gd name="T25" fmla="*/ 50 h 435"/>
                <a:gd name="T26" fmla="*/ 406 w 550"/>
                <a:gd name="T27" fmla="*/ 26 h 435"/>
                <a:gd name="T28" fmla="*/ 358 w 550"/>
                <a:gd name="T29" fmla="*/ 11 h 435"/>
                <a:gd name="T30" fmla="*/ 304 w 550"/>
                <a:gd name="T31" fmla="*/ 2 h 435"/>
                <a:gd name="T32" fmla="*/ 248 w 550"/>
                <a:gd name="T33" fmla="*/ 2 h 435"/>
                <a:gd name="T34" fmla="*/ 194 w 550"/>
                <a:gd name="T35" fmla="*/ 11 h 435"/>
                <a:gd name="T36" fmla="*/ 144 w 550"/>
                <a:gd name="T37" fmla="*/ 26 h 435"/>
                <a:gd name="T38" fmla="*/ 100 w 550"/>
                <a:gd name="T39" fmla="*/ 50 h 435"/>
                <a:gd name="T40" fmla="*/ 63 w 550"/>
                <a:gd name="T41" fmla="*/ 79 h 435"/>
                <a:gd name="T42" fmla="*/ 34 w 550"/>
                <a:gd name="T43" fmla="*/ 114 h 435"/>
                <a:gd name="T44" fmla="*/ 13 w 550"/>
                <a:gd name="T45" fmla="*/ 152 h 435"/>
                <a:gd name="T46" fmla="*/ 2 w 550"/>
                <a:gd name="T47" fmla="*/ 195 h 435"/>
                <a:gd name="T48" fmla="*/ 2 w 550"/>
                <a:gd name="T49" fmla="*/ 240 h 435"/>
                <a:gd name="T50" fmla="*/ 13 w 550"/>
                <a:gd name="T51" fmla="*/ 282 h 435"/>
                <a:gd name="T52" fmla="*/ 34 w 550"/>
                <a:gd name="T53" fmla="*/ 320 h 435"/>
                <a:gd name="T54" fmla="*/ 63 w 550"/>
                <a:gd name="T55" fmla="*/ 355 h 435"/>
                <a:gd name="T56" fmla="*/ 100 w 550"/>
                <a:gd name="T57" fmla="*/ 386 h 435"/>
                <a:gd name="T58" fmla="*/ 144 w 550"/>
                <a:gd name="T59" fmla="*/ 409 h 435"/>
                <a:gd name="T60" fmla="*/ 194 w 550"/>
                <a:gd name="T61" fmla="*/ 425 h 435"/>
                <a:gd name="T62" fmla="*/ 248 w 550"/>
                <a:gd name="T63" fmla="*/ 434 h 4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0"/>
                <a:gd name="T97" fmla="*/ 0 h 435"/>
                <a:gd name="T98" fmla="*/ 550 w 550"/>
                <a:gd name="T99" fmla="*/ 435 h 43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0" h="435">
                  <a:moveTo>
                    <a:pt x="276" y="435"/>
                  </a:moveTo>
                  <a:lnTo>
                    <a:pt x="304" y="434"/>
                  </a:lnTo>
                  <a:lnTo>
                    <a:pt x="331" y="430"/>
                  </a:lnTo>
                  <a:lnTo>
                    <a:pt x="358" y="425"/>
                  </a:lnTo>
                  <a:lnTo>
                    <a:pt x="383" y="418"/>
                  </a:lnTo>
                  <a:lnTo>
                    <a:pt x="406" y="409"/>
                  </a:lnTo>
                  <a:lnTo>
                    <a:pt x="430" y="398"/>
                  </a:lnTo>
                  <a:lnTo>
                    <a:pt x="450" y="386"/>
                  </a:lnTo>
                  <a:lnTo>
                    <a:pt x="470" y="371"/>
                  </a:lnTo>
                  <a:lnTo>
                    <a:pt x="487" y="355"/>
                  </a:lnTo>
                  <a:lnTo>
                    <a:pt x="503" y="338"/>
                  </a:lnTo>
                  <a:lnTo>
                    <a:pt x="517" y="320"/>
                  </a:lnTo>
                  <a:lnTo>
                    <a:pt x="529" y="301"/>
                  </a:lnTo>
                  <a:lnTo>
                    <a:pt x="538" y="282"/>
                  </a:lnTo>
                  <a:lnTo>
                    <a:pt x="544" y="261"/>
                  </a:lnTo>
                  <a:lnTo>
                    <a:pt x="549" y="240"/>
                  </a:lnTo>
                  <a:lnTo>
                    <a:pt x="550" y="217"/>
                  </a:lnTo>
                  <a:lnTo>
                    <a:pt x="549" y="195"/>
                  </a:lnTo>
                  <a:lnTo>
                    <a:pt x="544" y="173"/>
                  </a:lnTo>
                  <a:lnTo>
                    <a:pt x="538" y="152"/>
                  </a:lnTo>
                  <a:lnTo>
                    <a:pt x="529" y="133"/>
                  </a:lnTo>
                  <a:lnTo>
                    <a:pt x="517" y="114"/>
                  </a:lnTo>
                  <a:lnTo>
                    <a:pt x="503" y="96"/>
                  </a:lnTo>
                  <a:lnTo>
                    <a:pt x="487" y="79"/>
                  </a:lnTo>
                  <a:lnTo>
                    <a:pt x="470" y="63"/>
                  </a:lnTo>
                  <a:lnTo>
                    <a:pt x="450" y="50"/>
                  </a:lnTo>
                  <a:lnTo>
                    <a:pt x="430" y="37"/>
                  </a:lnTo>
                  <a:lnTo>
                    <a:pt x="406" y="26"/>
                  </a:lnTo>
                  <a:lnTo>
                    <a:pt x="383" y="17"/>
                  </a:lnTo>
                  <a:lnTo>
                    <a:pt x="358" y="11"/>
                  </a:lnTo>
                  <a:lnTo>
                    <a:pt x="331" y="5"/>
                  </a:lnTo>
                  <a:lnTo>
                    <a:pt x="304" y="2"/>
                  </a:lnTo>
                  <a:lnTo>
                    <a:pt x="276" y="0"/>
                  </a:lnTo>
                  <a:lnTo>
                    <a:pt x="248" y="2"/>
                  </a:lnTo>
                  <a:lnTo>
                    <a:pt x="221" y="5"/>
                  </a:lnTo>
                  <a:lnTo>
                    <a:pt x="194" y="11"/>
                  </a:lnTo>
                  <a:lnTo>
                    <a:pt x="169" y="17"/>
                  </a:lnTo>
                  <a:lnTo>
                    <a:pt x="144" y="26"/>
                  </a:lnTo>
                  <a:lnTo>
                    <a:pt x="122" y="37"/>
                  </a:lnTo>
                  <a:lnTo>
                    <a:pt x="100" y="50"/>
                  </a:lnTo>
                  <a:lnTo>
                    <a:pt x="81" y="63"/>
                  </a:lnTo>
                  <a:lnTo>
                    <a:pt x="63" y="79"/>
                  </a:lnTo>
                  <a:lnTo>
                    <a:pt x="48" y="96"/>
                  </a:lnTo>
                  <a:lnTo>
                    <a:pt x="34" y="114"/>
                  </a:lnTo>
                  <a:lnTo>
                    <a:pt x="22" y="133"/>
                  </a:lnTo>
                  <a:lnTo>
                    <a:pt x="13" y="152"/>
                  </a:lnTo>
                  <a:lnTo>
                    <a:pt x="6" y="173"/>
                  </a:lnTo>
                  <a:lnTo>
                    <a:pt x="2" y="195"/>
                  </a:lnTo>
                  <a:lnTo>
                    <a:pt x="0" y="217"/>
                  </a:lnTo>
                  <a:lnTo>
                    <a:pt x="2" y="240"/>
                  </a:lnTo>
                  <a:lnTo>
                    <a:pt x="6" y="261"/>
                  </a:lnTo>
                  <a:lnTo>
                    <a:pt x="13" y="282"/>
                  </a:lnTo>
                  <a:lnTo>
                    <a:pt x="22" y="301"/>
                  </a:lnTo>
                  <a:lnTo>
                    <a:pt x="34" y="320"/>
                  </a:lnTo>
                  <a:lnTo>
                    <a:pt x="48" y="338"/>
                  </a:lnTo>
                  <a:lnTo>
                    <a:pt x="63" y="355"/>
                  </a:lnTo>
                  <a:lnTo>
                    <a:pt x="81" y="371"/>
                  </a:lnTo>
                  <a:lnTo>
                    <a:pt x="100" y="386"/>
                  </a:lnTo>
                  <a:lnTo>
                    <a:pt x="122" y="398"/>
                  </a:lnTo>
                  <a:lnTo>
                    <a:pt x="144" y="409"/>
                  </a:lnTo>
                  <a:lnTo>
                    <a:pt x="169" y="418"/>
                  </a:lnTo>
                  <a:lnTo>
                    <a:pt x="194" y="425"/>
                  </a:lnTo>
                  <a:lnTo>
                    <a:pt x="221" y="430"/>
                  </a:lnTo>
                  <a:lnTo>
                    <a:pt x="248" y="434"/>
                  </a:lnTo>
                  <a:lnTo>
                    <a:pt x="276" y="435"/>
                  </a:lnTo>
                  <a:close/>
                </a:path>
              </a:pathLst>
            </a:custGeom>
            <a:solidFill>
              <a:srgbClr val="C6DDC6"/>
            </a:solidFill>
            <a:ln w="9525">
              <a:noFill/>
              <a:round/>
              <a:headEnd/>
              <a:tailEnd/>
            </a:ln>
          </p:spPr>
          <p:txBody>
            <a:bodyPr/>
            <a:lstStyle/>
            <a:p>
              <a:endParaRPr lang="de-DE"/>
            </a:p>
          </p:txBody>
        </p:sp>
        <p:sp>
          <p:nvSpPr>
            <p:cNvPr id="42" name="Freeform 33"/>
            <p:cNvSpPr>
              <a:spLocks/>
            </p:cNvSpPr>
            <p:nvPr/>
          </p:nvSpPr>
          <p:spPr bwMode="auto">
            <a:xfrm>
              <a:off x="3868" y="2427"/>
              <a:ext cx="179" cy="142"/>
            </a:xfrm>
            <a:custGeom>
              <a:avLst/>
              <a:gdLst>
                <a:gd name="T0" fmla="*/ 298 w 538"/>
                <a:gd name="T1" fmla="*/ 425 h 426"/>
                <a:gd name="T2" fmla="*/ 350 w 538"/>
                <a:gd name="T3" fmla="*/ 416 h 426"/>
                <a:gd name="T4" fmla="*/ 398 w 538"/>
                <a:gd name="T5" fmla="*/ 401 h 426"/>
                <a:gd name="T6" fmla="*/ 441 w 538"/>
                <a:gd name="T7" fmla="*/ 378 h 426"/>
                <a:gd name="T8" fmla="*/ 478 w 538"/>
                <a:gd name="T9" fmla="*/ 349 h 426"/>
                <a:gd name="T10" fmla="*/ 506 w 538"/>
                <a:gd name="T11" fmla="*/ 315 h 426"/>
                <a:gd name="T12" fmla="*/ 526 w 538"/>
                <a:gd name="T13" fmla="*/ 277 h 426"/>
                <a:gd name="T14" fmla="*/ 537 w 538"/>
                <a:gd name="T15" fmla="*/ 234 h 426"/>
                <a:gd name="T16" fmla="*/ 537 w 538"/>
                <a:gd name="T17" fmla="*/ 192 h 426"/>
                <a:gd name="T18" fmla="*/ 526 w 538"/>
                <a:gd name="T19" fmla="*/ 149 h 426"/>
                <a:gd name="T20" fmla="*/ 506 w 538"/>
                <a:gd name="T21" fmla="*/ 111 h 426"/>
                <a:gd name="T22" fmla="*/ 478 w 538"/>
                <a:gd name="T23" fmla="*/ 77 h 426"/>
                <a:gd name="T24" fmla="*/ 441 w 538"/>
                <a:gd name="T25" fmla="*/ 48 h 426"/>
                <a:gd name="T26" fmla="*/ 398 w 538"/>
                <a:gd name="T27" fmla="*/ 26 h 426"/>
                <a:gd name="T28" fmla="*/ 350 w 538"/>
                <a:gd name="T29" fmla="*/ 10 h 426"/>
                <a:gd name="T30" fmla="*/ 298 w 538"/>
                <a:gd name="T31" fmla="*/ 1 h 426"/>
                <a:gd name="T32" fmla="*/ 242 w 538"/>
                <a:gd name="T33" fmla="*/ 1 h 426"/>
                <a:gd name="T34" fmla="*/ 189 w 538"/>
                <a:gd name="T35" fmla="*/ 10 h 426"/>
                <a:gd name="T36" fmla="*/ 141 w 538"/>
                <a:gd name="T37" fmla="*/ 26 h 426"/>
                <a:gd name="T38" fmla="*/ 98 w 538"/>
                <a:gd name="T39" fmla="*/ 48 h 426"/>
                <a:gd name="T40" fmla="*/ 62 w 538"/>
                <a:gd name="T41" fmla="*/ 77 h 426"/>
                <a:gd name="T42" fmla="*/ 33 w 538"/>
                <a:gd name="T43" fmla="*/ 111 h 426"/>
                <a:gd name="T44" fmla="*/ 12 w 538"/>
                <a:gd name="T45" fmla="*/ 149 h 426"/>
                <a:gd name="T46" fmla="*/ 1 w 538"/>
                <a:gd name="T47" fmla="*/ 192 h 426"/>
                <a:gd name="T48" fmla="*/ 1 w 538"/>
                <a:gd name="T49" fmla="*/ 234 h 426"/>
                <a:gd name="T50" fmla="*/ 12 w 538"/>
                <a:gd name="T51" fmla="*/ 277 h 426"/>
                <a:gd name="T52" fmla="*/ 33 w 538"/>
                <a:gd name="T53" fmla="*/ 315 h 426"/>
                <a:gd name="T54" fmla="*/ 62 w 538"/>
                <a:gd name="T55" fmla="*/ 349 h 426"/>
                <a:gd name="T56" fmla="*/ 98 w 538"/>
                <a:gd name="T57" fmla="*/ 378 h 426"/>
                <a:gd name="T58" fmla="*/ 141 w 538"/>
                <a:gd name="T59" fmla="*/ 401 h 426"/>
                <a:gd name="T60" fmla="*/ 189 w 538"/>
                <a:gd name="T61" fmla="*/ 416 h 426"/>
                <a:gd name="T62" fmla="*/ 242 w 538"/>
                <a:gd name="T63" fmla="*/ 425 h 4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8"/>
                <a:gd name="T97" fmla="*/ 0 h 426"/>
                <a:gd name="T98" fmla="*/ 538 w 538"/>
                <a:gd name="T99" fmla="*/ 426 h 4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8" h="426">
                  <a:moveTo>
                    <a:pt x="270" y="426"/>
                  </a:moveTo>
                  <a:lnTo>
                    <a:pt x="298" y="425"/>
                  </a:lnTo>
                  <a:lnTo>
                    <a:pt x="324" y="422"/>
                  </a:lnTo>
                  <a:lnTo>
                    <a:pt x="350" y="416"/>
                  </a:lnTo>
                  <a:lnTo>
                    <a:pt x="374" y="410"/>
                  </a:lnTo>
                  <a:lnTo>
                    <a:pt x="398" y="401"/>
                  </a:lnTo>
                  <a:lnTo>
                    <a:pt x="420" y="391"/>
                  </a:lnTo>
                  <a:lnTo>
                    <a:pt x="441" y="378"/>
                  </a:lnTo>
                  <a:lnTo>
                    <a:pt x="460" y="364"/>
                  </a:lnTo>
                  <a:lnTo>
                    <a:pt x="478" y="349"/>
                  </a:lnTo>
                  <a:lnTo>
                    <a:pt x="492" y="332"/>
                  </a:lnTo>
                  <a:lnTo>
                    <a:pt x="506" y="315"/>
                  </a:lnTo>
                  <a:lnTo>
                    <a:pt x="517" y="296"/>
                  </a:lnTo>
                  <a:lnTo>
                    <a:pt x="526" y="277"/>
                  </a:lnTo>
                  <a:lnTo>
                    <a:pt x="533" y="256"/>
                  </a:lnTo>
                  <a:lnTo>
                    <a:pt x="537" y="234"/>
                  </a:lnTo>
                  <a:lnTo>
                    <a:pt x="538" y="213"/>
                  </a:lnTo>
                  <a:lnTo>
                    <a:pt x="537" y="192"/>
                  </a:lnTo>
                  <a:lnTo>
                    <a:pt x="533" y="170"/>
                  </a:lnTo>
                  <a:lnTo>
                    <a:pt x="526" y="149"/>
                  </a:lnTo>
                  <a:lnTo>
                    <a:pt x="517" y="130"/>
                  </a:lnTo>
                  <a:lnTo>
                    <a:pt x="506" y="111"/>
                  </a:lnTo>
                  <a:lnTo>
                    <a:pt x="492" y="94"/>
                  </a:lnTo>
                  <a:lnTo>
                    <a:pt x="478" y="77"/>
                  </a:lnTo>
                  <a:lnTo>
                    <a:pt x="460" y="63"/>
                  </a:lnTo>
                  <a:lnTo>
                    <a:pt x="441" y="48"/>
                  </a:lnTo>
                  <a:lnTo>
                    <a:pt x="420" y="36"/>
                  </a:lnTo>
                  <a:lnTo>
                    <a:pt x="398" y="26"/>
                  </a:lnTo>
                  <a:lnTo>
                    <a:pt x="374" y="17"/>
                  </a:lnTo>
                  <a:lnTo>
                    <a:pt x="350" y="10"/>
                  </a:lnTo>
                  <a:lnTo>
                    <a:pt x="324" y="4"/>
                  </a:lnTo>
                  <a:lnTo>
                    <a:pt x="298" y="1"/>
                  </a:lnTo>
                  <a:lnTo>
                    <a:pt x="270" y="0"/>
                  </a:lnTo>
                  <a:lnTo>
                    <a:pt x="242" y="1"/>
                  </a:lnTo>
                  <a:lnTo>
                    <a:pt x="216" y="4"/>
                  </a:lnTo>
                  <a:lnTo>
                    <a:pt x="189" y="10"/>
                  </a:lnTo>
                  <a:lnTo>
                    <a:pt x="164" y="17"/>
                  </a:lnTo>
                  <a:lnTo>
                    <a:pt x="141" y="26"/>
                  </a:lnTo>
                  <a:lnTo>
                    <a:pt x="119" y="36"/>
                  </a:lnTo>
                  <a:lnTo>
                    <a:pt x="98" y="48"/>
                  </a:lnTo>
                  <a:lnTo>
                    <a:pt x="79" y="63"/>
                  </a:lnTo>
                  <a:lnTo>
                    <a:pt x="62" y="77"/>
                  </a:lnTo>
                  <a:lnTo>
                    <a:pt x="46" y="94"/>
                  </a:lnTo>
                  <a:lnTo>
                    <a:pt x="33" y="111"/>
                  </a:lnTo>
                  <a:lnTo>
                    <a:pt x="21" y="130"/>
                  </a:lnTo>
                  <a:lnTo>
                    <a:pt x="12" y="149"/>
                  </a:lnTo>
                  <a:lnTo>
                    <a:pt x="6" y="170"/>
                  </a:lnTo>
                  <a:lnTo>
                    <a:pt x="1" y="192"/>
                  </a:lnTo>
                  <a:lnTo>
                    <a:pt x="0" y="213"/>
                  </a:lnTo>
                  <a:lnTo>
                    <a:pt x="1" y="234"/>
                  </a:lnTo>
                  <a:lnTo>
                    <a:pt x="6" y="256"/>
                  </a:lnTo>
                  <a:lnTo>
                    <a:pt x="12" y="277"/>
                  </a:lnTo>
                  <a:lnTo>
                    <a:pt x="21" y="296"/>
                  </a:lnTo>
                  <a:lnTo>
                    <a:pt x="33" y="315"/>
                  </a:lnTo>
                  <a:lnTo>
                    <a:pt x="46" y="332"/>
                  </a:lnTo>
                  <a:lnTo>
                    <a:pt x="62" y="349"/>
                  </a:lnTo>
                  <a:lnTo>
                    <a:pt x="79" y="364"/>
                  </a:lnTo>
                  <a:lnTo>
                    <a:pt x="98" y="378"/>
                  </a:lnTo>
                  <a:lnTo>
                    <a:pt x="119" y="391"/>
                  </a:lnTo>
                  <a:lnTo>
                    <a:pt x="141" y="401"/>
                  </a:lnTo>
                  <a:lnTo>
                    <a:pt x="164" y="410"/>
                  </a:lnTo>
                  <a:lnTo>
                    <a:pt x="189" y="416"/>
                  </a:lnTo>
                  <a:lnTo>
                    <a:pt x="216" y="422"/>
                  </a:lnTo>
                  <a:lnTo>
                    <a:pt x="242" y="425"/>
                  </a:lnTo>
                  <a:lnTo>
                    <a:pt x="270" y="426"/>
                  </a:lnTo>
                  <a:close/>
                </a:path>
              </a:pathLst>
            </a:custGeom>
            <a:solidFill>
              <a:srgbClr val="CEE2CE"/>
            </a:solidFill>
            <a:ln w="9525">
              <a:noFill/>
              <a:round/>
              <a:headEnd/>
              <a:tailEnd/>
            </a:ln>
          </p:spPr>
          <p:txBody>
            <a:bodyPr/>
            <a:lstStyle/>
            <a:p>
              <a:endParaRPr lang="de-DE"/>
            </a:p>
          </p:txBody>
        </p:sp>
        <p:sp>
          <p:nvSpPr>
            <p:cNvPr id="43" name="Freeform 34"/>
            <p:cNvSpPr>
              <a:spLocks/>
            </p:cNvSpPr>
            <p:nvPr/>
          </p:nvSpPr>
          <p:spPr bwMode="auto">
            <a:xfrm>
              <a:off x="3870" y="2429"/>
              <a:ext cx="176" cy="139"/>
            </a:xfrm>
            <a:custGeom>
              <a:avLst/>
              <a:gdLst>
                <a:gd name="T0" fmla="*/ 292 w 529"/>
                <a:gd name="T1" fmla="*/ 418 h 419"/>
                <a:gd name="T2" fmla="*/ 344 w 529"/>
                <a:gd name="T3" fmla="*/ 410 h 419"/>
                <a:gd name="T4" fmla="*/ 391 w 529"/>
                <a:gd name="T5" fmla="*/ 393 h 419"/>
                <a:gd name="T6" fmla="*/ 433 w 529"/>
                <a:gd name="T7" fmla="*/ 371 h 419"/>
                <a:gd name="T8" fmla="*/ 468 w 529"/>
                <a:gd name="T9" fmla="*/ 343 h 419"/>
                <a:gd name="T10" fmla="*/ 498 w 529"/>
                <a:gd name="T11" fmla="*/ 309 h 419"/>
                <a:gd name="T12" fmla="*/ 517 w 529"/>
                <a:gd name="T13" fmla="*/ 272 h 419"/>
                <a:gd name="T14" fmla="*/ 528 w 529"/>
                <a:gd name="T15" fmla="*/ 230 h 419"/>
                <a:gd name="T16" fmla="*/ 528 w 529"/>
                <a:gd name="T17" fmla="*/ 188 h 419"/>
                <a:gd name="T18" fmla="*/ 517 w 529"/>
                <a:gd name="T19" fmla="*/ 147 h 419"/>
                <a:gd name="T20" fmla="*/ 498 w 529"/>
                <a:gd name="T21" fmla="*/ 109 h 419"/>
                <a:gd name="T22" fmla="*/ 468 w 529"/>
                <a:gd name="T23" fmla="*/ 77 h 419"/>
                <a:gd name="T24" fmla="*/ 433 w 529"/>
                <a:gd name="T25" fmla="*/ 47 h 419"/>
                <a:gd name="T26" fmla="*/ 391 w 529"/>
                <a:gd name="T27" fmla="*/ 25 h 419"/>
                <a:gd name="T28" fmla="*/ 344 w 529"/>
                <a:gd name="T29" fmla="*/ 9 h 419"/>
                <a:gd name="T30" fmla="*/ 292 w 529"/>
                <a:gd name="T31" fmla="*/ 1 h 419"/>
                <a:gd name="T32" fmla="*/ 238 w 529"/>
                <a:gd name="T33" fmla="*/ 1 h 419"/>
                <a:gd name="T34" fmla="*/ 186 w 529"/>
                <a:gd name="T35" fmla="*/ 9 h 419"/>
                <a:gd name="T36" fmla="*/ 139 w 529"/>
                <a:gd name="T37" fmla="*/ 25 h 419"/>
                <a:gd name="T38" fmla="*/ 96 w 529"/>
                <a:gd name="T39" fmla="*/ 47 h 419"/>
                <a:gd name="T40" fmla="*/ 60 w 529"/>
                <a:gd name="T41" fmla="*/ 77 h 419"/>
                <a:gd name="T42" fmla="*/ 32 w 529"/>
                <a:gd name="T43" fmla="*/ 109 h 419"/>
                <a:gd name="T44" fmla="*/ 12 w 529"/>
                <a:gd name="T45" fmla="*/ 147 h 419"/>
                <a:gd name="T46" fmla="*/ 1 w 529"/>
                <a:gd name="T47" fmla="*/ 188 h 419"/>
                <a:gd name="T48" fmla="*/ 1 w 529"/>
                <a:gd name="T49" fmla="*/ 230 h 419"/>
                <a:gd name="T50" fmla="*/ 12 w 529"/>
                <a:gd name="T51" fmla="*/ 272 h 419"/>
                <a:gd name="T52" fmla="*/ 32 w 529"/>
                <a:gd name="T53" fmla="*/ 309 h 419"/>
                <a:gd name="T54" fmla="*/ 60 w 529"/>
                <a:gd name="T55" fmla="*/ 343 h 419"/>
                <a:gd name="T56" fmla="*/ 96 w 529"/>
                <a:gd name="T57" fmla="*/ 371 h 419"/>
                <a:gd name="T58" fmla="*/ 139 w 529"/>
                <a:gd name="T59" fmla="*/ 393 h 419"/>
                <a:gd name="T60" fmla="*/ 186 w 529"/>
                <a:gd name="T61" fmla="*/ 410 h 419"/>
                <a:gd name="T62" fmla="*/ 238 w 529"/>
                <a:gd name="T63" fmla="*/ 418 h 4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29"/>
                <a:gd name="T97" fmla="*/ 0 h 419"/>
                <a:gd name="T98" fmla="*/ 529 w 529"/>
                <a:gd name="T99" fmla="*/ 419 h 4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29" h="419">
                  <a:moveTo>
                    <a:pt x="265" y="419"/>
                  </a:moveTo>
                  <a:lnTo>
                    <a:pt x="292" y="418"/>
                  </a:lnTo>
                  <a:lnTo>
                    <a:pt x="318" y="415"/>
                  </a:lnTo>
                  <a:lnTo>
                    <a:pt x="344" y="410"/>
                  </a:lnTo>
                  <a:lnTo>
                    <a:pt x="368" y="402"/>
                  </a:lnTo>
                  <a:lnTo>
                    <a:pt x="391" y="393"/>
                  </a:lnTo>
                  <a:lnTo>
                    <a:pt x="412" y="383"/>
                  </a:lnTo>
                  <a:lnTo>
                    <a:pt x="433" y="371"/>
                  </a:lnTo>
                  <a:lnTo>
                    <a:pt x="451" y="357"/>
                  </a:lnTo>
                  <a:lnTo>
                    <a:pt x="468" y="343"/>
                  </a:lnTo>
                  <a:lnTo>
                    <a:pt x="484" y="326"/>
                  </a:lnTo>
                  <a:lnTo>
                    <a:pt x="498" y="309"/>
                  </a:lnTo>
                  <a:lnTo>
                    <a:pt x="509" y="291"/>
                  </a:lnTo>
                  <a:lnTo>
                    <a:pt x="517" y="272"/>
                  </a:lnTo>
                  <a:lnTo>
                    <a:pt x="523" y="252"/>
                  </a:lnTo>
                  <a:lnTo>
                    <a:pt x="528" y="230"/>
                  </a:lnTo>
                  <a:lnTo>
                    <a:pt x="529" y="209"/>
                  </a:lnTo>
                  <a:lnTo>
                    <a:pt x="528" y="188"/>
                  </a:lnTo>
                  <a:lnTo>
                    <a:pt x="523" y="166"/>
                  </a:lnTo>
                  <a:lnTo>
                    <a:pt x="517" y="147"/>
                  </a:lnTo>
                  <a:lnTo>
                    <a:pt x="509" y="127"/>
                  </a:lnTo>
                  <a:lnTo>
                    <a:pt x="498" y="109"/>
                  </a:lnTo>
                  <a:lnTo>
                    <a:pt x="484" y="92"/>
                  </a:lnTo>
                  <a:lnTo>
                    <a:pt x="468" y="77"/>
                  </a:lnTo>
                  <a:lnTo>
                    <a:pt x="451" y="61"/>
                  </a:lnTo>
                  <a:lnTo>
                    <a:pt x="433" y="47"/>
                  </a:lnTo>
                  <a:lnTo>
                    <a:pt x="412" y="36"/>
                  </a:lnTo>
                  <a:lnTo>
                    <a:pt x="391" y="25"/>
                  </a:lnTo>
                  <a:lnTo>
                    <a:pt x="368" y="17"/>
                  </a:lnTo>
                  <a:lnTo>
                    <a:pt x="344" y="9"/>
                  </a:lnTo>
                  <a:lnTo>
                    <a:pt x="318" y="5"/>
                  </a:lnTo>
                  <a:lnTo>
                    <a:pt x="292" y="1"/>
                  </a:lnTo>
                  <a:lnTo>
                    <a:pt x="265" y="0"/>
                  </a:lnTo>
                  <a:lnTo>
                    <a:pt x="238" y="1"/>
                  </a:lnTo>
                  <a:lnTo>
                    <a:pt x="212" y="5"/>
                  </a:lnTo>
                  <a:lnTo>
                    <a:pt x="186" y="9"/>
                  </a:lnTo>
                  <a:lnTo>
                    <a:pt x="161" y="17"/>
                  </a:lnTo>
                  <a:lnTo>
                    <a:pt x="139" y="25"/>
                  </a:lnTo>
                  <a:lnTo>
                    <a:pt x="116" y="36"/>
                  </a:lnTo>
                  <a:lnTo>
                    <a:pt x="96" y="47"/>
                  </a:lnTo>
                  <a:lnTo>
                    <a:pt x="77" y="61"/>
                  </a:lnTo>
                  <a:lnTo>
                    <a:pt x="60" y="77"/>
                  </a:lnTo>
                  <a:lnTo>
                    <a:pt x="45" y="92"/>
                  </a:lnTo>
                  <a:lnTo>
                    <a:pt x="32" y="109"/>
                  </a:lnTo>
                  <a:lnTo>
                    <a:pt x="21" y="127"/>
                  </a:lnTo>
                  <a:lnTo>
                    <a:pt x="12" y="147"/>
                  </a:lnTo>
                  <a:lnTo>
                    <a:pt x="5" y="166"/>
                  </a:lnTo>
                  <a:lnTo>
                    <a:pt x="1" y="188"/>
                  </a:lnTo>
                  <a:lnTo>
                    <a:pt x="0" y="209"/>
                  </a:lnTo>
                  <a:lnTo>
                    <a:pt x="1" y="230"/>
                  </a:lnTo>
                  <a:lnTo>
                    <a:pt x="5" y="252"/>
                  </a:lnTo>
                  <a:lnTo>
                    <a:pt x="12" y="272"/>
                  </a:lnTo>
                  <a:lnTo>
                    <a:pt x="21" y="291"/>
                  </a:lnTo>
                  <a:lnTo>
                    <a:pt x="32" y="309"/>
                  </a:lnTo>
                  <a:lnTo>
                    <a:pt x="45" y="326"/>
                  </a:lnTo>
                  <a:lnTo>
                    <a:pt x="60" y="343"/>
                  </a:lnTo>
                  <a:lnTo>
                    <a:pt x="77" y="357"/>
                  </a:lnTo>
                  <a:lnTo>
                    <a:pt x="96" y="371"/>
                  </a:lnTo>
                  <a:lnTo>
                    <a:pt x="116" y="383"/>
                  </a:lnTo>
                  <a:lnTo>
                    <a:pt x="139" y="393"/>
                  </a:lnTo>
                  <a:lnTo>
                    <a:pt x="161" y="402"/>
                  </a:lnTo>
                  <a:lnTo>
                    <a:pt x="186" y="410"/>
                  </a:lnTo>
                  <a:lnTo>
                    <a:pt x="212" y="415"/>
                  </a:lnTo>
                  <a:lnTo>
                    <a:pt x="238" y="418"/>
                  </a:lnTo>
                  <a:lnTo>
                    <a:pt x="265" y="419"/>
                  </a:lnTo>
                  <a:close/>
                </a:path>
              </a:pathLst>
            </a:custGeom>
            <a:solidFill>
              <a:srgbClr val="D3E5D3"/>
            </a:solidFill>
            <a:ln w="9525">
              <a:noFill/>
              <a:round/>
              <a:headEnd/>
              <a:tailEnd/>
            </a:ln>
          </p:spPr>
          <p:txBody>
            <a:bodyPr/>
            <a:lstStyle/>
            <a:p>
              <a:endParaRPr lang="de-DE"/>
            </a:p>
          </p:txBody>
        </p:sp>
        <p:sp>
          <p:nvSpPr>
            <p:cNvPr id="44" name="Freeform 35"/>
            <p:cNvSpPr>
              <a:spLocks/>
            </p:cNvSpPr>
            <p:nvPr/>
          </p:nvSpPr>
          <p:spPr bwMode="auto">
            <a:xfrm>
              <a:off x="3871" y="2430"/>
              <a:ext cx="173" cy="137"/>
            </a:xfrm>
            <a:custGeom>
              <a:avLst/>
              <a:gdLst>
                <a:gd name="T0" fmla="*/ 287 w 518"/>
                <a:gd name="T1" fmla="*/ 409 h 411"/>
                <a:gd name="T2" fmla="*/ 337 w 518"/>
                <a:gd name="T3" fmla="*/ 402 h 411"/>
                <a:gd name="T4" fmla="*/ 383 w 518"/>
                <a:gd name="T5" fmla="*/ 386 h 411"/>
                <a:gd name="T6" fmla="*/ 425 w 518"/>
                <a:gd name="T7" fmla="*/ 363 h 411"/>
                <a:gd name="T8" fmla="*/ 460 w 518"/>
                <a:gd name="T9" fmla="*/ 335 h 411"/>
                <a:gd name="T10" fmla="*/ 487 w 518"/>
                <a:gd name="T11" fmla="*/ 303 h 411"/>
                <a:gd name="T12" fmla="*/ 507 w 518"/>
                <a:gd name="T13" fmla="*/ 266 h 411"/>
                <a:gd name="T14" fmla="*/ 517 w 518"/>
                <a:gd name="T15" fmla="*/ 226 h 411"/>
                <a:gd name="T16" fmla="*/ 517 w 518"/>
                <a:gd name="T17" fmla="*/ 184 h 411"/>
                <a:gd name="T18" fmla="*/ 507 w 518"/>
                <a:gd name="T19" fmla="*/ 145 h 411"/>
                <a:gd name="T20" fmla="*/ 487 w 518"/>
                <a:gd name="T21" fmla="*/ 107 h 411"/>
                <a:gd name="T22" fmla="*/ 460 w 518"/>
                <a:gd name="T23" fmla="*/ 75 h 411"/>
                <a:gd name="T24" fmla="*/ 425 w 518"/>
                <a:gd name="T25" fmla="*/ 47 h 411"/>
                <a:gd name="T26" fmla="*/ 383 w 518"/>
                <a:gd name="T27" fmla="*/ 24 h 411"/>
                <a:gd name="T28" fmla="*/ 337 w 518"/>
                <a:gd name="T29" fmla="*/ 9 h 411"/>
                <a:gd name="T30" fmla="*/ 287 w 518"/>
                <a:gd name="T31" fmla="*/ 1 h 411"/>
                <a:gd name="T32" fmla="*/ 233 w 518"/>
                <a:gd name="T33" fmla="*/ 1 h 411"/>
                <a:gd name="T34" fmla="*/ 182 w 518"/>
                <a:gd name="T35" fmla="*/ 9 h 411"/>
                <a:gd name="T36" fmla="*/ 136 w 518"/>
                <a:gd name="T37" fmla="*/ 24 h 411"/>
                <a:gd name="T38" fmla="*/ 95 w 518"/>
                <a:gd name="T39" fmla="*/ 47 h 411"/>
                <a:gd name="T40" fmla="*/ 60 w 518"/>
                <a:gd name="T41" fmla="*/ 75 h 411"/>
                <a:gd name="T42" fmla="*/ 32 w 518"/>
                <a:gd name="T43" fmla="*/ 107 h 411"/>
                <a:gd name="T44" fmla="*/ 11 w 518"/>
                <a:gd name="T45" fmla="*/ 145 h 411"/>
                <a:gd name="T46" fmla="*/ 1 w 518"/>
                <a:gd name="T47" fmla="*/ 184 h 411"/>
                <a:gd name="T48" fmla="*/ 1 w 518"/>
                <a:gd name="T49" fmla="*/ 226 h 411"/>
                <a:gd name="T50" fmla="*/ 11 w 518"/>
                <a:gd name="T51" fmla="*/ 266 h 411"/>
                <a:gd name="T52" fmla="*/ 32 w 518"/>
                <a:gd name="T53" fmla="*/ 303 h 411"/>
                <a:gd name="T54" fmla="*/ 60 w 518"/>
                <a:gd name="T55" fmla="*/ 335 h 411"/>
                <a:gd name="T56" fmla="*/ 95 w 518"/>
                <a:gd name="T57" fmla="*/ 363 h 411"/>
                <a:gd name="T58" fmla="*/ 136 w 518"/>
                <a:gd name="T59" fmla="*/ 386 h 411"/>
                <a:gd name="T60" fmla="*/ 182 w 518"/>
                <a:gd name="T61" fmla="*/ 402 h 411"/>
                <a:gd name="T62" fmla="*/ 233 w 518"/>
                <a:gd name="T63" fmla="*/ 409 h 4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8"/>
                <a:gd name="T97" fmla="*/ 0 h 411"/>
                <a:gd name="T98" fmla="*/ 518 w 518"/>
                <a:gd name="T99" fmla="*/ 411 h 4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8" h="411">
                  <a:moveTo>
                    <a:pt x="260" y="411"/>
                  </a:moveTo>
                  <a:lnTo>
                    <a:pt x="287" y="409"/>
                  </a:lnTo>
                  <a:lnTo>
                    <a:pt x="313" y="406"/>
                  </a:lnTo>
                  <a:lnTo>
                    <a:pt x="337" y="402"/>
                  </a:lnTo>
                  <a:lnTo>
                    <a:pt x="361" y="395"/>
                  </a:lnTo>
                  <a:lnTo>
                    <a:pt x="383" y="386"/>
                  </a:lnTo>
                  <a:lnTo>
                    <a:pt x="405" y="376"/>
                  </a:lnTo>
                  <a:lnTo>
                    <a:pt x="425" y="363"/>
                  </a:lnTo>
                  <a:lnTo>
                    <a:pt x="443" y="350"/>
                  </a:lnTo>
                  <a:lnTo>
                    <a:pt x="460" y="335"/>
                  </a:lnTo>
                  <a:lnTo>
                    <a:pt x="475" y="320"/>
                  </a:lnTo>
                  <a:lnTo>
                    <a:pt x="487" y="303"/>
                  </a:lnTo>
                  <a:lnTo>
                    <a:pt x="498" y="285"/>
                  </a:lnTo>
                  <a:lnTo>
                    <a:pt x="507" y="266"/>
                  </a:lnTo>
                  <a:lnTo>
                    <a:pt x="513" y="247"/>
                  </a:lnTo>
                  <a:lnTo>
                    <a:pt x="517" y="226"/>
                  </a:lnTo>
                  <a:lnTo>
                    <a:pt x="518" y="205"/>
                  </a:lnTo>
                  <a:lnTo>
                    <a:pt x="517" y="184"/>
                  </a:lnTo>
                  <a:lnTo>
                    <a:pt x="513" y="164"/>
                  </a:lnTo>
                  <a:lnTo>
                    <a:pt x="507" y="145"/>
                  </a:lnTo>
                  <a:lnTo>
                    <a:pt x="498" y="125"/>
                  </a:lnTo>
                  <a:lnTo>
                    <a:pt x="487" y="107"/>
                  </a:lnTo>
                  <a:lnTo>
                    <a:pt x="475" y="91"/>
                  </a:lnTo>
                  <a:lnTo>
                    <a:pt x="460" y="75"/>
                  </a:lnTo>
                  <a:lnTo>
                    <a:pt x="443" y="60"/>
                  </a:lnTo>
                  <a:lnTo>
                    <a:pt x="425" y="47"/>
                  </a:lnTo>
                  <a:lnTo>
                    <a:pt x="405" y="34"/>
                  </a:lnTo>
                  <a:lnTo>
                    <a:pt x="383" y="24"/>
                  </a:lnTo>
                  <a:lnTo>
                    <a:pt x="361" y="15"/>
                  </a:lnTo>
                  <a:lnTo>
                    <a:pt x="337" y="9"/>
                  </a:lnTo>
                  <a:lnTo>
                    <a:pt x="313" y="4"/>
                  </a:lnTo>
                  <a:lnTo>
                    <a:pt x="287" y="1"/>
                  </a:lnTo>
                  <a:lnTo>
                    <a:pt x="260" y="0"/>
                  </a:lnTo>
                  <a:lnTo>
                    <a:pt x="233" y="1"/>
                  </a:lnTo>
                  <a:lnTo>
                    <a:pt x="207" y="4"/>
                  </a:lnTo>
                  <a:lnTo>
                    <a:pt x="182" y="9"/>
                  </a:lnTo>
                  <a:lnTo>
                    <a:pt x="159" y="15"/>
                  </a:lnTo>
                  <a:lnTo>
                    <a:pt x="136" y="24"/>
                  </a:lnTo>
                  <a:lnTo>
                    <a:pt x="115" y="34"/>
                  </a:lnTo>
                  <a:lnTo>
                    <a:pt x="95" y="47"/>
                  </a:lnTo>
                  <a:lnTo>
                    <a:pt x="77" y="60"/>
                  </a:lnTo>
                  <a:lnTo>
                    <a:pt x="60" y="75"/>
                  </a:lnTo>
                  <a:lnTo>
                    <a:pt x="44" y="91"/>
                  </a:lnTo>
                  <a:lnTo>
                    <a:pt x="32" y="107"/>
                  </a:lnTo>
                  <a:lnTo>
                    <a:pt x="20" y="125"/>
                  </a:lnTo>
                  <a:lnTo>
                    <a:pt x="11" y="145"/>
                  </a:lnTo>
                  <a:lnTo>
                    <a:pt x="6" y="164"/>
                  </a:lnTo>
                  <a:lnTo>
                    <a:pt x="1" y="184"/>
                  </a:lnTo>
                  <a:lnTo>
                    <a:pt x="0" y="205"/>
                  </a:lnTo>
                  <a:lnTo>
                    <a:pt x="1" y="226"/>
                  </a:lnTo>
                  <a:lnTo>
                    <a:pt x="6" y="247"/>
                  </a:lnTo>
                  <a:lnTo>
                    <a:pt x="11" y="266"/>
                  </a:lnTo>
                  <a:lnTo>
                    <a:pt x="20" y="285"/>
                  </a:lnTo>
                  <a:lnTo>
                    <a:pt x="32" y="303"/>
                  </a:lnTo>
                  <a:lnTo>
                    <a:pt x="44" y="320"/>
                  </a:lnTo>
                  <a:lnTo>
                    <a:pt x="60" y="335"/>
                  </a:lnTo>
                  <a:lnTo>
                    <a:pt x="77" y="350"/>
                  </a:lnTo>
                  <a:lnTo>
                    <a:pt x="95" y="363"/>
                  </a:lnTo>
                  <a:lnTo>
                    <a:pt x="115" y="376"/>
                  </a:lnTo>
                  <a:lnTo>
                    <a:pt x="136" y="386"/>
                  </a:lnTo>
                  <a:lnTo>
                    <a:pt x="159" y="395"/>
                  </a:lnTo>
                  <a:lnTo>
                    <a:pt x="182" y="402"/>
                  </a:lnTo>
                  <a:lnTo>
                    <a:pt x="207" y="406"/>
                  </a:lnTo>
                  <a:lnTo>
                    <a:pt x="233" y="409"/>
                  </a:lnTo>
                  <a:lnTo>
                    <a:pt x="260" y="411"/>
                  </a:lnTo>
                  <a:close/>
                </a:path>
              </a:pathLst>
            </a:custGeom>
            <a:solidFill>
              <a:srgbClr val="DDEADD"/>
            </a:solidFill>
            <a:ln w="9525">
              <a:noFill/>
              <a:round/>
              <a:headEnd/>
              <a:tailEnd/>
            </a:ln>
          </p:spPr>
          <p:txBody>
            <a:bodyPr/>
            <a:lstStyle/>
            <a:p>
              <a:endParaRPr lang="de-DE"/>
            </a:p>
          </p:txBody>
        </p:sp>
        <p:sp>
          <p:nvSpPr>
            <p:cNvPr id="45" name="Freeform 36"/>
            <p:cNvSpPr>
              <a:spLocks/>
            </p:cNvSpPr>
            <p:nvPr/>
          </p:nvSpPr>
          <p:spPr bwMode="auto">
            <a:xfrm>
              <a:off x="3873" y="2431"/>
              <a:ext cx="170" cy="135"/>
            </a:xfrm>
            <a:custGeom>
              <a:avLst/>
              <a:gdLst>
                <a:gd name="T0" fmla="*/ 281 w 509"/>
                <a:gd name="T1" fmla="*/ 402 h 403"/>
                <a:gd name="T2" fmla="*/ 330 w 509"/>
                <a:gd name="T3" fmla="*/ 394 h 403"/>
                <a:gd name="T4" fmla="*/ 376 w 509"/>
                <a:gd name="T5" fmla="*/ 379 h 403"/>
                <a:gd name="T6" fmla="*/ 417 w 509"/>
                <a:gd name="T7" fmla="*/ 357 h 403"/>
                <a:gd name="T8" fmla="*/ 450 w 509"/>
                <a:gd name="T9" fmla="*/ 329 h 403"/>
                <a:gd name="T10" fmla="*/ 479 w 509"/>
                <a:gd name="T11" fmla="*/ 298 h 403"/>
                <a:gd name="T12" fmla="*/ 498 w 509"/>
                <a:gd name="T13" fmla="*/ 261 h 403"/>
                <a:gd name="T14" fmla="*/ 508 w 509"/>
                <a:gd name="T15" fmla="*/ 221 h 403"/>
                <a:gd name="T16" fmla="*/ 508 w 509"/>
                <a:gd name="T17" fmla="*/ 181 h 403"/>
                <a:gd name="T18" fmla="*/ 498 w 509"/>
                <a:gd name="T19" fmla="*/ 142 h 403"/>
                <a:gd name="T20" fmla="*/ 479 w 509"/>
                <a:gd name="T21" fmla="*/ 106 h 403"/>
                <a:gd name="T22" fmla="*/ 450 w 509"/>
                <a:gd name="T23" fmla="*/ 73 h 403"/>
                <a:gd name="T24" fmla="*/ 417 w 509"/>
                <a:gd name="T25" fmla="*/ 46 h 403"/>
                <a:gd name="T26" fmla="*/ 376 w 509"/>
                <a:gd name="T27" fmla="*/ 25 h 403"/>
                <a:gd name="T28" fmla="*/ 330 w 509"/>
                <a:gd name="T29" fmla="*/ 9 h 403"/>
                <a:gd name="T30" fmla="*/ 281 w 509"/>
                <a:gd name="T31" fmla="*/ 1 h 403"/>
                <a:gd name="T32" fmla="*/ 229 w 509"/>
                <a:gd name="T33" fmla="*/ 1 h 403"/>
                <a:gd name="T34" fmla="*/ 180 w 509"/>
                <a:gd name="T35" fmla="*/ 9 h 403"/>
                <a:gd name="T36" fmla="*/ 133 w 509"/>
                <a:gd name="T37" fmla="*/ 25 h 403"/>
                <a:gd name="T38" fmla="*/ 93 w 509"/>
                <a:gd name="T39" fmla="*/ 46 h 403"/>
                <a:gd name="T40" fmla="*/ 58 w 509"/>
                <a:gd name="T41" fmla="*/ 73 h 403"/>
                <a:gd name="T42" fmla="*/ 30 w 509"/>
                <a:gd name="T43" fmla="*/ 106 h 403"/>
                <a:gd name="T44" fmla="*/ 11 w 509"/>
                <a:gd name="T45" fmla="*/ 142 h 403"/>
                <a:gd name="T46" fmla="*/ 1 w 509"/>
                <a:gd name="T47" fmla="*/ 181 h 403"/>
                <a:gd name="T48" fmla="*/ 1 w 509"/>
                <a:gd name="T49" fmla="*/ 221 h 403"/>
                <a:gd name="T50" fmla="*/ 11 w 509"/>
                <a:gd name="T51" fmla="*/ 261 h 403"/>
                <a:gd name="T52" fmla="*/ 30 w 509"/>
                <a:gd name="T53" fmla="*/ 298 h 403"/>
                <a:gd name="T54" fmla="*/ 58 w 509"/>
                <a:gd name="T55" fmla="*/ 329 h 403"/>
                <a:gd name="T56" fmla="*/ 93 w 509"/>
                <a:gd name="T57" fmla="*/ 357 h 403"/>
                <a:gd name="T58" fmla="*/ 133 w 509"/>
                <a:gd name="T59" fmla="*/ 379 h 403"/>
                <a:gd name="T60" fmla="*/ 180 w 509"/>
                <a:gd name="T61" fmla="*/ 394 h 403"/>
                <a:gd name="T62" fmla="*/ 229 w 509"/>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9"/>
                <a:gd name="T97" fmla="*/ 0 h 403"/>
                <a:gd name="T98" fmla="*/ 509 w 509"/>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9" h="403">
                  <a:moveTo>
                    <a:pt x="255" y="403"/>
                  </a:moveTo>
                  <a:lnTo>
                    <a:pt x="281" y="402"/>
                  </a:lnTo>
                  <a:lnTo>
                    <a:pt x="307" y="399"/>
                  </a:lnTo>
                  <a:lnTo>
                    <a:pt x="330" y="394"/>
                  </a:lnTo>
                  <a:lnTo>
                    <a:pt x="354" y="388"/>
                  </a:lnTo>
                  <a:lnTo>
                    <a:pt x="376" y="379"/>
                  </a:lnTo>
                  <a:lnTo>
                    <a:pt x="396" y="368"/>
                  </a:lnTo>
                  <a:lnTo>
                    <a:pt x="417" y="357"/>
                  </a:lnTo>
                  <a:lnTo>
                    <a:pt x="435" y="344"/>
                  </a:lnTo>
                  <a:lnTo>
                    <a:pt x="450" y="329"/>
                  </a:lnTo>
                  <a:lnTo>
                    <a:pt x="465" y="313"/>
                  </a:lnTo>
                  <a:lnTo>
                    <a:pt x="479" y="298"/>
                  </a:lnTo>
                  <a:lnTo>
                    <a:pt x="489" y="280"/>
                  </a:lnTo>
                  <a:lnTo>
                    <a:pt x="498" y="261"/>
                  </a:lnTo>
                  <a:lnTo>
                    <a:pt x="503" y="242"/>
                  </a:lnTo>
                  <a:lnTo>
                    <a:pt x="508" y="221"/>
                  </a:lnTo>
                  <a:lnTo>
                    <a:pt x="509" y="201"/>
                  </a:lnTo>
                  <a:lnTo>
                    <a:pt x="508" y="181"/>
                  </a:lnTo>
                  <a:lnTo>
                    <a:pt x="503" y="161"/>
                  </a:lnTo>
                  <a:lnTo>
                    <a:pt x="498" y="142"/>
                  </a:lnTo>
                  <a:lnTo>
                    <a:pt x="489" y="123"/>
                  </a:lnTo>
                  <a:lnTo>
                    <a:pt x="479" y="106"/>
                  </a:lnTo>
                  <a:lnTo>
                    <a:pt x="465" y="89"/>
                  </a:lnTo>
                  <a:lnTo>
                    <a:pt x="450" y="73"/>
                  </a:lnTo>
                  <a:lnTo>
                    <a:pt x="435" y="59"/>
                  </a:lnTo>
                  <a:lnTo>
                    <a:pt x="417" y="46"/>
                  </a:lnTo>
                  <a:lnTo>
                    <a:pt x="396" y="35"/>
                  </a:lnTo>
                  <a:lnTo>
                    <a:pt x="376" y="25"/>
                  </a:lnTo>
                  <a:lnTo>
                    <a:pt x="354" y="16"/>
                  </a:lnTo>
                  <a:lnTo>
                    <a:pt x="330" y="9"/>
                  </a:lnTo>
                  <a:lnTo>
                    <a:pt x="307" y="5"/>
                  </a:lnTo>
                  <a:lnTo>
                    <a:pt x="281" y="1"/>
                  </a:lnTo>
                  <a:lnTo>
                    <a:pt x="255" y="0"/>
                  </a:lnTo>
                  <a:lnTo>
                    <a:pt x="229" y="1"/>
                  </a:lnTo>
                  <a:lnTo>
                    <a:pt x="203" y="5"/>
                  </a:lnTo>
                  <a:lnTo>
                    <a:pt x="180" y="9"/>
                  </a:lnTo>
                  <a:lnTo>
                    <a:pt x="156" y="16"/>
                  </a:lnTo>
                  <a:lnTo>
                    <a:pt x="133" y="25"/>
                  </a:lnTo>
                  <a:lnTo>
                    <a:pt x="112" y="35"/>
                  </a:lnTo>
                  <a:lnTo>
                    <a:pt x="93" y="46"/>
                  </a:lnTo>
                  <a:lnTo>
                    <a:pt x="75" y="59"/>
                  </a:lnTo>
                  <a:lnTo>
                    <a:pt x="58" y="73"/>
                  </a:lnTo>
                  <a:lnTo>
                    <a:pt x="43" y="89"/>
                  </a:lnTo>
                  <a:lnTo>
                    <a:pt x="30" y="106"/>
                  </a:lnTo>
                  <a:lnTo>
                    <a:pt x="20" y="123"/>
                  </a:lnTo>
                  <a:lnTo>
                    <a:pt x="11" y="142"/>
                  </a:lnTo>
                  <a:lnTo>
                    <a:pt x="5" y="161"/>
                  </a:lnTo>
                  <a:lnTo>
                    <a:pt x="1" y="181"/>
                  </a:lnTo>
                  <a:lnTo>
                    <a:pt x="0" y="201"/>
                  </a:lnTo>
                  <a:lnTo>
                    <a:pt x="1" y="221"/>
                  </a:lnTo>
                  <a:lnTo>
                    <a:pt x="5" y="242"/>
                  </a:lnTo>
                  <a:lnTo>
                    <a:pt x="11" y="261"/>
                  </a:lnTo>
                  <a:lnTo>
                    <a:pt x="20" y="280"/>
                  </a:lnTo>
                  <a:lnTo>
                    <a:pt x="30" y="298"/>
                  </a:lnTo>
                  <a:lnTo>
                    <a:pt x="43" y="313"/>
                  </a:lnTo>
                  <a:lnTo>
                    <a:pt x="58" y="329"/>
                  </a:lnTo>
                  <a:lnTo>
                    <a:pt x="75" y="344"/>
                  </a:lnTo>
                  <a:lnTo>
                    <a:pt x="93" y="357"/>
                  </a:lnTo>
                  <a:lnTo>
                    <a:pt x="112" y="368"/>
                  </a:lnTo>
                  <a:lnTo>
                    <a:pt x="133" y="379"/>
                  </a:lnTo>
                  <a:lnTo>
                    <a:pt x="156" y="388"/>
                  </a:lnTo>
                  <a:lnTo>
                    <a:pt x="180" y="394"/>
                  </a:lnTo>
                  <a:lnTo>
                    <a:pt x="203" y="399"/>
                  </a:lnTo>
                  <a:lnTo>
                    <a:pt x="229" y="402"/>
                  </a:lnTo>
                  <a:lnTo>
                    <a:pt x="255" y="403"/>
                  </a:lnTo>
                  <a:close/>
                </a:path>
              </a:pathLst>
            </a:custGeom>
            <a:solidFill>
              <a:srgbClr val="E2EDE2"/>
            </a:solidFill>
            <a:ln w="9525">
              <a:noFill/>
              <a:round/>
              <a:headEnd/>
              <a:tailEnd/>
            </a:ln>
          </p:spPr>
          <p:txBody>
            <a:bodyPr/>
            <a:lstStyle/>
            <a:p>
              <a:endParaRPr lang="de-DE"/>
            </a:p>
          </p:txBody>
        </p:sp>
        <p:sp>
          <p:nvSpPr>
            <p:cNvPr id="46" name="Freeform 37"/>
            <p:cNvSpPr>
              <a:spLocks/>
            </p:cNvSpPr>
            <p:nvPr/>
          </p:nvSpPr>
          <p:spPr bwMode="auto">
            <a:xfrm>
              <a:off x="3875" y="2433"/>
              <a:ext cx="166" cy="131"/>
            </a:xfrm>
            <a:custGeom>
              <a:avLst/>
              <a:gdLst>
                <a:gd name="T0" fmla="*/ 276 w 498"/>
                <a:gd name="T1" fmla="*/ 394 h 395"/>
                <a:gd name="T2" fmla="*/ 324 w 498"/>
                <a:gd name="T3" fmla="*/ 386 h 395"/>
                <a:gd name="T4" fmla="*/ 369 w 498"/>
                <a:gd name="T5" fmla="*/ 371 h 395"/>
                <a:gd name="T6" fmla="*/ 408 w 498"/>
                <a:gd name="T7" fmla="*/ 350 h 395"/>
                <a:gd name="T8" fmla="*/ 442 w 498"/>
                <a:gd name="T9" fmla="*/ 323 h 395"/>
                <a:gd name="T10" fmla="*/ 469 w 498"/>
                <a:gd name="T11" fmla="*/ 291 h 395"/>
                <a:gd name="T12" fmla="*/ 487 w 498"/>
                <a:gd name="T13" fmla="*/ 257 h 395"/>
                <a:gd name="T14" fmla="*/ 497 w 498"/>
                <a:gd name="T15" fmla="*/ 217 h 395"/>
                <a:gd name="T16" fmla="*/ 497 w 498"/>
                <a:gd name="T17" fmla="*/ 177 h 395"/>
                <a:gd name="T18" fmla="*/ 487 w 498"/>
                <a:gd name="T19" fmla="*/ 139 h 395"/>
                <a:gd name="T20" fmla="*/ 469 w 498"/>
                <a:gd name="T21" fmla="*/ 103 h 395"/>
                <a:gd name="T22" fmla="*/ 442 w 498"/>
                <a:gd name="T23" fmla="*/ 71 h 395"/>
                <a:gd name="T24" fmla="*/ 408 w 498"/>
                <a:gd name="T25" fmla="*/ 44 h 395"/>
                <a:gd name="T26" fmla="*/ 369 w 498"/>
                <a:gd name="T27" fmla="*/ 23 h 395"/>
                <a:gd name="T28" fmla="*/ 324 w 498"/>
                <a:gd name="T29" fmla="*/ 9 h 395"/>
                <a:gd name="T30" fmla="*/ 276 w 498"/>
                <a:gd name="T31" fmla="*/ 1 h 395"/>
                <a:gd name="T32" fmla="*/ 224 w 498"/>
                <a:gd name="T33" fmla="*/ 1 h 395"/>
                <a:gd name="T34" fmla="*/ 176 w 498"/>
                <a:gd name="T35" fmla="*/ 9 h 395"/>
                <a:gd name="T36" fmla="*/ 131 w 498"/>
                <a:gd name="T37" fmla="*/ 23 h 395"/>
                <a:gd name="T38" fmla="*/ 91 w 498"/>
                <a:gd name="T39" fmla="*/ 44 h 395"/>
                <a:gd name="T40" fmla="*/ 58 w 498"/>
                <a:gd name="T41" fmla="*/ 71 h 395"/>
                <a:gd name="T42" fmla="*/ 31 w 498"/>
                <a:gd name="T43" fmla="*/ 103 h 395"/>
                <a:gd name="T44" fmla="*/ 12 w 498"/>
                <a:gd name="T45" fmla="*/ 139 h 395"/>
                <a:gd name="T46" fmla="*/ 1 w 498"/>
                <a:gd name="T47" fmla="*/ 177 h 395"/>
                <a:gd name="T48" fmla="*/ 1 w 498"/>
                <a:gd name="T49" fmla="*/ 217 h 395"/>
                <a:gd name="T50" fmla="*/ 12 w 498"/>
                <a:gd name="T51" fmla="*/ 257 h 395"/>
                <a:gd name="T52" fmla="*/ 31 w 498"/>
                <a:gd name="T53" fmla="*/ 291 h 395"/>
                <a:gd name="T54" fmla="*/ 58 w 498"/>
                <a:gd name="T55" fmla="*/ 323 h 395"/>
                <a:gd name="T56" fmla="*/ 91 w 498"/>
                <a:gd name="T57" fmla="*/ 350 h 395"/>
                <a:gd name="T58" fmla="*/ 131 w 498"/>
                <a:gd name="T59" fmla="*/ 371 h 395"/>
                <a:gd name="T60" fmla="*/ 176 w 498"/>
                <a:gd name="T61" fmla="*/ 386 h 395"/>
                <a:gd name="T62" fmla="*/ 224 w 498"/>
                <a:gd name="T63" fmla="*/ 394 h 3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8"/>
                <a:gd name="T97" fmla="*/ 0 h 395"/>
                <a:gd name="T98" fmla="*/ 498 w 498"/>
                <a:gd name="T99" fmla="*/ 395 h 3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8" h="395">
                  <a:moveTo>
                    <a:pt x="250" y="395"/>
                  </a:moveTo>
                  <a:lnTo>
                    <a:pt x="276" y="394"/>
                  </a:lnTo>
                  <a:lnTo>
                    <a:pt x="300" y="390"/>
                  </a:lnTo>
                  <a:lnTo>
                    <a:pt x="324" y="386"/>
                  </a:lnTo>
                  <a:lnTo>
                    <a:pt x="346" y="379"/>
                  </a:lnTo>
                  <a:lnTo>
                    <a:pt x="369" y="371"/>
                  </a:lnTo>
                  <a:lnTo>
                    <a:pt x="389" y="361"/>
                  </a:lnTo>
                  <a:lnTo>
                    <a:pt x="408" y="350"/>
                  </a:lnTo>
                  <a:lnTo>
                    <a:pt x="426" y="337"/>
                  </a:lnTo>
                  <a:lnTo>
                    <a:pt x="442" y="323"/>
                  </a:lnTo>
                  <a:lnTo>
                    <a:pt x="457" y="308"/>
                  </a:lnTo>
                  <a:lnTo>
                    <a:pt x="469" y="291"/>
                  </a:lnTo>
                  <a:lnTo>
                    <a:pt x="479" y="275"/>
                  </a:lnTo>
                  <a:lnTo>
                    <a:pt x="487" y="257"/>
                  </a:lnTo>
                  <a:lnTo>
                    <a:pt x="494" y="238"/>
                  </a:lnTo>
                  <a:lnTo>
                    <a:pt x="497" y="217"/>
                  </a:lnTo>
                  <a:lnTo>
                    <a:pt x="498" y="197"/>
                  </a:lnTo>
                  <a:lnTo>
                    <a:pt x="497" y="177"/>
                  </a:lnTo>
                  <a:lnTo>
                    <a:pt x="494" y="158"/>
                  </a:lnTo>
                  <a:lnTo>
                    <a:pt x="487" y="139"/>
                  </a:lnTo>
                  <a:lnTo>
                    <a:pt x="479" y="121"/>
                  </a:lnTo>
                  <a:lnTo>
                    <a:pt x="469" y="103"/>
                  </a:lnTo>
                  <a:lnTo>
                    <a:pt x="457" y="87"/>
                  </a:lnTo>
                  <a:lnTo>
                    <a:pt x="442" y="71"/>
                  </a:lnTo>
                  <a:lnTo>
                    <a:pt x="426" y="58"/>
                  </a:lnTo>
                  <a:lnTo>
                    <a:pt x="408" y="44"/>
                  </a:lnTo>
                  <a:lnTo>
                    <a:pt x="389" y="33"/>
                  </a:lnTo>
                  <a:lnTo>
                    <a:pt x="369" y="23"/>
                  </a:lnTo>
                  <a:lnTo>
                    <a:pt x="346" y="15"/>
                  </a:lnTo>
                  <a:lnTo>
                    <a:pt x="324" y="9"/>
                  </a:lnTo>
                  <a:lnTo>
                    <a:pt x="300" y="4"/>
                  </a:lnTo>
                  <a:lnTo>
                    <a:pt x="276" y="1"/>
                  </a:lnTo>
                  <a:lnTo>
                    <a:pt x="250" y="0"/>
                  </a:lnTo>
                  <a:lnTo>
                    <a:pt x="224" y="1"/>
                  </a:lnTo>
                  <a:lnTo>
                    <a:pt x="199" y="4"/>
                  </a:lnTo>
                  <a:lnTo>
                    <a:pt x="176" y="9"/>
                  </a:lnTo>
                  <a:lnTo>
                    <a:pt x="152" y="15"/>
                  </a:lnTo>
                  <a:lnTo>
                    <a:pt x="131" y="23"/>
                  </a:lnTo>
                  <a:lnTo>
                    <a:pt x="110" y="33"/>
                  </a:lnTo>
                  <a:lnTo>
                    <a:pt x="91" y="44"/>
                  </a:lnTo>
                  <a:lnTo>
                    <a:pt x="73" y="58"/>
                  </a:lnTo>
                  <a:lnTo>
                    <a:pt x="58" y="71"/>
                  </a:lnTo>
                  <a:lnTo>
                    <a:pt x="43" y="87"/>
                  </a:lnTo>
                  <a:lnTo>
                    <a:pt x="31" y="103"/>
                  </a:lnTo>
                  <a:lnTo>
                    <a:pt x="19" y="121"/>
                  </a:lnTo>
                  <a:lnTo>
                    <a:pt x="12" y="139"/>
                  </a:lnTo>
                  <a:lnTo>
                    <a:pt x="5" y="158"/>
                  </a:lnTo>
                  <a:lnTo>
                    <a:pt x="1" y="177"/>
                  </a:lnTo>
                  <a:lnTo>
                    <a:pt x="0" y="197"/>
                  </a:lnTo>
                  <a:lnTo>
                    <a:pt x="1" y="217"/>
                  </a:lnTo>
                  <a:lnTo>
                    <a:pt x="5" y="238"/>
                  </a:lnTo>
                  <a:lnTo>
                    <a:pt x="12" y="257"/>
                  </a:lnTo>
                  <a:lnTo>
                    <a:pt x="19" y="275"/>
                  </a:lnTo>
                  <a:lnTo>
                    <a:pt x="31" y="291"/>
                  </a:lnTo>
                  <a:lnTo>
                    <a:pt x="43" y="308"/>
                  </a:lnTo>
                  <a:lnTo>
                    <a:pt x="58" y="323"/>
                  </a:lnTo>
                  <a:lnTo>
                    <a:pt x="73" y="337"/>
                  </a:lnTo>
                  <a:lnTo>
                    <a:pt x="91" y="350"/>
                  </a:lnTo>
                  <a:lnTo>
                    <a:pt x="110" y="361"/>
                  </a:lnTo>
                  <a:lnTo>
                    <a:pt x="131" y="371"/>
                  </a:lnTo>
                  <a:lnTo>
                    <a:pt x="152" y="379"/>
                  </a:lnTo>
                  <a:lnTo>
                    <a:pt x="176" y="386"/>
                  </a:lnTo>
                  <a:lnTo>
                    <a:pt x="199" y="390"/>
                  </a:lnTo>
                  <a:lnTo>
                    <a:pt x="224" y="394"/>
                  </a:lnTo>
                  <a:lnTo>
                    <a:pt x="250" y="395"/>
                  </a:lnTo>
                  <a:close/>
                </a:path>
              </a:pathLst>
            </a:custGeom>
            <a:solidFill>
              <a:srgbClr val="EAF2EA"/>
            </a:solidFill>
            <a:ln w="9525">
              <a:noFill/>
              <a:round/>
              <a:headEnd/>
              <a:tailEnd/>
            </a:ln>
          </p:spPr>
          <p:txBody>
            <a:bodyPr/>
            <a:lstStyle/>
            <a:p>
              <a:endParaRPr lang="de-DE"/>
            </a:p>
          </p:txBody>
        </p:sp>
        <p:sp>
          <p:nvSpPr>
            <p:cNvPr id="47" name="Freeform 38"/>
            <p:cNvSpPr>
              <a:spLocks/>
            </p:cNvSpPr>
            <p:nvPr/>
          </p:nvSpPr>
          <p:spPr bwMode="auto">
            <a:xfrm>
              <a:off x="3876" y="2434"/>
              <a:ext cx="163" cy="129"/>
            </a:xfrm>
            <a:custGeom>
              <a:avLst/>
              <a:gdLst>
                <a:gd name="T0" fmla="*/ 270 w 489"/>
                <a:gd name="T1" fmla="*/ 386 h 387"/>
                <a:gd name="T2" fmla="*/ 318 w 489"/>
                <a:gd name="T3" fmla="*/ 378 h 387"/>
                <a:gd name="T4" fmla="*/ 362 w 489"/>
                <a:gd name="T5" fmla="*/ 364 h 387"/>
                <a:gd name="T6" fmla="*/ 400 w 489"/>
                <a:gd name="T7" fmla="*/ 344 h 387"/>
                <a:gd name="T8" fmla="*/ 433 w 489"/>
                <a:gd name="T9" fmla="*/ 317 h 387"/>
                <a:gd name="T10" fmla="*/ 460 w 489"/>
                <a:gd name="T11" fmla="*/ 286 h 387"/>
                <a:gd name="T12" fmla="*/ 478 w 489"/>
                <a:gd name="T13" fmla="*/ 252 h 387"/>
                <a:gd name="T14" fmla="*/ 488 w 489"/>
                <a:gd name="T15" fmla="*/ 213 h 387"/>
                <a:gd name="T16" fmla="*/ 488 w 489"/>
                <a:gd name="T17" fmla="*/ 173 h 387"/>
                <a:gd name="T18" fmla="*/ 478 w 489"/>
                <a:gd name="T19" fmla="*/ 136 h 387"/>
                <a:gd name="T20" fmla="*/ 460 w 489"/>
                <a:gd name="T21" fmla="*/ 101 h 387"/>
                <a:gd name="T22" fmla="*/ 433 w 489"/>
                <a:gd name="T23" fmla="*/ 71 h 387"/>
                <a:gd name="T24" fmla="*/ 400 w 489"/>
                <a:gd name="T25" fmla="*/ 44 h 387"/>
                <a:gd name="T26" fmla="*/ 362 w 489"/>
                <a:gd name="T27" fmla="*/ 24 h 387"/>
                <a:gd name="T28" fmla="*/ 318 w 489"/>
                <a:gd name="T29" fmla="*/ 9 h 387"/>
                <a:gd name="T30" fmla="*/ 270 w 489"/>
                <a:gd name="T31" fmla="*/ 1 h 387"/>
                <a:gd name="T32" fmla="*/ 220 w 489"/>
                <a:gd name="T33" fmla="*/ 1 h 387"/>
                <a:gd name="T34" fmla="*/ 172 w 489"/>
                <a:gd name="T35" fmla="*/ 9 h 387"/>
                <a:gd name="T36" fmla="*/ 128 w 489"/>
                <a:gd name="T37" fmla="*/ 24 h 387"/>
                <a:gd name="T38" fmla="*/ 89 w 489"/>
                <a:gd name="T39" fmla="*/ 44 h 387"/>
                <a:gd name="T40" fmla="*/ 56 w 489"/>
                <a:gd name="T41" fmla="*/ 71 h 387"/>
                <a:gd name="T42" fmla="*/ 29 w 489"/>
                <a:gd name="T43" fmla="*/ 101 h 387"/>
                <a:gd name="T44" fmla="*/ 11 w 489"/>
                <a:gd name="T45" fmla="*/ 136 h 387"/>
                <a:gd name="T46" fmla="*/ 1 w 489"/>
                <a:gd name="T47" fmla="*/ 173 h 387"/>
                <a:gd name="T48" fmla="*/ 1 w 489"/>
                <a:gd name="T49" fmla="*/ 213 h 387"/>
                <a:gd name="T50" fmla="*/ 11 w 489"/>
                <a:gd name="T51" fmla="*/ 252 h 387"/>
                <a:gd name="T52" fmla="*/ 29 w 489"/>
                <a:gd name="T53" fmla="*/ 286 h 387"/>
                <a:gd name="T54" fmla="*/ 56 w 489"/>
                <a:gd name="T55" fmla="*/ 317 h 387"/>
                <a:gd name="T56" fmla="*/ 89 w 489"/>
                <a:gd name="T57" fmla="*/ 344 h 387"/>
                <a:gd name="T58" fmla="*/ 128 w 489"/>
                <a:gd name="T59" fmla="*/ 364 h 387"/>
                <a:gd name="T60" fmla="*/ 172 w 489"/>
                <a:gd name="T61" fmla="*/ 378 h 387"/>
                <a:gd name="T62" fmla="*/ 220 w 489"/>
                <a:gd name="T63" fmla="*/ 386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9"/>
                <a:gd name="T97" fmla="*/ 0 h 387"/>
                <a:gd name="T98" fmla="*/ 489 w 489"/>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9" h="387">
                  <a:moveTo>
                    <a:pt x="245" y="387"/>
                  </a:moveTo>
                  <a:lnTo>
                    <a:pt x="270" y="386"/>
                  </a:lnTo>
                  <a:lnTo>
                    <a:pt x="294" y="384"/>
                  </a:lnTo>
                  <a:lnTo>
                    <a:pt x="318" y="378"/>
                  </a:lnTo>
                  <a:lnTo>
                    <a:pt x="340" y="372"/>
                  </a:lnTo>
                  <a:lnTo>
                    <a:pt x="362" y="364"/>
                  </a:lnTo>
                  <a:lnTo>
                    <a:pt x="381" y="355"/>
                  </a:lnTo>
                  <a:lnTo>
                    <a:pt x="400" y="344"/>
                  </a:lnTo>
                  <a:lnTo>
                    <a:pt x="418" y="330"/>
                  </a:lnTo>
                  <a:lnTo>
                    <a:pt x="433" y="317"/>
                  </a:lnTo>
                  <a:lnTo>
                    <a:pt x="447" y="302"/>
                  </a:lnTo>
                  <a:lnTo>
                    <a:pt x="460" y="286"/>
                  </a:lnTo>
                  <a:lnTo>
                    <a:pt x="470" y="269"/>
                  </a:lnTo>
                  <a:lnTo>
                    <a:pt x="478" y="252"/>
                  </a:lnTo>
                  <a:lnTo>
                    <a:pt x="484" y="232"/>
                  </a:lnTo>
                  <a:lnTo>
                    <a:pt x="488" y="213"/>
                  </a:lnTo>
                  <a:lnTo>
                    <a:pt x="489" y="193"/>
                  </a:lnTo>
                  <a:lnTo>
                    <a:pt x="488" y="173"/>
                  </a:lnTo>
                  <a:lnTo>
                    <a:pt x="484" y="154"/>
                  </a:lnTo>
                  <a:lnTo>
                    <a:pt x="478" y="136"/>
                  </a:lnTo>
                  <a:lnTo>
                    <a:pt x="470" y="118"/>
                  </a:lnTo>
                  <a:lnTo>
                    <a:pt x="460" y="101"/>
                  </a:lnTo>
                  <a:lnTo>
                    <a:pt x="447" y="85"/>
                  </a:lnTo>
                  <a:lnTo>
                    <a:pt x="433" y="71"/>
                  </a:lnTo>
                  <a:lnTo>
                    <a:pt x="418" y="56"/>
                  </a:lnTo>
                  <a:lnTo>
                    <a:pt x="400" y="44"/>
                  </a:lnTo>
                  <a:lnTo>
                    <a:pt x="381" y="33"/>
                  </a:lnTo>
                  <a:lnTo>
                    <a:pt x="362" y="24"/>
                  </a:lnTo>
                  <a:lnTo>
                    <a:pt x="340" y="16"/>
                  </a:lnTo>
                  <a:lnTo>
                    <a:pt x="318" y="9"/>
                  </a:lnTo>
                  <a:lnTo>
                    <a:pt x="294" y="3"/>
                  </a:lnTo>
                  <a:lnTo>
                    <a:pt x="270" y="1"/>
                  </a:lnTo>
                  <a:lnTo>
                    <a:pt x="245" y="0"/>
                  </a:lnTo>
                  <a:lnTo>
                    <a:pt x="220" y="1"/>
                  </a:lnTo>
                  <a:lnTo>
                    <a:pt x="195" y="3"/>
                  </a:lnTo>
                  <a:lnTo>
                    <a:pt x="172" y="9"/>
                  </a:lnTo>
                  <a:lnTo>
                    <a:pt x="149" y="16"/>
                  </a:lnTo>
                  <a:lnTo>
                    <a:pt x="128" y="24"/>
                  </a:lnTo>
                  <a:lnTo>
                    <a:pt x="108" y="33"/>
                  </a:lnTo>
                  <a:lnTo>
                    <a:pt x="89" y="44"/>
                  </a:lnTo>
                  <a:lnTo>
                    <a:pt x="72" y="56"/>
                  </a:lnTo>
                  <a:lnTo>
                    <a:pt x="56" y="71"/>
                  </a:lnTo>
                  <a:lnTo>
                    <a:pt x="41" y="85"/>
                  </a:lnTo>
                  <a:lnTo>
                    <a:pt x="29" y="101"/>
                  </a:lnTo>
                  <a:lnTo>
                    <a:pt x="19" y="118"/>
                  </a:lnTo>
                  <a:lnTo>
                    <a:pt x="11" y="136"/>
                  </a:lnTo>
                  <a:lnTo>
                    <a:pt x="4" y="154"/>
                  </a:lnTo>
                  <a:lnTo>
                    <a:pt x="1" y="173"/>
                  </a:lnTo>
                  <a:lnTo>
                    <a:pt x="0" y="193"/>
                  </a:lnTo>
                  <a:lnTo>
                    <a:pt x="1" y="213"/>
                  </a:lnTo>
                  <a:lnTo>
                    <a:pt x="4" y="232"/>
                  </a:lnTo>
                  <a:lnTo>
                    <a:pt x="11" y="252"/>
                  </a:lnTo>
                  <a:lnTo>
                    <a:pt x="19" y="269"/>
                  </a:lnTo>
                  <a:lnTo>
                    <a:pt x="29" y="286"/>
                  </a:lnTo>
                  <a:lnTo>
                    <a:pt x="41" y="302"/>
                  </a:lnTo>
                  <a:lnTo>
                    <a:pt x="56" y="317"/>
                  </a:lnTo>
                  <a:lnTo>
                    <a:pt x="72" y="330"/>
                  </a:lnTo>
                  <a:lnTo>
                    <a:pt x="89" y="344"/>
                  </a:lnTo>
                  <a:lnTo>
                    <a:pt x="108" y="355"/>
                  </a:lnTo>
                  <a:lnTo>
                    <a:pt x="128" y="364"/>
                  </a:lnTo>
                  <a:lnTo>
                    <a:pt x="149" y="372"/>
                  </a:lnTo>
                  <a:lnTo>
                    <a:pt x="172" y="378"/>
                  </a:lnTo>
                  <a:lnTo>
                    <a:pt x="195" y="384"/>
                  </a:lnTo>
                  <a:lnTo>
                    <a:pt x="220" y="386"/>
                  </a:lnTo>
                  <a:lnTo>
                    <a:pt x="245" y="387"/>
                  </a:lnTo>
                  <a:close/>
                </a:path>
              </a:pathLst>
            </a:custGeom>
            <a:solidFill>
              <a:srgbClr val="EFF7EF"/>
            </a:solidFill>
            <a:ln w="9525">
              <a:noFill/>
              <a:round/>
              <a:headEnd/>
              <a:tailEnd/>
            </a:ln>
          </p:spPr>
          <p:txBody>
            <a:bodyPr/>
            <a:lstStyle/>
            <a:p>
              <a:endParaRPr lang="de-DE"/>
            </a:p>
          </p:txBody>
        </p:sp>
        <p:sp>
          <p:nvSpPr>
            <p:cNvPr id="48" name="Freeform 39"/>
            <p:cNvSpPr>
              <a:spLocks/>
            </p:cNvSpPr>
            <p:nvPr/>
          </p:nvSpPr>
          <p:spPr bwMode="auto">
            <a:xfrm>
              <a:off x="3878" y="2435"/>
              <a:ext cx="160" cy="127"/>
            </a:xfrm>
            <a:custGeom>
              <a:avLst/>
              <a:gdLst>
                <a:gd name="T0" fmla="*/ 266 w 480"/>
                <a:gd name="T1" fmla="*/ 379 h 380"/>
                <a:gd name="T2" fmla="*/ 312 w 480"/>
                <a:gd name="T3" fmla="*/ 371 h 380"/>
                <a:gd name="T4" fmla="*/ 355 w 480"/>
                <a:gd name="T5" fmla="*/ 357 h 380"/>
                <a:gd name="T6" fmla="*/ 394 w 480"/>
                <a:gd name="T7" fmla="*/ 337 h 380"/>
                <a:gd name="T8" fmla="*/ 425 w 480"/>
                <a:gd name="T9" fmla="*/ 311 h 380"/>
                <a:gd name="T10" fmla="*/ 451 w 480"/>
                <a:gd name="T11" fmla="*/ 281 h 380"/>
                <a:gd name="T12" fmla="*/ 469 w 480"/>
                <a:gd name="T13" fmla="*/ 247 h 380"/>
                <a:gd name="T14" fmla="*/ 479 w 480"/>
                <a:gd name="T15" fmla="*/ 209 h 380"/>
                <a:gd name="T16" fmla="*/ 479 w 480"/>
                <a:gd name="T17" fmla="*/ 171 h 380"/>
                <a:gd name="T18" fmla="*/ 469 w 480"/>
                <a:gd name="T19" fmla="*/ 134 h 380"/>
                <a:gd name="T20" fmla="*/ 451 w 480"/>
                <a:gd name="T21" fmla="*/ 100 h 380"/>
                <a:gd name="T22" fmla="*/ 425 w 480"/>
                <a:gd name="T23" fmla="*/ 70 h 380"/>
                <a:gd name="T24" fmla="*/ 394 w 480"/>
                <a:gd name="T25" fmla="*/ 44 h 380"/>
                <a:gd name="T26" fmla="*/ 355 w 480"/>
                <a:gd name="T27" fmla="*/ 23 h 380"/>
                <a:gd name="T28" fmla="*/ 312 w 480"/>
                <a:gd name="T29" fmla="*/ 9 h 380"/>
                <a:gd name="T30" fmla="*/ 266 w 480"/>
                <a:gd name="T31" fmla="*/ 2 h 380"/>
                <a:gd name="T32" fmla="*/ 216 w 480"/>
                <a:gd name="T33" fmla="*/ 2 h 380"/>
                <a:gd name="T34" fmla="*/ 169 w 480"/>
                <a:gd name="T35" fmla="*/ 9 h 380"/>
                <a:gd name="T36" fmla="*/ 126 w 480"/>
                <a:gd name="T37" fmla="*/ 23 h 380"/>
                <a:gd name="T38" fmla="*/ 88 w 480"/>
                <a:gd name="T39" fmla="*/ 44 h 380"/>
                <a:gd name="T40" fmla="*/ 55 w 480"/>
                <a:gd name="T41" fmla="*/ 70 h 380"/>
                <a:gd name="T42" fmla="*/ 29 w 480"/>
                <a:gd name="T43" fmla="*/ 100 h 380"/>
                <a:gd name="T44" fmla="*/ 12 w 480"/>
                <a:gd name="T45" fmla="*/ 134 h 380"/>
                <a:gd name="T46" fmla="*/ 1 w 480"/>
                <a:gd name="T47" fmla="*/ 171 h 380"/>
                <a:gd name="T48" fmla="*/ 1 w 480"/>
                <a:gd name="T49" fmla="*/ 209 h 380"/>
                <a:gd name="T50" fmla="*/ 12 w 480"/>
                <a:gd name="T51" fmla="*/ 247 h 380"/>
                <a:gd name="T52" fmla="*/ 29 w 480"/>
                <a:gd name="T53" fmla="*/ 281 h 380"/>
                <a:gd name="T54" fmla="*/ 55 w 480"/>
                <a:gd name="T55" fmla="*/ 311 h 380"/>
                <a:gd name="T56" fmla="*/ 88 w 480"/>
                <a:gd name="T57" fmla="*/ 337 h 380"/>
                <a:gd name="T58" fmla="*/ 126 w 480"/>
                <a:gd name="T59" fmla="*/ 357 h 380"/>
                <a:gd name="T60" fmla="*/ 169 w 480"/>
                <a:gd name="T61" fmla="*/ 371 h 380"/>
                <a:gd name="T62" fmla="*/ 216 w 480"/>
                <a:gd name="T63" fmla="*/ 379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0"/>
                <a:gd name="T97" fmla="*/ 0 h 380"/>
                <a:gd name="T98" fmla="*/ 480 w 480"/>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0" h="380">
                  <a:moveTo>
                    <a:pt x="241" y="380"/>
                  </a:moveTo>
                  <a:lnTo>
                    <a:pt x="266" y="379"/>
                  </a:lnTo>
                  <a:lnTo>
                    <a:pt x="289" y="377"/>
                  </a:lnTo>
                  <a:lnTo>
                    <a:pt x="312" y="371"/>
                  </a:lnTo>
                  <a:lnTo>
                    <a:pt x="334" y="365"/>
                  </a:lnTo>
                  <a:lnTo>
                    <a:pt x="355" y="357"/>
                  </a:lnTo>
                  <a:lnTo>
                    <a:pt x="375" y="347"/>
                  </a:lnTo>
                  <a:lnTo>
                    <a:pt x="394" y="337"/>
                  </a:lnTo>
                  <a:lnTo>
                    <a:pt x="411" y="325"/>
                  </a:lnTo>
                  <a:lnTo>
                    <a:pt x="425" y="311"/>
                  </a:lnTo>
                  <a:lnTo>
                    <a:pt x="440" y="297"/>
                  </a:lnTo>
                  <a:lnTo>
                    <a:pt x="451" y="281"/>
                  </a:lnTo>
                  <a:lnTo>
                    <a:pt x="461" y="264"/>
                  </a:lnTo>
                  <a:lnTo>
                    <a:pt x="469" y="247"/>
                  </a:lnTo>
                  <a:lnTo>
                    <a:pt x="476" y="228"/>
                  </a:lnTo>
                  <a:lnTo>
                    <a:pt x="479" y="209"/>
                  </a:lnTo>
                  <a:lnTo>
                    <a:pt x="480" y="190"/>
                  </a:lnTo>
                  <a:lnTo>
                    <a:pt x="479" y="171"/>
                  </a:lnTo>
                  <a:lnTo>
                    <a:pt x="476" y="152"/>
                  </a:lnTo>
                  <a:lnTo>
                    <a:pt x="469" y="134"/>
                  </a:lnTo>
                  <a:lnTo>
                    <a:pt x="461" y="116"/>
                  </a:lnTo>
                  <a:lnTo>
                    <a:pt x="451" y="100"/>
                  </a:lnTo>
                  <a:lnTo>
                    <a:pt x="440" y="85"/>
                  </a:lnTo>
                  <a:lnTo>
                    <a:pt x="425" y="70"/>
                  </a:lnTo>
                  <a:lnTo>
                    <a:pt x="411" y="57"/>
                  </a:lnTo>
                  <a:lnTo>
                    <a:pt x="394" y="44"/>
                  </a:lnTo>
                  <a:lnTo>
                    <a:pt x="375" y="33"/>
                  </a:lnTo>
                  <a:lnTo>
                    <a:pt x="355" y="23"/>
                  </a:lnTo>
                  <a:lnTo>
                    <a:pt x="334" y="15"/>
                  </a:lnTo>
                  <a:lnTo>
                    <a:pt x="312" y="9"/>
                  </a:lnTo>
                  <a:lnTo>
                    <a:pt x="289" y="4"/>
                  </a:lnTo>
                  <a:lnTo>
                    <a:pt x="266" y="2"/>
                  </a:lnTo>
                  <a:lnTo>
                    <a:pt x="241" y="0"/>
                  </a:lnTo>
                  <a:lnTo>
                    <a:pt x="216" y="2"/>
                  </a:lnTo>
                  <a:lnTo>
                    <a:pt x="192" y="4"/>
                  </a:lnTo>
                  <a:lnTo>
                    <a:pt x="169" y="9"/>
                  </a:lnTo>
                  <a:lnTo>
                    <a:pt x="148" y="15"/>
                  </a:lnTo>
                  <a:lnTo>
                    <a:pt x="126" y="23"/>
                  </a:lnTo>
                  <a:lnTo>
                    <a:pt x="106" y="33"/>
                  </a:lnTo>
                  <a:lnTo>
                    <a:pt x="88" y="44"/>
                  </a:lnTo>
                  <a:lnTo>
                    <a:pt x="71" y="57"/>
                  </a:lnTo>
                  <a:lnTo>
                    <a:pt x="55" y="70"/>
                  </a:lnTo>
                  <a:lnTo>
                    <a:pt x="42" y="85"/>
                  </a:lnTo>
                  <a:lnTo>
                    <a:pt x="29" y="100"/>
                  </a:lnTo>
                  <a:lnTo>
                    <a:pt x="19" y="116"/>
                  </a:lnTo>
                  <a:lnTo>
                    <a:pt x="12" y="134"/>
                  </a:lnTo>
                  <a:lnTo>
                    <a:pt x="5" y="152"/>
                  </a:lnTo>
                  <a:lnTo>
                    <a:pt x="1" y="171"/>
                  </a:lnTo>
                  <a:lnTo>
                    <a:pt x="0" y="190"/>
                  </a:lnTo>
                  <a:lnTo>
                    <a:pt x="1" y="209"/>
                  </a:lnTo>
                  <a:lnTo>
                    <a:pt x="5" y="228"/>
                  </a:lnTo>
                  <a:lnTo>
                    <a:pt x="12" y="247"/>
                  </a:lnTo>
                  <a:lnTo>
                    <a:pt x="19" y="264"/>
                  </a:lnTo>
                  <a:lnTo>
                    <a:pt x="29" y="281"/>
                  </a:lnTo>
                  <a:lnTo>
                    <a:pt x="42" y="297"/>
                  </a:lnTo>
                  <a:lnTo>
                    <a:pt x="55" y="311"/>
                  </a:lnTo>
                  <a:lnTo>
                    <a:pt x="71" y="325"/>
                  </a:lnTo>
                  <a:lnTo>
                    <a:pt x="88" y="337"/>
                  </a:lnTo>
                  <a:lnTo>
                    <a:pt x="106" y="347"/>
                  </a:lnTo>
                  <a:lnTo>
                    <a:pt x="126" y="357"/>
                  </a:lnTo>
                  <a:lnTo>
                    <a:pt x="148" y="365"/>
                  </a:lnTo>
                  <a:lnTo>
                    <a:pt x="169" y="371"/>
                  </a:lnTo>
                  <a:lnTo>
                    <a:pt x="192" y="377"/>
                  </a:lnTo>
                  <a:lnTo>
                    <a:pt x="216" y="379"/>
                  </a:lnTo>
                  <a:lnTo>
                    <a:pt x="241" y="380"/>
                  </a:lnTo>
                  <a:close/>
                </a:path>
              </a:pathLst>
            </a:custGeom>
            <a:solidFill>
              <a:srgbClr val="F9FCF9"/>
            </a:solidFill>
            <a:ln w="9525">
              <a:noFill/>
              <a:round/>
              <a:headEnd/>
              <a:tailEnd/>
            </a:ln>
          </p:spPr>
          <p:txBody>
            <a:bodyPr/>
            <a:lstStyle/>
            <a:p>
              <a:endParaRPr lang="de-DE"/>
            </a:p>
          </p:txBody>
        </p:sp>
        <p:sp>
          <p:nvSpPr>
            <p:cNvPr id="49" name="Freeform 40"/>
            <p:cNvSpPr>
              <a:spLocks/>
            </p:cNvSpPr>
            <p:nvPr/>
          </p:nvSpPr>
          <p:spPr bwMode="auto">
            <a:xfrm>
              <a:off x="3880" y="2437"/>
              <a:ext cx="156" cy="124"/>
            </a:xfrm>
            <a:custGeom>
              <a:avLst/>
              <a:gdLst>
                <a:gd name="T0" fmla="*/ 258 w 469"/>
                <a:gd name="T1" fmla="*/ 370 h 372"/>
                <a:gd name="T2" fmla="*/ 305 w 469"/>
                <a:gd name="T3" fmla="*/ 364 h 372"/>
                <a:gd name="T4" fmla="*/ 346 w 469"/>
                <a:gd name="T5" fmla="*/ 349 h 372"/>
                <a:gd name="T6" fmla="*/ 383 w 469"/>
                <a:gd name="T7" fmla="*/ 329 h 372"/>
                <a:gd name="T8" fmla="*/ 416 w 469"/>
                <a:gd name="T9" fmla="*/ 304 h 372"/>
                <a:gd name="T10" fmla="*/ 441 w 469"/>
                <a:gd name="T11" fmla="*/ 274 h 372"/>
                <a:gd name="T12" fmla="*/ 459 w 469"/>
                <a:gd name="T13" fmla="*/ 240 h 372"/>
                <a:gd name="T14" fmla="*/ 468 w 469"/>
                <a:gd name="T15" fmla="*/ 204 h 372"/>
                <a:gd name="T16" fmla="*/ 468 w 469"/>
                <a:gd name="T17" fmla="*/ 166 h 372"/>
                <a:gd name="T18" fmla="*/ 459 w 469"/>
                <a:gd name="T19" fmla="*/ 130 h 372"/>
                <a:gd name="T20" fmla="*/ 441 w 469"/>
                <a:gd name="T21" fmla="*/ 96 h 372"/>
                <a:gd name="T22" fmla="*/ 416 w 469"/>
                <a:gd name="T23" fmla="*/ 67 h 372"/>
                <a:gd name="T24" fmla="*/ 383 w 469"/>
                <a:gd name="T25" fmla="*/ 43 h 372"/>
                <a:gd name="T26" fmla="*/ 346 w 469"/>
                <a:gd name="T27" fmla="*/ 22 h 372"/>
                <a:gd name="T28" fmla="*/ 305 w 469"/>
                <a:gd name="T29" fmla="*/ 8 h 372"/>
                <a:gd name="T30" fmla="*/ 258 w 469"/>
                <a:gd name="T31" fmla="*/ 1 h 372"/>
                <a:gd name="T32" fmla="*/ 211 w 469"/>
                <a:gd name="T33" fmla="*/ 1 h 372"/>
                <a:gd name="T34" fmla="*/ 165 w 469"/>
                <a:gd name="T35" fmla="*/ 8 h 372"/>
                <a:gd name="T36" fmla="*/ 124 w 469"/>
                <a:gd name="T37" fmla="*/ 22 h 372"/>
                <a:gd name="T38" fmla="*/ 85 w 469"/>
                <a:gd name="T39" fmla="*/ 43 h 372"/>
                <a:gd name="T40" fmla="*/ 54 w 469"/>
                <a:gd name="T41" fmla="*/ 67 h 372"/>
                <a:gd name="T42" fmla="*/ 28 w 469"/>
                <a:gd name="T43" fmla="*/ 96 h 372"/>
                <a:gd name="T44" fmla="*/ 10 w 469"/>
                <a:gd name="T45" fmla="*/ 130 h 372"/>
                <a:gd name="T46" fmla="*/ 1 w 469"/>
                <a:gd name="T47" fmla="*/ 166 h 372"/>
                <a:gd name="T48" fmla="*/ 1 w 469"/>
                <a:gd name="T49" fmla="*/ 204 h 372"/>
                <a:gd name="T50" fmla="*/ 10 w 469"/>
                <a:gd name="T51" fmla="*/ 240 h 372"/>
                <a:gd name="T52" fmla="*/ 28 w 469"/>
                <a:gd name="T53" fmla="*/ 274 h 372"/>
                <a:gd name="T54" fmla="*/ 54 w 469"/>
                <a:gd name="T55" fmla="*/ 304 h 372"/>
                <a:gd name="T56" fmla="*/ 85 w 469"/>
                <a:gd name="T57" fmla="*/ 329 h 372"/>
                <a:gd name="T58" fmla="*/ 124 w 469"/>
                <a:gd name="T59" fmla="*/ 349 h 372"/>
                <a:gd name="T60" fmla="*/ 165 w 469"/>
                <a:gd name="T61" fmla="*/ 364 h 372"/>
                <a:gd name="T62" fmla="*/ 211 w 469"/>
                <a:gd name="T63" fmla="*/ 370 h 3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9"/>
                <a:gd name="T97" fmla="*/ 0 h 372"/>
                <a:gd name="T98" fmla="*/ 469 w 469"/>
                <a:gd name="T99" fmla="*/ 372 h 3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9" h="372">
                  <a:moveTo>
                    <a:pt x="235" y="372"/>
                  </a:moveTo>
                  <a:lnTo>
                    <a:pt x="258" y="370"/>
                  </a:lnTo>
                  <a:lnTo>
                    <a:pt x="282" y="368"/>
                  </a:lnTo>
                  <a:lnTo>
                    <a:pt x="305" y="364"/>
                  </a:lnTo>
                  <a:lnTo>
                    <a:pt x="326" y="357"/>
                  </a:lnTo>
                  <a:lnTo>
                    <a:pt x="346" y="349"/>
                  </a:lnTo>
                  <a:lnTo>
                    <a:pt x="365" y="340"/>
                  </a:lnTo>
                  <a:lnTo>
                    <a:pt x="383" y="329"/>
                  </a:lnTo>
                  <a:lnTo>
                    <a:pt x="400" y="316"/>
                  </a:lnTo>
                  <a:lnTo>
                    <a:pt x="416" y="304"/>
                  </a:lnTo>
                  <a:lnTo>
                    <a:pt x="429" y="290"/>
                  </a:lnTo>
                  <a:lnTo>
                    <a:pt x="441" y="274"/>
                  </a:lnTo>
                  <a:lnTo>
                    <a:pt x="451" y="258"/>
                  </a:lnTo>
                  <a:lnTo>
                    <a:pt x="459" y="240"/>
                  </a:lnTo>
                  <a:lnTo>
                    <a:pt x="464" y="223"/>
                  </a:lnTo>
                  <a:lnTo>
                    <a:pt x="468" y="204"/>
                  </a:lnTo>
                  <a:lnTo>
                    <a:pt x="469" y="185"/>
                  </a:lnTo>
                  <a:lnTo>
                    <a:pt x="468" y="166"/>
                  </a:lnTo>
                  <a:lnTo>
                    <a:pt x="464" y="148"/>
                  </a:lnTo>
                  <a:lnTo>
                    <a:pt x="459" y="130"/>
                  </a:lnTo>
                  <a:lnTo>
                    <a:pt x="451" y="113"/>
                  </a:lnTo>
                  <a:lnTo>
                    <a:pt x="441" y="96"/>
                  </a:lnTo>
                  <a:lnTo>
                    <a:pt x="429" y="82"/>
                  </a:lnTo>
                  <a:lnTo>
                    <a:pt x="416" y="67"/>
                  </a:lnTo>
                  <a:lnTo>
                    <a:pt x="400" y="54"/>
                  </a:lnTo>
                  <a:lnTo>
                    <a:pt x="383" y="43"/>
                  </a:lnTo>
                  <a:lnTo>
                    <a:pt x="365" y="31"/>
                  </a:lnTo>
                  <a:lnTo>
                    <a:pt x="346" y="22"/>
                  </a:lnTo>
                  <a:lnTo>
                    <a:pt x="326" y="14"/>
                  </a:lnTo>
                  <a:lnTo>
                    <a:pt x="305" y="8"/>
                  </a:lnTo>
                  <a:lnTo>
                    <a:pt x="282" y="3"/>
                  </a:lnTo>
                  <a:lnTo>
                    <a:pt x="258" y="1"/>
                  </a:lnTo>
                  <a:lnTo>
                    <a:pt x="235" y="0"/>
                  </a:lnTo>
                  <a:lnTo>
                    <a:pt x="211" y="1"/>
                  </a:lnTo>
                  <a:lnTo>
                    <a:pt x="188" y="3"/>
                  </a:lnTo>
                  <a:lnTo>
                    <a:pt x="165" y="8"/>
                  </a:lnTo>
                  <a:lnTo>
                    <a:pt x="144" y="14"/>
                  </a:lnTo>
                  <a:lnTo>
                    <a:pt x="124" y="22"/>
                  </a:lnTo>
                  <a:lnTo>
                    <a:pt x="103" y="31"/>
                  </a:lnTo>
                  <a:lnTo>
                    <a:pt x="85" y="43"/>
                  </a:lnTo>
                  <a:lnTo>
                    <a:pt x="68" y="54"/>
                  </a:lnTo>
                  <a:lnTo>
                    <a:pt x="54" y="67"/>
                  </a:lnTo>
                  <a:lnTo>
                    <a:pt x="40" y="82"/>
                  </a:lnTo>
                  <a:lnTo>
                    <a:pt x="28" y="96"/>
                  </a:lnTo>
                  <a:lnTo>
                    <a:pt x="18" y="113"/>
                  </a:lnTo>
                  <a:lnTo>
                    <a:pt x="10" y="130"/>
                  </a:lnTo>
                  <a:lnTo>
                    <a:pt x="4" y="148"/>
                  </a:lnTo>
                  <a:lnTo>
                    <a:pt x="1" y="166"/>
                  </a:lnTo>
                  <a:lnTo>
                    <a:pt x="0" y="185"/>
                  </a:lnTo>
                  <a:lnTo>
                    <a:pt x="1" y="204"/>
                  </a:lnTo>
                  <a:lnTo>
                    <a:pt x="4" y="223"/>
                  </a:lnTo>
                  <a:lnTo>
                    <a:pt x="10" y="240"/>
                  </a:lnTo>
                  <a:lnTo>
                    <a:pt x="18" y="258"/>
                  </a:lnTo>
                  <a:lnTo>
                    <a:pt x="28" y="274"/>
                  </a:lnTo>
                  <a:lnTo>
                    <a:pt x="40" y="290"/>
                  </a:lnTo>
                  <a:lnTo>
                    <a:pt x="54" y="304"/>
                  </a:lnTo>
                  <a:lnTo>
                    <a:pt x="68" y="316"/>
                  </a:lnTo>
                  <a:lnTo>
                    <a:pt x="85" y="329"/>
                  </a:lnTo>
                  <a:lnTo>
                    <a:pt x="103" y="340"/>
                  </a:lnTo>
                  <a:lnTo>
                    <a:pt x="124" y="349"/>
                  </a:lnTo>
                  <a:lnTo>
                    <a:pt x="144" y="357"/>
                  </a:lnTo>
                  <a:lnTo>
                    <a:pt x="165" y="364"/>
                  </a:lnTo>
                  <a:lnTo>
                    <a:pt x="188" y="368"/>
                  </a:lnTo>
                  <a:lnTo>
                    <a:pt x="211" y="370"/>
                  </a:lnTo>
                  <a:lnTo>
                    <a:pt x="235" y="372"/>
                  </a:lnTo>
                  <a:close/>
                </a:path>
              </a:pathLst>
            </a:custGeom>
            <a:solidFill>
              <a:srgbClr val="FFFFFF"/>
            </a:solidFill>
            <a:ln w="9525">
              <a:noFill/>
              <a:round/>
              <a:headEnd/>
              <a:tailEnd/>
            </a:ln>
          </p:spPr>
          <p:txBody>
            <a:bodyPr/>
            <a:lstStyle/>
            <a:p>
              <a:endParaRPr lang="de-DE"/>
            </a:p>
          </p:txBody>
        </p:sp>
        <p:sp>
          <p:nvSpPr>
            <p:cNvPr id="50" name="Freeform 41"/>
            <p:cNvSpPr>
              <a:spLocks/>
            </p:cNvSpPr>
            <p:nvPr/>
          </p:nvSpPr>
          <p:spPr bwMode="auto">
            <a:xfrm>
              <a:off x="3783" y="2407"/>
              <a:ext cx="193" cy="154"/>
            </a:xfrm>
            <a:custGeom>
              <a:avLst/>
              <a:gdLst>
                <a:gd name="T0" fmla="*/ 319 w 580"/>
                <a:gd name="T1" fmla="*/ 458 h 460"/>
                <a:gd name="T2" fmla="*/ 376 w 580"/>
                <a:gd name="T3" fmla="*/ 449 h 460"/>
                <a:gd name="T4" fmla="*/ 428 w 580"/>
                <a:gd name="T5" fmla="*/ 431 h 460"/>
                <a:gd name="T6" fmla="*/ 474 w 580"/>
                <a:gd name="T7" fmla="*/ 407 h 460"/>
                <a:gd name="T8" fmla="*/ 514 w 580"/>
                <a:gd name="T9" fmla="*/ 375 h 460"/>
                <a:gd name="T10" fmla="*/ 545 w 580"/>
                <a:gd name="T11" fmla="*/ 339 h 460"/>
                <a:gd name="T12" fmla="*/ 566 w 580"/>
                <a:gd name="T13" fmla="*/ 298 h 460"/>
                <a:gd name="T14" fmla="*/ 579 w 580"/>
                <a:gd name="T15" fmla="*/ 254 h 460"/>
                <a:gd name="T16" fmla="*/ 579 w 580"/>
                <a:gd name="T17" fmla="*/ 207 h 460"/>
                <a:gd name="T18" fmla="*/ 566 w 580"/>
                <a:gd name="T19" fmla="*/ 162 h 460"/>
                <a:gd name="T20" fmla="*/ 545 w 580"/>
                <a:gd name="T21" fmla="*/ 120 h 460"/>
                <a:gd name="T22" fmla="*/ 514 w 580"/>
                <a:gd name="T23" fmla="*/ 85 h 460"/>
                <a:gd name="T24" fmla="*/ 474 w 580"/>
                <a:gd name="T25" fmla="*/ 53 h 460"/>
                <a:gd name="T26" fmla="*/ 428 w 580"/>
                <a:gd name="T27" fmla="*/ 28 h 460"/>
                <a:gd name="T28" fmla="*/ 376 w 580"/>
                <a:gd name="T29" fmla="*/ 10 h 460"/>
                <a:gd name="T30" fmla="*/ 319 w 580"/>
                <a:gd name="T31" fmla="*/ 1 h 460"/>
                <a:gd name="T32" fmla="*/ 261 w 580"/>
                <a:gd name="T33" fmla="*/ 1 h 460"/>
                <a:gd name="T34" fmla="*/ 203 w 580"/>
                <a:gd name="T35" fmla="*/ 10 h 460"/>
                <a:gd name="T36" fmla="*/ 152 w 580"/>
                <a:gd name="T37" fmla="*/ 28 h 460"/>
                <a:gd name="T38" fmla="*/ 106 w 580"/>
                <a:gd name="T39" fmla="*/ 53 h 460"/>
                <a:gd name="T40" fmla="*/ 66 w 580"/>
                <a:gd name="T41" fmla="*/ 85 h 460"/>
                <a:gd name="T42" fmla="*/ 35 w 580"/>
                <a:gd name="T43" fmla="*/ 120 h 460"/>
                <a:gd name="T44" fmla="*/ 13 w 580"/>
                <a:gd name="T45" fmla="*/ 162 h 460"/>
                <a:gd name="T46" fmla="*/ 1 w 580"/>
                <a:gd name="T47" fmla="*/ 207 h 460"/>
                <a:gd name="T48" fmla="*/ 1 w 580"/>
                <a:gd name="T49" fmla="*/ 254 h 460"/>
                <a:gd name="T50" fmla="*/ 13 w 580"/>
                <a:gd name="T51" fmla="*/ 298 h 460"/>
                <a:gd name="T52" fmla="*/ 35 w 580"/>
                <a:gd name="T53" fmla="*/ 339 h 460"/>
                <a:gd name="T54" fmla="*/ 66 w 580"/>
                <a:gd name="T55" fmla="*/ 375 h 460"/>
                <a:gd name="T56" fmla="*/ 106 w 580"/>
                <a:gd name="T57" fmla="*/ 407 h 460"/>
                <a:gd name="T58" fmla="*/ 152 w 580"/>
                <a:gd name="T59" fmla="*/ 431 h 460"/>
                <a:gd name="T60" fmla="*/ 203 w 580"/>
                <a:gd name="T61" fmla="*/ 449 h 460"/>
                <a:gd name="T62" fmla="*/ 261 w 580"/>
                <a:gd name="T63" fmla="*/ 458 h 4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0"/>
                <a:gd name="T97" fmla="*/ 0 h 460"/>
                <a:gd name="T98" fmla="*/ 580 w 580"/>
                <a:gd name="T99" fmla="*/ 460 h 4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0" h="460">
                  <a:moveTo>
                    <a:pt x="290" y="460"/>
                  </a:moveTo>
                  <a:lnTo>
                    <a:pt x="319" y="458"/>
                  </a:lnTo>
                  <a:lnTo>
                    <a:pt x="348" y="455"/>
                  </a:lnTo>
                  <a:lnTo>
                    <a:pt x="376" y="449"/>
                  </a:lnTo>
                  <a:lnTo>
                    <a:pt x="403" y="442"/>
                  </a:lnTo>
                  <a:lnTo>
                    <a:pt x="428" y="431"/>
                  </a:lnTo>
                  <a:lnTo>
                    <a:pt x="452" y="420"/>
                  </a:lnTo>
                  <a:lnTo>
                    <a:pt x="474" y="407"/>
                  </a:lnTo>
                  <a:lnTo>
                    <a:pt x="496" y="392"/>
                  </a:lnTo>
                  <a:lnTo>
                    <a:pt x="514" y="375"/>
                  </a:lnTo>
                  <a:lnTo>
                    <a:pt x="530" y="358"/>
                  </a:lnTo>
                  <a:lnTo>
                    <a:pt x="545" y="339"/>
                  </a:lnTo>
                  <a:lnTo>
                    <a:pt x="557" y="319"/>
                  </a:lnTo>
                  <a:lnTo>
                    <a:pt x="566" y="298"/>
                  </a:lnTo>
                  <a:lnTo>
                    <a:pt x="574" y="276"/>
                  </a:lnTo>
                  <a:lnTo>
                    <a:pt x="579" y="254"/>
                  </a:lnTo>
                  <a:lnTo>
                    <a:pt x="580" y="230"/>
                  </a:lnTo>
                  <a:lnTo>
                    <a:pt x="579" y="207"/>
                  </a:lnTo>
                  <a:lnTo>
                    <a:pt x="574" y="184"/>
                  </a:lnTo>
                  <a:lnTo>
                    <a:pt x="566" y="162"/>
                  </a:lnTo>
                  <a:lnTo>
                    <a:pt x="557" y="141"/>
                  </a:lnTo>
                  <a:lnTo>
                    <a:pt x="545" y="120"/>
                  </a:lnTo>
                  <a:lnTo>
                    <a:pt x="530" y="101"/>
                  </a:lnTo>
                  <a:lnTo>
                    <a:pt x="514" y="85"/>
                  </a:lnTo>
                  <a:lnTo>
                    <a:pt x="496" y="68"/>
                  </a:lnTo>
                  <a:lnTo>
                    <a:pt x="474" y="53"/>
                  </a:lnTo>
                  <a:lnTo>
                    <a:pt x="452" y="40"/>
                  </a:lnTo>
                  <a:lnTo>
                    <a:pt x="428" y="28"/>
                  </a:lnTo>
                  <a:lnTo>
                    <a:pt x="403" y="18"/>
                  </a:lnTo>
                  <a:lnTo>
                    <a:pt x="376" y="10"/>
                  </a:lnTo>
                  <a:lnTo>
                    <a:pt x="348" y="5"/>
                  </a:lnTo>
                  <a:lnTo>
                    <a:pt x="319" y="1"/>
                  </a:lnTo>
                  <a:lnTo>
                    <a:pt x="290" y="0"/>
                  </a:lnTo>
                  <a:lnTo>
                    <a:pt x="261" y="1"/>
                  </a:lnTo>
                  <a:lnTo>
                    <a:pt x="231" y="5"/>
                  </a:lnTo>
                  <a:lnTo>
                    <a:pt x="203" y="10"/>
                  </a:lnTo>
                  <a:lnTo>
                    <a:pt x="177" y="18"/>
                  </a:lnTo>
                  <a:lnTo>
                    <a:pt x="152" y="28"/>
                  </a:lnTo>
                  <a:lnTo>
                    <a:pt x="128" y="40"/>
                  </a:lnTo>
                  <a:lnTo>
                    <a:pt x="106" y="53"/>
                  </a:lnTo>
                  <a:lnTo>
                    <a:pt x="85" y="68"/>
                  </a:lnTo>
                  <a:lnTo>
                    <a:pt x="66" y="85"/>
                  </a:lnTo>
                  <a:lnTo>
                    <a:pt x="49" y="101"/>
                  </a:lnTo>
                  <a:lnTo>
                    <a:pt x="35" y="120"/>
                  </a:lnTo>
                  <a:lnTo>
                    <a:pt x="22" y="141"/>
                  </a:lnTo>
                  <a:lnTo>
                    <a:pt x="13" y="162"/>
                  </a:lnTo>
                  <a:lnTo>
                    <a:pt x="6" y="184"/>
                  </a:lnTo>
                  <a:lnTo>
                    <a:pt x="1" y="207"/>
                  </a:lnTo>
                  <a:lnTo>
                    <a:pt x="0" y="230"/>
                  </a:lnTo>
                  <a:lnTo>
                    <a:pt x="1" y="254"/>
                  </a:lnTo>
                  <a:lnTo>
                    <a:pt x="6" y="276"/>
                  </a:lnTo>
                  <a:lnTo>
                    <a:pt x="13" y="298"/>
                  </a:lnTo>
                  <a:lnTo>
                    <a:pt x="22" y="319"/>
                  </a:lnTo>
                  <a:lnTo>
                    <a:pt x="35" y="339"/>
                  </a:lnTo>
                  <a:lnTo>
                    <a:pt x="49" y="358"/>
                  </a:lnTo>
                  <a:lnTo>
                    <a:pt x="66" y="375"/>
                  </a:lnTo>
                  <a:lnTo>
                    <a:pt x="85" y="392"/>
                  </a:lnTo>
                  <a:lnTo>
                    <a:pt x="106" y="407"/>
                  </a:lnTo>
                  <a:lnTo>
                    <a:pt x="128" y="420"/>
                  </a:lnTo>
                  <a:lnTo>
                    <a:pt x="152" y="431"/>
                  </a:lnTo>
                  <a:lnTo>
                    <a:pt x="177" y="442"/>
                  </a:lnTo>
                  <a:lnTo>
                    <a:pt x="203" y="449"/>
                  </a:lnTo>
                  <a:lnTo>
                    <a:pt x="231" y="455"/>
                  </a:lnTo>
                  <a:lnTo>
                    <a:pt x="261" y="458"/>
                  </a:lnTo>
                  <a:lnTo>
                    <a:pt x="290" y="460"/>
                  </a:lnTo>
                  <a:close/>
                </a:path>
              </a:pathLst>
            </a:custGeom>
            <a:solidFill>
              <a:srgbClr val="B2D1B2"/>
            </a:solidFill>
            <a:ln w="9525">
              <a:noFill/>
              <a:round/>
              <a:headEnd/>
              <a:tailEnd/>
            </a:ln>
          </p:spPr>
          <p:txBody>
            <a:bodyPr/>
            <a:lstStyle/>
            <a:p>
              <a:endParaRPr lang="de-DE"/>
            </a:p>
          </p:txBody>
        </p:sp>
        <p:sp>
          <p:nvSpPr>
            <p:cNvPr id="51" name="Freeform 42"/>
            <p:cNvSpPr>
              <a:spLocks/>
            </p:cNvSpPr>
            <p:nvPr/>
          </p:nvSpPr>
          <p:spPr bwMode="auto">
            <a:xfrm>
              <a:off x="3784" y="2409"/>
              <a:ext cx="191" cy="150"/>
            </a:xfrm>
            <a:custGeom>
              <a:avLst/>
              <a:gdLst>
                <a:gd name="T0" fmla="*/ 315 w 571"/>
                <a:gd name="T1" fmla="*/ 449 h 450"/>
                <a:gd name="T2" fmla="*/ 370 w 571"/>
                <a:gd name="T3" fmla="*/ 440 h 450"/>
                <a:gd name="T4" fmla="*/ 422 w 571"/>
                <a:gd name="T5" fmla="*/ 423 h 450"/>
                <a:gd name="T6" fmla="*/ 467 w 571"/>
                <a:gd name="T7" fmla="*/ 398 h 450"/>
                <a:gd name="T8" fmla="*/ 506 w 571"/>
                <a:gd name="T9" fmla="*/ 368 h 450"/>
                <a:gd name="T10" fmla="*/ 537 w 571"/>
                <a:gd name="T11" fmla="*/ 332 h 450"/>
                <a:gd name="T12" fmla="*/ 559 w 571"/>
                <a:gd name="T13" fmla="*/ 292 h 450"/>
                <a:gd name="T14" fmla="*/ 570 w 571"/>
                <a:gd name="T15" fmla="*/ 248 h 450"/>
                <a:gd name="T16" fmla="*/ 570 w 571"/>
                <a:gd name="T17" fmla="*/ 202 h 450"/>
                <a:gd name="T18" fmla="*/ 559 w 571"/>
                <a:gd name="T19" fmla="*/ 158 h 450"/>
                <a:gd name="T20" fmla="*/ 537 w 571"/>
                <a:gd name="T21" fmla="*/ 118 h 450"/>
                <a:gd name="T22" fmla="*/ 506 w 571"/>
                <a:gd name="T23" fmla="*/ 82 h 450"/>
                <a:gd name="T24" fmla="*/ 467 w 571"/>
                <a:gd name="T25" fmla="*/ 51 h 450"/>
                <a:gd name="T26" fmla="*/ 422 w 571"/>
                <a:gd name="T27" fmla="*/ 27 h 450"/>
                <a:gd name="T28" fmla="*/ 370 w 571"/>
                <a:gd name="T29" fmla="*/ 10 h 450"/>
                <a:gd name="T30" fmla="*/ 315 w 571"/>
                <a:gd name="T31" fmla="*/ 1 h 450"/>
                <a:gd name="T32" fmla="*/ 257 w 571"/>
                <a:gd name="T33" fmla="*/ 1 h 450"/>
                <a:gd name="T34" fmla="*/ 202 w 571"/>
                <a:gd name="T35" fmla="*/ 10 h 450"/>
                <a:gd name="T36" fmla="*/ 150 w 571"/>
                <a:gd name="T37" fmla="*/ 27 h 450"/>
                <a:gd name="T38" fmla="*/ 105 w 571"/>
                <a:gd name="T39" fmla="*/ 51 h 450"/>
                <a:gd name="T40" fmla="*/ 66 w 571"/>
                <a:gd name="T41" fmla="*/ 82 h 450"/>
                <a:gd name="T42" fmla="*/ 35 w 571"/>
                <a:gd name="T43" fmla="*/ 118 h 450"/>
                <a:gd name="T44" fmla="*/ 13 w 571"/>
                <a:gd name="T45" fmla="*/ 158 h 450"/>
                <a:gd name="T46" fmla="*/ 2 w 571"/>
                <a:gd name="T47" fmla="*/ 202 h 450"/>
                <a:gd name="T48" fmla="*/ 2 w 571"/>
                <a:gd name="T49" fmla="*/ 248 h 450"/>
                <a:gd name="T50" fmla="*/ 13 w 571"/>
                <a:gd name="T51" fmla="*/ 292 h 450"/>
                <a:gd name="T52" fmla="*/ 35 w 571"/>
                <a:gd name="T53" fmla="*/ 332 h 450"/>
                <a:gd name="T54" fmla="*/ 66 w 571"/>
                <a:gd name="T55" fmla="*/ 368 h 450"/>
                <a:gd name="T56" fmla="*/ 105 w 571"/>
                <a:gd name="T57" fmla="*/ 398 h 450"/>
                <a:gd name="T58" fmla="*/ 150 w 571"/>
                <a:gd name="T59" fmla="*/ 423 h 450"/>
                <a:gd name="T60" fmla="*/ 202 w 571"/>
                <a:gd name="T61" fmla="*/ 440 h 450"/>
                <a:gd name="T62" fmla="*/ 257 w 571"/>
                <a:gd name="T63" fmla="*/ 449 h 45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1"/>
                <a:gd name="T97" fmla="*/ 0 h 450"/>
                <a:gd name="T98" fmla="*/ 571 w 571"/>
                <a:gd name="T99" fmla="*/ 450 h 45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1" h="450">
                  <a:moveTo>
                    <a:pt x="286" y="450"/>
                  </a:moveTo>
                  <a:lnTo>
                    <a:pt x="315" y="449"/>
                  </a:lnTo>
                  <a:lnTo>
                    <a:pt x="343" y="446"/>
                  </a:lnTo>
                  <a:lnTo>
                    <a:pt x="370" y="440"/>
                  </a:lnTo>
                  <a:lnTo>
                    <a:pt x="397" y="432"/>
                  </a:lnTo>
                  <a:lnTo>
                    <a:pt x="422" y="423"/>
                  </a:lnTo>
                  <a:lnTo>
                    <a:pt x="446" y="412"/>
                  </a:lnTo>
                  <a:lnTo>
                    <a:pt x="467" y="398"/>
                  </a:lnTo>
                  <a:lnTo>
                    <a:pt x="488" y="384"/>
                  </a:lnTo>
                  <a:lnTo>
                    <a:pt x="506" y="368"/>
                  </a:lnTo>
                  <a:lnTo>
                    <a:pt x="523" y="351"/>
                  </a:lnTo>
                  <a:lnTo>
                    <a:pt x="537" y="332"/>
                  </a:lnTo>
                  <a:lnTo>
                    <a:pt x="549" y="313"/>
                  </a:lnTo>
                  <a:lnTo>
                    <a:pt x="559" y="292"/>
                  </a:lnTo>
                  <a:lnTo>
                    <a:pt x="566" y="270"/>
                  </a:lnTo>
                  <a:lnTo>
                    <a:pt x="570" y="248"/>
                  </a:lnTo>
                  <a:lnTo>
                    <a:pt x="571" y="225"/>
                  </a:lnTo>
                  <a:lnTo>
                    <a:pt x="570" y="202"/>
                  </a:lnTo>
                  <a:lnTo>
                    <a:pt x="566" y="179"/>
                  </a:lnTo>
                  <a:lnTo>
                    <a:pt x="559" y="158"/>
                  </a:lnTo>
                  <a:lnTo>
                    <a:pt x="549" y="138"/>
                  </a:lnTo>
                  <a:lnTo>
                    <a:pt x="537" y="118"/>
                  </a:lnTo>
                  <a:lnTo>
                    <a:pt x="523" y="100"/>
                  </a:lnTo>
                  <a:lnTo>
                    <a:pt x="506" y="82"/>
                  </a:lnTo>
                  <a:lnTo>
                    <a:pt x="488" y="66"/>
                  </a:lnTo>
                  <a:lnTo>
                    <a:pt x="467" y="51"/>
                  </a:lnTo>
                  <a:lnTo>
                    <a:pt x="446" y="38"/>
                  </a:lnTo>
                  <a:lnTo>
                    <a:pt x="422" y="27"/>
                  </a:lnTo>
                  <a:lnTo>
                    <a:pt x="397" y="18"/>
                  </a:lnTo>
                  <a:lnTo>
                    <a:pt x="370" y="10"/>
                  </a:lnTo>
                  <a:lnTo>
                    <a:pt x="343" y="4"/>
                  </a:lnTo>
                  <a:lnTo>
                    <a:pt x="315" y="1"/>
                  </a:lnTo>
                  <a:lnTo>
                    <a:pt x="286" y="0"/>
                  </a:lnTo>
                  <a:lnTo>
                    <a:pt x="257" y="1"/>
                  </a:lnTo>
                  <a:lnTo>
                    <a:pt x="229" y="4"/>
                  </a:lnTo>
                  <a:lnTo>
                    <a:pt x="202" y="10"/>
                  </a:lnTo>
                  <a:lnTo>
                    <a:pt x="175" y="18"/>
                  </a:lnTo>
                  <a:lnTo>
                    <a:pt x="150" y="27"/>
                  </a:lnTo>
                  <a:lnTo>
                    <a:pt x="126" y="38"/>
                  </a:lnTo>
                  <a:lnTo>
                    <a:pt x="105" y="51"/>
                  </a:lnTo>
                  <a:lnTo>
                    <a:pt x="85" y="66"/>
                  </a:lnTo>
                  <a:lnTo>
                    <a:pt x="66" y="82"/>
                  </a:lnTo>
                  <a:lnTo>
                    <a:pt x="49" y="100"/>
                  </a:lnTo>
                  <a:lnTo>
                    <a:pt x="35" y="118"/>
                  </a:lnTo>
                  <a:lnTo>
                    <a:pt x="23" y="138"/>
                  </a:lnTo>
                  <a:lnTo>
                    <a:pt x="13" y="158"/>
                  </a:lnTo>
                  <a:lnTo>
                    <a:pt x="6" y="179"/>
                  </a:lnTo>
                  <a:lnTo>
                    <a:pt x="2" y="202"/>
                  </a:lnTo>
                  <a:lnTo>
                    <a:pt x="0" y="225"/>
                  </a:lnTo>
                  <a:lnTo>
                    <a:pt x="2" y="248"/>
                  </a:lnTo>
                  <a:lnTo>
                    <a:pt x="6" y="270"/>
                  </a:lnTo>
                  <a:lnTo>
                    <a:pt x="13" y="292"/>
                  </a:lnTo>
                  <a:lnTo>
                    <a:pt x="23" y="313"/>
                  </a:lnTo>
                  <a:lnTo>
                    <a:pt x="35" y="332"/>
                  </a:lnTo>
                  <a:lnTo>
                    <a:pt x="49" y="351"/>
                  </a:lnTo>
                  <a:lnTo>
                    <a:pt x="66" y="368"/>
                  </a:lnTo>
                  <a:lnTo>
                    <a:pt x="85" y="384"/>
                  </a:lnTo>
                  <a:lnTo>
                    <a:pt x="105" y="398"/>
                  </a:lnTo>
                  <a:lnTo>
                    <a:pt x="126" y="412"/>
                  </a:lnTo>
                  <a:lnTo>
                    <a:pt x="150" y="423"/>
                  </a:lnTo>
                  <a:lnTo>
                    <a:pt x="175" y="432"/>
                  </a:lnTo>
                  <a:lnTo>
                    <a:pt x="202" y="440"/>
                  </a:lnTo>
                  <a:lnTo>
                    <a:pt x="229" y="446"/>
                  </a:lnTo>
                  <a:lnTo>
                    <a:pt x="257" y="449"/>
                  </a:lnTo>
                  <a:lnTo>
                    <a:pt x="286" y="450"/>
                  </a:lnTo>
                  <a:close/>
                </a:path>
              </a:pathLst>
            </a:custGeom>
            <a:solidFill>
              <a:srgbClr val="B7D3B7"/>
            </a:solidFill>
            <a:ln w="9525">
              <a:noFill/>
              <a:round/>
              <a:headEnd/>
              <a:tailEnd/>
            </a:ln>
          </p:spPr>
          <p:txBody>
            <a:bodyPr/>
            <a:lstStyle/>
            <a:p>
              <a:endParaRPr lang="de-DE"/>
            </a:p>
          </p:txBody>
        </p:sp>
        <p:sp>
          <p:nvSpPr>
            <p:cNvPr id="52" name="Freeform 43"/>
            <p:cNvSpPr>
              <a:spLocks/>
            </p:cNvSpPr>
            <p:nvPr/>
          </p:nvSpPr>
          <p:spPr bwMode="auto">
            <a:xfrm>
              <a:off x="3786" y="2410"/>
              <a:ext cx="187" cy="148"/>
            </a:xfrm>
            <a:custGeom>
              <a:avLst/>
              <a:gdLst>
                <a:gd name="T0" fmla="*/ 309 w 560"/>
                <a:gd name="T1" fmla="*/ 442 h 443"/>
                <a:gd name="T2" fmla="*/ 363 w 560"/>
                <a:gd name="T3" fmla="*/ 433 h 443"/>
                <a:gd name="T4" fmla="*/ 414 w 560"/>
                <a:gd name="T5" fmla="*/ 416 h 443"/>
                <a:gd name="T6" fmla="*/ 459 w 560"/>
                <a:gd name="T7" fmla="*/ 392 h 443"/>
                <a:gd name="T8" fmla="*/ 496 w 560"/>
                <a:gd name="T9" fmla="*/ 362 h 443"/>
                <a:gd name="T10" fmla="*/ 526 w 560"/>
                <a:gd name="T11" fmla="*/ 327 h 443"/>
                <a:gd name="T12" fmla="*/ 547 w 560"/>
                <a:gd name="T13" fmla="*/ 287 h 443"/>
                <a:gd name="T14" fmla="*/ 559 w 560"/>
                <a:gd name="T15" fmla="*/ 244 h 443"/>
                <a:gd name="T16" fmla="*/ 559 w 560"/>
                <a:gd name="T17" fmla="*/ 199 h 443"/>
                <a:gd name="T18" fmla="*/ 547 w 560"/>
                <a:gd name="T19" fmla="*/ 155 h 443"/>
                <a:gd name="T20" fmla="*/ 526 w 560"/>
                <a:gd name="T21" fmla="*/ 116 h 443"/>
                <a:gd name="T22" fmla="*/ 496 w 560"/>
                <a:gd name="T23" fmla="*/ 81 h 443"/>
                <a:gd name="T24" fmla="*/ 459 w 560"/>
                <a:gd name="T25" fmla="*/ 51 h 443"/>
                <a:gd name="T26" fmla="*/ 414 w 560"/>
                <a:gd name="T27" fmla="*/ 27 h 443"/>
                <a:gd name="T28" fmla="*/ 363 w 560"/>
                <a:gd name="T29" fmla="*/ 10 h 443"/>
                <a:gd name="T30" fmla="*/ 309 w 560"/>
                <a:gd name="T31" fmla="*/ 1 h 443"/>
                <a:gd name="T32" fmla="*/ 251 w 560"/>
                <a:gd name="T33" fmla="*/ 1 h 443"/>
                <a:gd name="T34" fmla="*/ 197 w 560"/>
                <a:gd name="T35" fmla="*/ 10 h 443"/>
                <a:gd name="T36" fmla="*/ 146 w 560"/>
                <a:gd name="T37" fmla="*/ 27 h 443"/>
                <a:gd name="T38" fmla="*/ 101 w 560"/>
                <a:gd name="T39" fmla="*/ 51 h 443"/>
                <a:gd name="T40" fmla="*/ 64 w 560"/>
                <a:gd name="T41" fmla="*/ 81 h 443"/>
                <a:gd name="T42" fmla="*/ 34 w 560"/>
                <a:gd name="T43" fmla="*/ 116 h 443"/>
                <a:gd name="T44" fmla="*/ 12 w 560"/>
                <a:gd name="T45" fmla="*/ 155 h 443"/>
                <a:gd name="T46" fmla="*/ 1 w 560"/>
                <a:gd name="T47" fmla="*/ 199 h 443"/>
                <a:gd name="T48" fmla="*/ 1 w 560"/>
                <a:gd name="T49" fmla="*/ 244 h 443"/>
                <a:gd name="T50" fmla="*/ 12 w 560"/>
                <a:gd name="T51" fmla="*/ 287 h 443"/>
                <a:gd name="T52" fmla="*/ 34 w 560"/>
                <a:gd name="T53" fmla="*/ 327 h 443"/>
                <a:gd name="T54" fmla="*/ 64 w 560"/>
                <a:gd name="T55" fmla="*/ 362 h 443"/>
                <a:gd name="T56" fmla="*/ 101 w 560"/>
                <a:gd name="T57" fmla="*/ 392 h 443"/>
                <a:gd name="T58" fmla="*/ 146 w 560"/>
                <a:gd name="T59" fmla="*/ 416 h 443"/>
                <a:gd name="T60" fmla="*/ 197 w 560"/>
                <a:gd name="T61" fmla="*/ 433 h 443"/>
                <a:gd name="T62" fmla="*/ 251 w 560"/>
                <a:gd name="T63" fmla="*/ 442 h 4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60"/>
                <a:gd name="T97" fmla="*/ 0 h 443"/>
                <a:gd name="T98" fmla="*/ 560 w 560"/>
                <a:gd name="T99" fmla="*/ 443 h 4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60" h="443">
                  <a:moveTo>
                    <a:pt x="280" y="443"/>
                  </a:moveTo>
                  <a:lnTo>
                    <a:pt x="309" y="442"/>
                  </a:lnTo>
                  <a:lnTo>
                    <a:pt x="336" y="438"/>
                  </a:lnTo>
                  <a:lnTo>
                    <a:pt x="363" y="433"/>
                  </a:lnTo>
                  <a:lnTo>
                    <a:pt x="389" y="425"/>
                  </a:lnTo>
                  <a:lnTo>
                    <a:pt x="414" y="416"/>
                  </a:lnTo>
                  <a:lnTo>
                    <a:pt x="436" y="404"/>
                  </a:lnTo>
                  <a:lnTo>
                    <a:pt x="459" y="392"/>
                  </a:lnTo>
                  <a:lnTo>
                    <a:pt x="478" y="378"/>
                  </a:lnTo>
                  <a:lnTo>
                    <a:pt x="496" y="362"/>
                  </a:lnTo>
                  <a:lnTo>
                    <a:pt x="513" y="345"/>
                  </a:lnTo>
                  <a:lnTo>
                    <a:pt x="526" y="327"/>
                  </a:lnTo>
                  <a:lnTo>
                    <a:pt x="538" y="307"/>
                  </a:lnTo>
                  <a:lnTo>
                    <a:pt x="547" y="287"/>
                  </a:lnTo>
                  <a:lnTo>
                    <a:pt x="554" y="265"/>
                  </a:lnTo>
                  <a:lnTo>
                    <a:pt x="559" y="244"/>
                  </a:lnTo>
                  <a:lnTo>
                    <a:pt x="560" y="221"/>
                  </a:lnTo>
                  <a:lnTo>
                    <a:pt x="559" y="199"/>
                  </a:lnTo>
                  <a:lnTo>
                    <a:pt x="554" y="177"/>
                  </a:lnTo>
                  <a:lnTo>
                    <a:pt x="547" y="155"/>
                  </a:lnTo>
                  <a:lnTo>
                    <a:pt x="538" y="135"/>
                  </a:lnTo>
                  <a:lnTo>
                    <a:pt x="526" y="116"/>
                  </a:lnTo>
                  <a:lnTo>
                    <a:pt x="513" y="98"/>
                  </a:lnTo>
                  <a:lnTo>
                    <a:pt x="496" y="81"/>
                  </a:lnTo>
                  <a:lnTo>
                    <a:pt x="478" y="65"/>
                  </a:lnTo>
                  <a:lnTo>
                    <a:pt x="459" y="51"/>
                  </a:lnTo>
                  <a:lnTo>
                    <a:pt x="436" y="38"/>
                  </a:lnTo>
                  <a:lnTo>
                    <a:pt x="414" y="27"/>
                  </a:lnTo>
                  <a:lnTo>
                    <a:pt x="389" y="17"/>
                  </a:lnTo>
                  <a:lnTo>
                    <a:pt x="363" y="10"/>
                  </a:lnTo>
                  <a:lnTo>
                    <a:pt x="336" y="5"/>
                  </a:lnTo>
                  <a:lnTo>
                    <a:pt x="309" y="1"/>
                  </a:lnTo>
                  <a:lnTo>
                    <a:pt x="280" y="0"/>
                  </a:lnTo>
                  <a:lnTo>
                    <a:pt x="251" y="1"/>
                  </a:lnTo>
                  <a:lnTo>
                    <a:pt x="224" y="5"/>
                  </a:lnTo>
                  <a:lnTo>
                    <a:pt x="197" y="10"/>
                  </a:lnTo>
                  <a:lnTo>
                    <a:pt x="171" y="17"/>
                  </a:lnTo>
                  <a:lnTo>
                    <a:pt x="146" y="27"/>
                  </a:lnTo>
                  <a:lnTo>
                    <a:pt x="124" y="38"/>
                  </a:lnTo>
                  <a:lnTo>
                    <a:pt x="101" y="51"/>
                  </a:lnTo>
                  <a:lnTo>
                    <a:pt x="82" y="65"/>
                  </a:lnTo>
                  <a:lnTo>
                    <a:pt x="64" y="81"/>
                  </a:lnTo>
                  <a:lnTo>
                    <a:pt x="47" y="98"/>
                  </a:lnTo>
                  <a:lnTo>
                    <a:pt x="34" y="116"/>
                  </a:lnTo>
                  <a:lnTo>
                    <a:pt x="22" y="135"/>
                  </a:lnTo>
                  <a:lnTo>
                    <a:pt x="12" y="155"/>
                  </a:lnTo>
                  <a:lnTo>
                    <a:pt x="6" y="177"/>
                  </a:lnTo>
                  <a:lnTo>
                    <a:pt x="1" y="199"/>
                  </a:lnTo>
                  <a:lnTo>
                    <a:pt x="0" y="221"/>
                  </a:lnTo>
                  <a:lnTo>
                    <a:pt x="1" y="244"/>
                  </a:lnTo>
                  <a:lnTo>
                    <a:pt x="6" y="265"/>
                  </a:lnTo>
                  <a:lnTo>
                    <a:pt x="12" y="287"/>
                  </a:lnTo>
                  <a:lnTo>
                    <a:pt x="22" y="307"/>
                  </a:lnTo>
                  <a:lnTo>
                    <a:pt x="34" y="327"/>
                  </a:lnTo>
                  <a:lnTo>
                    <a:pt x="47" y="345"/>
                  </a:lnTo>
                  <a:lnTo>
                    <a:pt x="64" y="362"/>
                  </a:lnTo>
                  <a:lnTo>
                    <a:pt x="82" y="378"/>
                  </a:lnTo>
                  <a:lnTo>
                    <a:pt x="101" y="392"/>
                  </a:lnTo>
                  <a:lnTo>
                    <a:pt x="124" y="404"/>
                  </a:lnTo>
                  <a:lnTo>
                    <a:pt x="146" y="416"/>
                  </a:lnTo>
                  <a:lnTo>
                    <a:pt x="171" y="425"/>
                  </a:lnTo>
                  <a:lnTo>
                    <a:pt x="197" y="433"/>
                  </a:lnTo>
                  <a:lnTo>
                    <a:pt x="224" y="438"/>
                  </a:lnTo>
                  <a:lnTo>
                    <a:pt x="251" y="442"/>
                  </a:lnTo>
                  <a:lnTo>
                    <a:pt x="280" y="443"/>
                  </a:lnTo>
                  <a:close/>
                </a:path>
              </a:pathLst>
            </a:custGeom>
            <a:solidFill>
              <a:srgbClr val="C1D8C1"/>
            </a:solidFill>
            <a:ln w="9525">
              <a:noFill/>
              <a:round/>
              <a:headEnd/>
              <a:tailEnd/>
            </a:ln>
          </p:spPr>
          <p:txBody>
            <a:bodyPr/>
            <a:lstStyle/>
            <a:p>
              <a:endParaRPr lang="de-DE"/>
            </a:p>
          </p:txBody>
        </p:sp>
        <p:sp>
          <p:nvSpPr>
            <p:cNvPr id="53" name="Freeform 44"/>
            <p:cNvSpPr>
              <a:spLocks/>
            </p:cNvSpPr>
            <p:nvPr/>
          </p:nvSpPr>
          <p:spPr bwMode="auto">
            <a:xfrm>
              <a:off x="3788" y="2412"/>
              <a:ext cx="183" cy="144"/>
            </a:xfrm>
            <a:custGeom>
              <a:avLst/>
              <a:gdLst>
                <a:gd name="T0" fmla="*/ 304 w 551"/>
                <a:gd name="T1" fmla="*/ 433 h 434"/>
                <a:gd name="T2" fmla="*/ 358 w 551"/>
                <a:gd name="T3" fmla="*/ 424 h 434"/>
                <a:gd name="T4" fmla="*/ 407 w 551"/>
                <a:gd name="T5" fmla="*/ 408 h 434"/>
                <a:gd name="T6" fmla="*/ 451 w 551"/>
                <a:gd name="T7" fmla="*/ 385 h 434"/>
                <a:gd name="T8" fmla="*/ 488 w 551"/>
                <a:gd name="T9" fmla="*/ 356 h 434"/>
                <a:gd name="T10" fmla="*/ 518 w 551"/>
                <a:gd name="T11" fmla="*/ 321 h 434"/>
                <a:gd name="T12" fmla="*/ 539 w 551"/>
                <a:gd name="T13" fmla="*/ 283 h 434"/>
                <a:gd name="T14" fmla="*/ 550 w 551"/>
                <a:gd name="T15" fmla="*/ 240 h 434"/>
                <a:gd name="T16" fmla="*/ 550 w 551"/>
                <a:gd name="T17" fmla="*/ 195 h 434"/>
                <a:gd name="T18" fmla="*/ 539 w 551"/>
                <a:gd name="T19" fmla="*/ 152 h 434"/>
                <a:gd name="T20" fmla="*/ 518 w 551"/>
                <a:gd name="T21" fmla="*/ 114 h 434"/>
                <a:gd name="T22" fmla="*/ 488 w 551"/>
                <a:gd name="T23" fmla="*/ 79 h 434"/>
                <a:gd name="T24" fmla="*/ 451 w 551"/>
                <a:gd name="T25" fmla="*/ 49 h 434"/>
                <a:gd name="T26" fmla="*/ 407 w 551"/>
                <a:gd name="T27" fmla="*/ 25 h 434"/>
                <a:gd name="T28" fmla="*/ 358 w 551"/>
                <a:gd name="T29" fmla="*/ 10 h 434"/>
                <a:gd name="T30" fmla="*/ 304 w 551"/>
                <a:gd name="T31" fmla="*/ 1 h 434"/>
                <a:gd name="T32" fmla="*/ 248 w 551"/>
                <a:gd name="T33" fmla="*/ 1 h 434"/>
                <a:gd name="T34" fmla="*/ 194 w 551"/>
                <a:gd name="T35" fmla="*/ 10 h 434"/>
                <a:gd name="T36" fmla="*/ 144 w 551"/>
                <a:gd name="T37" fmla="*/ 25 h 434"/>
                <a:gd name="T38" fmla="*/ 101 w 551"/>
                <a:gd name="T39" fmla="*/ 49 h 434"/>
                <a:gd name="T40" fmla="*/ 63 w 551"/>
                <a:gd name="T41" fmla="*/ 79 h 434"/>
                <a:gd name="T42" fmla="*/ 34 w 551"/>
                <a:gd name="T43" fmla="*/ 114 h 434"/>
                <a:gd name="T44" fmla="*/ 13 w 551"/>
                <a:gd name="T45" fmla="*/ 152 h 434"/>
                <a:gd name="T46" fmla="*/ 2 w 551"/>
                <a:gd name="T47" fmla="*/ 195 h 434"/>
                <a:gd name="T48" fmla="*/ 2 w 551"/>
                <a:gd name="T49" fmla="*/ 240 h 434"/>
                <a:gd name="T50" fmla="*/ 13 w 551"/>
                <a:gd name="T51" fmla="*/ 283 h 434"/>
                <a:gd name="T52" fmla="*/ 34 w 551"/>
                <a:gd name="T53" fmla="*/ 321 h 434"/>
                <a:gd name="T54" fmla="*/ 63 w 551"/>
                <a:gd name="T55" fmla="*/ 356 h 434"/>
                <a:gd name="T56" fmla="*/ 101 w 551"/>
                <a:gd name="T57" fmla="*/ 385 h 434"/>
                <a:gd name="T58" fmla="*/ 144 w 551"/>
                <a:gd name="T59" fmla="*/ 408 h 434"/>
                <a:gd name="T60" fmla="*/ 194 w 551"/>
                <a:gd name="T61" fmla="*/ 424 h 434"/>
                <a:gd name="T62" fmla="*/ 248 w 551"/>
                <a:gd name="T63" fmla="*/ 433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1"/>
                <a:gd name="T97" fmla="*/ 0 h 434"/>
                <a:gd name="T98" fmla="*/ 551 w 551"/>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1" h="434">
                  <a:moveTo>
                    <a:pt x="276" y="434"/>
                  </a:moveTo>
                  <a:lnTo>
                    <a:pt x="304" y="433"/>
                  </a:lnTo>
                  <a:lnTo>
                    <a:pt x="331" y="430"/>
                  </a:lnTo>
                  <a:lnTo>
                    <a:pt x="358" y="424"/>
                  </a:lnTo>
                  <a:lnTo>
                    <a:pt x="383" y="417"/>
                  </a:lnTo>
                  <a:lnTo>
                    <a:pt x="407" y="408"/>
                  </a:lnTo>
                  <a:lnTo>
                    <a:pt x="430" y="397"/>
                  </a:lnTo>
                  <a:lnTo>
                    <a:pt x="451" y="385"/>
                  </a:lnTo>
                  <a:lnTo>
                    <a:pt x="470" y="371"/>
                  </a:lnTo>
                  <a:lnTo>
                    <a:pt x="488" y="356"/>
                  </a:lnTo>
                  <a:lnTo>
                    <a:pt x="504" y="339"/>
                  </a:lnTo>
                  <a:lnTo>
                    <a:pt x="518" y="321"/>
                  </a:lnTo>
                  <a:lnTo>
                    <a:pt x="530" y="302"/>
                  </a:lnTo>
                  <a:lnTo>
                    <a:pt x="539" y="283"/>
                  </a:lnTo>
                  <a:lnTo>
                    <a:pt x="546" y="261"/>
                  </a:lnTo>
                  <a:lnTo>
                    <a:pt x="550" y="240"/>
                  </a:lnTo>
                  <a:lnTo>
                    <a:pt x="551" y="217"/>
                  </a:lnTo>
                  <a:lnTo>
                    <a:pt x="550" y="195"/>
                  </a:lnTo>
                  <a:lnTo>
                    <a:pt x="546" y="174"/>
                  </a:lnTo>
                  <a:lnTo>
                    <a:pt x="539" y="152"/>
                  </a:lnTo>
                  <a:lnTo>
                    <a:pt x="530" y="133"/>
                  </a:lnTo>
                  <a:lnTo>
                    <a:pt x="518" y="114"/>
                  </a:lnTo>
                  <a:lnTo>
                    <a:pt x="504" y="96"/>
                  </a:lnTo>
                  <a:lnTo>
                    <a:pt x="488" y="79"/>
                  </a:lnTo>
                  <a:lnTo>
                    <a:pt x="470" y="64"/>
                  </a:lnTo>
                  <a:lnTo>
                    <a:pt x="451" y="49"/>
                  </a:lnTo>
                  <a:lnTo>
                    <a:pt x="430" y="37"/>
                  </a:lnTo>
                  <a:lnTo>
                    <a:pt x="407" y="25"/>
                  </a:lnTo>
                  <a:lnTo>
                    <a:pt x="383" y="16"/>
                  </a:lnTo>
                  <a:lnTo>
                    <a:pt x="358" y="10"/>
                  </a:lnTo>
                  <a:lnTo>
                    <a:pt x="331" y="4"/>
                  </a:lnTo>
                  <a:lnTo>
                    <a:pt x="304" y="1"/>
                  </a:lnTo>
                  <a:lnTo>
                    <a:pt x="276" y="0"/>
                  </a:lnTo>
                  <a:lnTo>
                    <a:pt x="248" y="1"/>
                  </a:lnTo>
                  <a:lnTo>
                    <a:pt x="221" y="4"/>
                  </a:lnTo>
                  <a:lnTo>
                    <a:pt x="194" y="10"/>
                  </a:lnTo>
                  <a:lnTo>
                    <a:pt x="169" y="16"/>
                  </a:lnTo>
                  <a:lnTo>
                    <a:pt x="144" y="25"/>
                  </a:lnTo>
                  <a:lnTo>
                    <a:pt x="122" y="37"/>
                  </a:lnTo>
                  <a:lnTo>
                    <a:pt x="101" y="49"/>
                  </a:lnTo>
                  <a:lnTo>
                    <a:pt x="81" y="64"/>
                  </a:lnTo>
                  <a:lnTo>
                    <a:pt x="63" y="79"/>
                  </a:lnTo>
                  <a:lnTo>
                    <a:pt x="48" y="96"/>
                  </a:lnTo>
                  <a:lnTo>
                    <a:pt x="34" y="114"/>
                  </a:lnTo>
                  <a:lnTo>
                    <a:pt x="22" y="133"/>
                  </a:lnTo>
                  <a:lnTo>
                    <a:pt x="13" y="152"/>
                  </a:lnTo>
                  <a:lnTo>
                    <a:pt x="6" y="174"/>
                  </a:lnTo>
                  <a:lnTo>
                    <a:pt x="2" y="195"/>
                  </a:lnTo>
                  <a:lnTo>
                    <a:pt x="0" y="217"/>
                  </a:lnTo>
                  <a:lnTo>
                    <a:pt x="2" y="240"/>
                  </a:lnTo>
                  <a:lnTo>
                    <a:pt x="6" y="261"/>
                  </a:lnTo>
                  <a:lnTo>
                    <a:pt x="13" y="283"/>
                  </a:lnTo>
                  <a:lnTo>
                    <a:pt x="22" y="302"/>
                  </a:lnTo>
                  <a:lnTo>
                    <a:pt x="34" y="321"/>
                  </a:lnTo>
                  <a:lnTo>
                    <a:pt x="48" y="339"/>
                  </a:lnTo>
                  <a:lnTo>
                    <a:pt x="63" y="356"/>
                  </a:lnTo>
                  <a:lnTo>
                    <a:pt x="81" y="371"/>
                  </a:lnTo>
                  <a:lnTo>
                    <a:pt x="101" y="385"/>
                  </a:lnTo>
                  <a:lnTo>
                    <a:pt x="122" y="397"/>
                  </a:lnTo>
                  <a:lnTo>
                    <a:pt x="144" y="408"/>
                  </a:lnTo>
                  <a:lnTo>
                    <a:pt x="169" y="417"/>
                  </a:lnTo>
                  <a:lnTo>
                    <a:pt x="194" y="424"/>
                  </a:lnTo>
                  <a:lnTo>
                    <a:pt x="221" y="430"/>
                  </a:lnTo>
                  <a:lnTo>
                    <a:pt x="248" y="433"/>
                  </a:lnTo>
                  <a:lnTo>
                    <a:pt x="276" y="434"/>
                  </a:lnTo>
                  <a:close/>
                </a:path>
              </a:pathLst>
            </a:custGeom>
            <a:solidFill>
              <a:srgbClr val="C6DDC6"/>
            </a:solidFill>
            <a:ln w="9525">
              <a:noFill/>
              <a:round/>
              <a:headEnd/>
              <a:tailEnd/>
            </a:ln>
          </p:spPr>
          <p:txBody>
            <a:bodyPr/>
            <a:lstStyle/>
            <a:p>
              <a:endParaRPr lang="de-DE"/>
            </a:p>
          </p:txBody>
        </p:sp>
        <p:sp>
          <p:nvSpPr>
            <p:cNvPr id="54" name="Freeform 45"/>
            <p:cNvSpPr>
              <a:spLocks/>
            </p:cNvSpPr>
            <p:nvPr/>
          </p:nvSpPr>
          <p:spPr bwMode="auto">
            <a:xfrm>
              <a:off x="3790" y="2413"/>
              <a:ext cx="180" cy="142"/>
            </a:xfrm>
            <a:custGeom>
              <a:avLst/>
              <a:gdLst>
                <a:gd name="T0" fmla="*/ 298 w 540"/>
                <a:gd name="T1" fmla="*/ 426 h 427"/>
                <a:gd name="T2" fmla="*/ 351 w 540"/>
                <a:gd name="T3" fmla="*/ 417 h 427"/>
                <a:gd name="T4" fmla="*/ 399 w 540"/>
                <a:gd name="T5" fmla="*/ 401 h 427"/>
                <a:gd name="T6" fmla="*/ 442 w 540"/>
                <a:gd name="T7" fmla="*/ 379 h 427"/>
                <a:gd name="T8" fmla="*/ 478 w 540"/>
                <a:gd name="T9" fmla="*/ 349 h 427"/>
                <a:gd name="T10" fmla="*/ 507 w 540"/>
                <a:gd name="T11" fmla="*/ 316 h 427"/>
                <a:gd name="T12" fmla="*/ 527 w 540"/>
                <a:gd name="T13" fmla="*/ 277 h 427"/>
                <a:gd name="T14" fmla="*/ 539 w 540"/>
                <a:gd name="T15" fmla="*/ 235 h 427"/>
                <a:gd name="T16" fmla="*/ 539 w 540"/>
                <a:gd name="T17" fmla="*/ 192 h 427"/>
                <a:gd name="T18" fmla="*/ 527 w 540"/>
                <a:gd name="T19" fmla="*/ 149 h 427"/>
                <a:gd name="T20" fmla="*/ 507 w 540"/>
                <a:gd name="T21" fmla="*/ 111 h 427"/>
                <a:gd name="T22" fmla="*/ 478 w 540"/>
                <a:gd name="T23" fmla="*/ 78 h 427"/>
                <a:gd name="T24" fmla="*/ 442 w 540"/>
                <a:gd name="T25" fmla="*/ 48 h 427"/>
                <a:gd name="T26" fmla="*/ 399 w 540"/>
                <a:gd name="T27" fmla="*/ 26 h 427"/>
                <a:gd name="T28" fmla="*/ 351 w 540"/>
                <a:gd name="T29" fmla="*/ 10 h 427"/>
                <a:gd name="T30" fmla="*/ 298 w 540"/>
                <a:gd name="T31" fmla="*/ 1 h 427"/>
                <a:gd name="T32" fmla="*/ 242 w 540"/>
                <a:gd name="T33" fmla="*/ 1 h 427"/>
                <a:gd name="T34" fmla="*/ 189 w 540"/>
                <a:gd name="T35" fmla="*/ 10 h 427"/>
                <a:gd name="T36" fmla="*/ 141 w 540"/>
                <a:gd name="T37" fmla="*/ 26 h 427"/>
                <a:gd name="T38" fmla="*/ 98 w 540"/>
                <a:gd name="T39" fmla="*/ 48 h 427"/>
                <a:gd name="T40" fmla="*/ 62 w 540"/>
                <a:gd name="T41" fmla="*/ 78 h 427"/>
                <a:gd name="T42" fmla="*/ 33 w 540"/>
                <a:gd name="T43" fmla="*/ 111 h 427"/>
                <a:gd name="T44" fmla="*/ 12 w 540"/>
                <a:gd name="T45" fmla="*/ 149 h 427"/>
                <a:gd name="T46" fmla="*/ 1 w 540"/>
                <a:gd name="T47" fmla="*/ 192 h 427"/>
                <a:gd name="T48" fmla="*/ 1 w 540"/>
                <a:gd name="T49" fmla="*/ 235 h 427"/>
                <a:gd name="T50" fmla="*/ 12 w 540"/>
                <a:gd name="T51" fmla="*/ 277 h 427"/>
                <a:gd name="T52" fmla="*/ 33 w 540"/>
                <a:gd name="T53" fmla="*/ 316 h 427"/>
                <a:gd name="T54" fmla="*/ 62 w 540"/>
                <a:gd name="T55" fmla="*/ 349 h 427"/>
                <a:gd name="T56" fmla="*/ 98 w 540"/>
                <a:gd name="T57" fmla="*/ 379 h 427"/>
                <a:gd name="T58" fmla="*/ 141 w 540"/>
                <a:gd name="T59" fmla="*/ 401 h 427"/>
                <a:gd name="T60" fmla="*/ 189 w 540"/>
                <a:gd name="T61" fmla="*/ 417 h 427"/>
                <a:gd name="T62" fmla="*/ 242 w 540"/>
                <a:gd name="T63" fmla="*/ 426 h 4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40"/>
                <a:gd name="T97" fmla="*/ 0 h 427"/>
                <a:gd name="T98" fmla="*/ 540 w 540"/>
                <a:gd name="T99" fmla="*/ 427 h 42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40" h="427">
                  <a:moveTo>
                    <a:pt x="270" y="427"/>
                  </a:moveTo>
                  <a:lnTo>
                    <a:pt x="298" y="426"/>
                  </a:lnTo>
                  <a:lnTo>
                    <a:pt x="324" y="422"/>
                  </a:lnTo>
                  <a:lnTo>
                    <a:pt x="351" y="417"/>
                  </a:lnTo>
                  <a:lnTo>
                    <a:pt x="376" y="410"/>
                  </a:lnTo>
                  <a:lnTo>
                    <a:pt x="399" y="401"/>
                  </a:lnTo>
                  <a:lnTo>
                    <a:pt x="421" y="391"/>
                  </a:lnTo>
                  <a:lnTo>
                    <a:pt x="442" y="379"/>
                  </a:lnTo>
                  <a:lnTo>
                    <a:pt x="461" y="364"/>
                  </a:lnTo>
                  <a:lnTo>
                    <a:pt x="478" y="349"/>
                  </a:lnTo>
                  <a:lnTo>
                    <a:pt x="494" y="332"/>
                  </a:lnTo>
                  <a:lnTo>
                    <a:pt x="507" y="316"/>
                  </a:lnTo>
                  <a:lnTo>
                    <a:pt x="518" y="297"/>
                  </a:lnTo>
                  <a:lnTo>
                    <a:pt x="527" y="277"/>
                  </a:lnTo>
                  <a:lnTo>
                    <a:pt x="534" y="256"/>
                  </a:lnTo>
                  <a:lnTo>
                    <a:pt x="539" y="235"/>
                  </a:lnTo>
                  <a:lnTo>
                    <a:pt x="540" y="213"/>
                  </a:lnTo>
                  <a:lnTo>
                    <a:pt x="539" y="192"/>
                  </a:lnTo>
                  <a:lnTo>
                    <a:pt x="534" y="171"/>
                  </a:lnTo>
                  <a:lnTo>
                    <a:pt x="527" y="149"/>
                  </a:lnTo>
                  <a:lnTo>
                    <a:pt x="518" y="130"/>
                  </a:lnTo>
                  <a:lnTo>
                    <a:pt x="507" y="111"/>
                  </a:lnTo>
                  <a:lnTo>
                    <a:pt x="494" y="94"/>
                  </a:lnTo>
                  <a:lnTo>
                    <a:pt x="478" y="78"/>
                  </a:lnTo>
                  <a:lnTo>
                    <a:pt x="461" y="63"/>
                  </a:lnTo>
                  <a:lnTo>
                    <a:pt x="442" y="48"/>
                  </a:lnTo>
                  <a:lnTo>
                    <a:pt x="421" y="36"/>
                  </a:lnTo>
                  <a:lnTo>
                    <a:pt x="399" y="26"/>
                  </a:lnTo>
                  <a:lnTo>
                    <a:pt x="376" y="17"/>
                  </a:lnTo>
                  <a:lnTo>
                    <a:pt x="351" y="10"/>
                  </a:lnTo>
                  <a:lnTo>
                    <a:pt x="324" y="5"/>
                  </a:lnTo>
                  <a:lnTo>
                    <a:pt x="298" y="1"/>
                  </a:lnTo>
                  <a:lnTo>
                    <a:pt x="270" y="0"/>
                  </a:lnTo>
                  <a:lnTo>
                    <a:pt x="242" y="1"/>
                  </a:lnTo>
                  <a:lnTo>
                    <a:pt x="216" y="5"/>
                  </a:lnTo>
                  <a:lnTo>
                    <a:pt x="189" y="10"/>
                  </a:lnTo>
                  <a:lnTo>
                    <a:pt x="164" y="17"/>
                  </a:lnTo>
                  <a:lnTo>
                    <a:pt x="141" y="26"/>
                  </a:lnTo>
                  <a:lnTo>
                    <a:pt x="119" y="36"/>
                  </a:lnTo>
                  <a:lnTo>
                    <a:pt x="98" y="48"/>
                  </a:lnTo>
                  <a:lnTo>
                    <a:pt x="79" y="63"/>
                  </a:lnTo>
                  <a:lnTo>
                    <a:pt x="62" y="78"/>
                  </a:lnTo>
                  <a:lnTo>
                    <a:pt x="46" y="94"/>
                  </a:lnTo>
                  <a:lnTo>
                    <a:pt x="33" y="111"/>
                  </a:lnTo>
                  <a:lnTo>
                    <a:pt x="21" y="130"/>
                  </a:lnTo>
                  <a:lnTo>
                    <a:pt x="12" y="149"/>
                  </a:lnTo>
                  <a:lnTo>
                    <a:pt x="6" y="171"/>
                  </a:lnTo>
                  <a:lnTo>
                    <a:pt x="1" y="192"/>
                  </a:lnTo>
                  <a:lnTo>
                    <a:pt x="0" y="213"/>
                  </a:lnTo>
                  <a:lnTo>
                    <a:pt x="1" y="235"/>
                  </a:lnTo>
                  <a:lnTo>
                    <a:pt x="6" y="256"/>
                  </a:lnTo>
                  <a:lnTo>
                    <a:pt x="12" y="277"/>
                  </a:lnTo>
                  <a:lnTo>
                    <a:pt x="21" y="297"/>
                  </a:lnTo>
                  <a:lnTo>
                    <a:pt x="33" y="316"/>
                  </a:lnTo>
                  <a:lnTo>
                    <a:pt x="46" y="332"/>
                  </a:lnTo>
                  <a:lnTo>
                    <a:pt x="62" y="349"/>
                  </a:lnTo>
                  <a:lnTo>
                    <a:pt x="79" y="364"/>
                  </a:lnTo>
                  <a:lnTo>
                    <a:pt x="98" y="379"/>
                  </a:lnTo>
                  <a:lnTo>
                    <a:pt x="119" y="391"/>
                  </a:lnTo>
                  <a:lnTo>
                    <a:pt x="141" y="401"/>
                  </a:lnTo>
                  <a:lnTo>
                    <a:pt x="164" y="410"/>
                  </a:lnTo>
                  <a:lnTo>
                    <a:pt x="189" y="417"/>
                  </a:lnTo>
                  <a:lnTo>
                    <a:pt x="216" y="422"/>
                  </a:lnTo>
                  <a:lnTo>
                    <a:pt x="242" y="426"/>
                  </a:lnTo>
                  <a:lnTo>
                    <a:pt x="270" y="427"/>
                  </a:lnTo>
                  <a:close/>
                </a:path>
              </a:pathLst>
            </a:custGeom>
            <a:solidFill>
              <a:srgbClr val="CEE2CE"/>
            </a:solidFill>
            <a:ln w="9525">
              <a:noFill/>
              <a:round/>
              <a:headEnd/>
              <a:tailEnd/>
            </a:ln>
          </p:spPr>
          <p:txBody>
            <a:bodyPr/>
            <a:lstStyle/>
            <a:p>
              <a:endParaRPr lang="de-DE"/>
            </a:p>
          </p:txBody>
        </p:sp>
        <p:sp>
          <p:nvSpPr>
            <p:cNvPr id="55" name="Freeform 46"/>
            <p:cNvSpPr>
              <a:spLocks/>
            </p:cNvSpPr>
            <p:nvPr/>
          </p:nvSpPr>
          <p:spPr bwMode="auto">
            <a:xfrm>
              <a:off x="3791" y="2414"/>
              <a:ext cx="177" cy="140"/>
            </a:xfrm>
            <a:custGeom>
              <a:avLst/>
              <a:gdLst>
                <a:gd name="T0" fmla="*/ 292 w 530"/>
                <a:gd name="T1" fmla="*/ 417 h 418"/>
                <a:gd name="T2" fmla="*/ 344 w 530"/>
                <a:gd name="T3" fmla="*/ 409 h 418"/>
                <a:gd name="T4" fmla="*/ 391 w 530"/>
                <a:gd name="T5" fmla="*/ 394 h 418"/>
                <a:gd name="T6" fmla="*/ 434 w 530"/>
                <a:gd name="T7" fmla="*/ 371 h 418"/>
                <a:gd name="T8" fmla="*/ 469 w 530"/>
                <a:gd name="T9" fmla="*/ 342 h 418"/>
                <a:gd name="T10" fmla="*/ 498 w 530"/>
                <a:gd name="T11" fmla="*/ 309 h 418"/>
                <a:gd name="T12" fmla="*/ 518 w 530"/>
                <a:gd name="T13" fmla="*/ 271 h 418"/>
                <a:gd name="T14" fmla="*/ 529 w 530"/>
                <a:gd name="T15" fmla="*/ 231 h 418"/>
                <a:gd name="T16" fmla="*/ 529 w 530"/>
                <a:gd name="T17" fmla="*/ 188 h 418"/>
                <a:gd name="T18" fmla="*/ 518 w 530"/>
                <a:gd name="T19" fmla="*/ 147 h 418"/>
                <a:gd name="T20" fmla="*/ 498 w 530"/>
                <a:gd name="T21" fmla="*/ 110 h 418"/>
                <a:gd name="T22" fmla="*/ 469 w 530"/>
                <a:gd name="T23" fmla="*/ 76 h 418"/>
                <a:gd name="T24" fmla="*/ 434 w 530"/>
                <a:gd name="T25" fmla="*/ 48 h 418"/>
                <a:gd name="T26" fmla="*/ 391 w 530"/>
                <a:gd name="T27" fmla="*/ 25 h 418"/>
                <a:gd name="T28" fmla="*/ 344 w 530"/>
                <a:gd name="T29" fmla="*/ 8 h 418"/>
                <a:gd name="T30" fmla="*/ 292 w 530"/>
                <a:gd name="T31" fmla="*/ 1 h 418"/>
                <a:gd name="T32" fmla="*/ 238 w 530"/>
                <a:gd name="T33" fmla="*/ 1 h 418"/>
                <a:gd name="T34" fmla="*/ 186 w 530"/>
                <a:gd name="T35" fmla="*/ 8 h 418"/>
                <a:gd name="T36" fmla="*/ 139 w 530"/>
                <a:gd name="T37" fmla="*/ 25 h 418"/>
                <a:gd name="T38" fmla="*/ 96 w 530"/>
                <a:gd name="T39" fmla="*/ 48 h 418"/>
                <a:gd name="T40" fmla="*/ 60 w 530"/>
                <a:gd name="T41" fmla="*/ 76 h 418"/>
                <a:gd name="T42" fmla="*/ 32 w 530"/>
                <a:gd name="T43" fmla="*/ 110 h 418"/>
                <a:gd name="T44" fmla="*/ 12 w 530"/>
                <a:gd name="T45" fmla="*/ 147 h 418"/>
                <a:gd name="T46" fmla="*/ 1 w 530"/>
                <a:gd name="T47" fmla="*/ 188 h 418"/>
                <a:gd name="T48" fmla="*/ 1 w 530"/>
                <a:gd name="T49" fmla="*/ 231 h 418"/>
                <a:gd name="T50" fmla="*/ 12 w 530"/>
                <a:gd name="T51" fmla="*/ 271 h 418"/>
                <a:gd name="T52" fmla="*/ 32 w 530"/>
                <a:gd name="T53" fmla="*/ 309 h 418"/>
                <a:gd name="T54" fmla="*/ 60 w 530"/>
                <a:gd name="T55" fmla="*/ 342 h 418"/>
                <a:gd name="T56" fmla="*/ 96 w 530"/>
                <a:gd name="T57" fmla="*/ 371 h 418"/>
                <a:gd name="T58" fmla="*/ 139 w 530"/>
                <a:gd name="T59" fmla="*/ 394 h 418"/>
                <a:gd name="T60" fmla="*/ 186 w 530"/>
                <a:gd name="T61" fmla="*/ 409 h 418"/>
                <a:gd name="T62" fmla="*/ 238 w 530"/>
                <a:gd name="T63" fmla="*/ 417 h 4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0"/>
                <a:gd name="T97" fmla="*/ 0 h 418"/>
                <a:gd name="T98" fmla="*/ 530 w 530"/>
                <a:gd name="T99" fmla="*/ 418 h 4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0" h="418">
                  <a:moveTo>
                    <a:pt x="265" y="418"/>
                  </a:moveTo>
                  <a:lnTo>
                    <a:pt x="292" y="417"/>
                  </a:lnTo>
                  <a:lnTo>
                    <a:pt x="318" y="414"/>
                  </a:lnTo>
                  <a:lnTo>
                    <a:pt x="344" y="409"/>
                  </a:lnTo>
                  <a:lnTo>
                    <a:pt x="368" y="401"/>
                  </a:lnTo>
                  <a:lnTo>
                    <a:pt x="391" y="394"/>
                  </a:lnTo>
                  <a:lnTo>
                    <a:pt x="413" y="382"/>
                  </a:lnTo>
                  <a:lnTo>
                    <a:pt x="434" y="371"/>
                  </a:lnTo>
                  <a:lnTo>
                    <a:pt x="453" y="358"/>
                  </a:lnTo>
                  <a:lnTo>
                    <a:pt x="469" y="342"/>
                  </a:lnTo>
                  <a:lnTo>
                    <a:pt x="485" y="326"/>
                  </a:lnTo>
                  <a:lnTo>
                    <a:pt x="498" y="309"/>
                  </a:lnTo>
                  <a:lnTo>
                    <a:pt x="509" y="291"/>
                  </a:lnTo>
                  <a:lnTo>
                    <a:pt x="518" y="271"/>
                  </a:lnTo>
                  <a:lnTo>
                    <a:pt x="525" y="252"/>
                  </a:lnTo>
                  <a:lnTo>
                    <a:pt x="529" y="231"/>
                  </a:lnTo>
                  <a:lnTo>
                    <a:pt x="530" y="209"/>
                  </a:lnTo>
                  <a:lnTo>
                    <a:pt x="529" y="188"/>
                  </a:lnTo>
                  <a:lnTo>
                    <a:pt x="525" y="167"/>
                  </a:lnTo>
                  <a:lnTo>
                    <a:pt x="518" y="147"/>
                  </a:lnTo>
                  <a:lnTo>
                    <a:pt x="509" y="128"/>
                  </a:lnTo>
                  <a:lnTo>
                    <a:pt x="498" y="110"/>
                  </a:lnTo>
                  <a:lnTo>
                    <a:pt x="485" y="93"/>
                  </a:lnTo>
                  <a:lnTo>
                    <a:pt x="469" y="76"/>
                  </a:lnTo>
                  <a:lnTo>
                    <a:pt x="453" y="61"/>
                  </a:lnTo>
                  <a:lnTo>
                    <a:pt x="434" y="48"/>
                  </a:lnTo>
                  <a:lnTo>
                    <a:pt x="413" y="35"/>
                  </a:lnTo>
                  <a:lnTo>
                    <a:pt x="391" y="25"/>
                  </a:lnTo>
                  <a:lnTo>
                    <a:pt x="368" y="16"/>
                  </a:lnTo>
                  <a:lnTo>
                    <a:pt x="344" y="8"/>
                  </a:lnTo>
                  <a:lnTo>
                    <a:pt x="318" y="4"/>
                  </a:lnTo>
                  <a:lnTo>
                    <a:pt x="292" y="1"/>
                  </a:lnTo>
                  <a:lnTo>
                    <a:pt x="265" y="0"/>
                  </a:lnTo>
                  <a:lnTo>
                    <a:pt x="238" y="1"/>
                  </a:lnTo>
                  <a:lnTo>
                    <a:pt x="212" y="4"/>
                  </a:lnTo>
                  <a:lnTo>
                    <a:pt x="186" y="8"/>
                  </a:lnTo>
                  <a:lnTo>
                    <a:pt x="161" y="16"/>
                  </a:lnTo>
                  <a:lnTo>
                    <a:pt x="139" y="25"/>
                  </a:lnTo>
                  <a:lnTo>
                    <a:pt x="117" y="35"/>
                  </a:lnTo>
                  <a:lnTo>
                    <a:pt x="96" y="48"/>
                  </a:lnTo>
                  <a:lnTo>
                    <a:pt x="77" y="61"/>
                  </a:lnTo>
                  <a:lnTo>
                    <a:pt x="60" y="76"/>
                  </a:lnTo>
                  <a:lnTo>
                    <a:pt x="45" y="93"/>
                  </a:lnTo>
                  <a:lnTo>
                    <a:pt x="32" y="110"/>
                  </a:lnTo>
                  <a:lnTo>
                    <a:pt x="21" y="128"/>
                  </a:lnTo>
                  <a:lnTo>
                    <a:pt x="12" y="147"/>
                  </a:lnTo>
                  <a:lnTo>
                    <a:pt x="5" y="167"/>
                  </a:lnTo>
                  <a:lnTo>
                    <a:pt x="1" y="188"/>
                  </a:lnTo>
                  <a:lnTo>
                    <a:pt x="0" y="209"/>
                  </a:lnTo>
                  <a:lnTo>
                    <a:pt x="1" y="231"/>
                  </a:lnTo>
                  <a:lnTo>
                    <a:pt x="5" y="252"/>
                  </a:lnTo>
                  <a:lnTo>
                    <a:pt x="12" y="271"/>
                  </a:lnTo>
                  <a:lnTo>
                    <a:pt x="21" y="291"/>
                  </a:lnTo>
                  <a:lnTo>
                    <a:pt x="32" y="309"/>
                  </a:lnTo>
                  <a:lnTo>
                    <a:pt x="45" y="326"/>
                  </a:lnTo>
                  <a:lnTo>
                    <a:pt x="60" y="342"/>
                  </a:lnTo>
                  <a:lnTo>
                    <a:pt x="77" y="358"/>
                  </a:lnTo>
                  <a:lnTo>
                    <a:pt x="96" y="371"/>
                  </a:lnTo>
                  <a:lnTo>
                    <a:pt x="117" y="382"/>
                  </a:lnTo>
                  <a:lnTo>
                    <a:pt x="139" y="394"/>
                  </a:lnTo>
                  <a:lnTo>
                    <a:pt x="161" y="401"/>
                  </a:lnTo>
                  <a:lnTo>
                    <a:pt x="186" y="409"/>
                  </a:lnTo>
                  <a:lnTo>
                    <a:pt x="212" y="414"/>
                  </a:lnTo>
                  <a:lnTo>
                    <a:pt x="238" y="417"/>
                  </a:lnTo>
                  <a:lnTo>
                    <a:pt x="265" y="418"/>
                  </a:lnTo>
                  <a:close/>
                </a:path>
              </a:pathLst>
            </a:custGeom>
            <a:solidFill>
              <a:srgbClr val="D3E5D3"/>
            </a:solidFill>
            <a:ln w="9525">
              <a:noFill/>
              <a:round/>
              <a:headEnd/>
              <a:tailEnd/>
            </a:ln>
          </p:spPr>
          <p:txBody>
            <a:bodyPr/>
            <a:lstStyle/>
            <a:p>
              <a:endParaRPr lang="de-DE"/>
            </a:p>
          </p:txBody>
        </p:sp>
        <p:sp>
          <p:nvSpPr>
            <p:cNvPr id="56" name="Freeform 47"/>
            <p:cNvSpPr>
              <a:spLocks/>
            </p:cNvSpPr>
            <p:nvPr/>
          </p:nvSpPr>
          <p:spPr bwMode="auto">
            <a:xfrm>
              <a:off x="3793" y="2416"/>
              <a:ext cx="173" cy="137"/>
            </a:xfrm>
            <a:custGeom>
              <a:avLst/>
              <a:gdLst>
                <a:gd name="T0" fmla="*/ 287 w 520"/>
                <a:gd name="T1" fmla="*/ 410 h 411"/>
                <a:gd name="T2" fmla="*/ 337 w 520"/>
                <a:gd name="T3" fmla="*/ 402 h 411"/>
                <a:gd name="T4" fmla="*/ 384 w 520"/>
                <a:gd name="T5" fmla="*/ 386 h 411"/>
                <a:gd name="T6" fmla="*/ 425 w 520"/>
                <a:gd name="T7" fmla="*/ 364 h 411"/>
                <a:gd name="T8" fmla="*/ 460 w 520"/>
                <a:gd name="T9" fmla="*/ 336 h 411"/>
                <a:gd name="T10" fmla="*/ 488 w 520"/>
                <a:gd name="T11" fmla="*/ 303 h 411"/>
                <a:gd name="T12" fmla="*/ 508 w 520"/>
                <a:gd name="T13" fmla="*/ 266 h 411"/>
                <a:gd name="T14" fmla="*/ 518 w 520"/>
                <a:gd name="T15" fmla="*/ 227 h 411"/>
                <a:gd name="T16" fmla="*/ 518 w 520"/>
                <a:gd name="T17" fmla="*/ 184 h 411"/>
                <a:gd name="T18" fmla="*/ 508 w 520"/>
                <a:gd name="T19" fmla="*/ 145 h 411"/>
                <a:gd name="T20" fmla="*/ 488 w 520"/>
                <a:gd name="T21" fmla="*/ 108 h 411"/>
                <a:gd name="T22" fmla="*/ 460 w 520"/>
                <a:gd name="T23" fmla="*/ 75 h 411"/>
                <a:gd name="T24" fmla="*/ 425 w 520"/>
                <a:gd name="T25" fmla="*/ 47 h 411"/>
                <a:gd name="T26" fmla="*/ 384 w 520"/>
                <a:gd name="T27" fmla="*/ 25 h 411"/>
                <a:gd name="T28" fmla="*/ 337 w 520"/>
                <a:gd name="T29" fmla="*/ 9 h 411"/>
                <a:gd name="T30" fmla="*/ 287 w 520"/>
                <a:gd name="T31" fmla="*/ 1 h 411"/>
                <a:gd name="T32" fmla="*/ 233 w 520"/>
                <a:gd name="T33" fmla="*/ 1 h 411"/>
                <a:gd name="T34" fmla="*/ 182 w 520"/>
                <a:gd name="T35" fmla="*/ 9 h 411"/>
                <a:gd name="T36" fmla="*/ 136 w 520"/>
                <a:gd name="T37" fmla="*/ 25 h 411"/>
                <a:gd name="T38" fmla="*/ 95 w 520"/>
                <a:gd name="T39" fmla="*/ 47 h 411"/>
                <a:gd name="T40" fmla="*/ 60 w 520"/>
                <a:gd name="T41" fmla="*/ 75 h 411"/>
                <a:gd name="T42" fmla="*/ 32 w 520"/>
                <a:gd name="T43" fmla="*/ 108 h 411"/>
                <a:gd name="T44" fmla="*/ 11 w 520"/>
                <a:gd name="T45" fmla="*/ 145 h 411"/>
                <a:gd name="T46" fmla="*/ 1 w 520"/>
                <a:gd name="T47" fmla="*/ 184 h 411"/>
                <a:gd name="T48" fmla="*/ 1 w 520"/>
                <a:gd name="T49" fmla="*/ 227 h 411"/>
                <a:gd name="T50" fmla="*/ 11 w 520"/>
                <a:gd name="T51" fmla="*/ 266 h 411"/>
                <a:gd name="T52" fmla="*/ 32 w 520"/>
                <a:gd name="T53" fmla="*/ 303 h 411"/>
                <a:gd name="T54" fmla="*/ 60 w 520"/>
                <a:gd name="T55" fmla="*/ 336 h 411"/>
                <a:gd name="T56" fmla="*/ 95 w 520"/>
                <a:gd name="T57" fmla="*/ 364 h 411"/>
                <a:gd name="T58" fmla="*/ 136 w 520"/>
                <a:gd name="T59" fmla="*/ 386 h 411"/>
                <a:gd name="T60" fmla="*/ 182 w 520"/>
                <a:gd name="T61" fmla="*/ 402 h 411"/>
                <a:gd name="T62" fmla="*/ 233 w 520"/>
                <a:gd name="T63" fmla="*/ 410 h 4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20"/>
                <a:gd name="T97" fmla="*/ 0 h 411"/>
                <a:gd name="T98" fmla="*/ 520 w 520"/>
                <a:gd name="T99" fmla="*/ 411 h 4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20" h="411">
                  <a:moveTo>
                    <a:pt x="260" y="411"/>
                  </a:moveTo>
                  <a:lnTo>
                    <a:pt x="287" y="410"/>
                  </a:lnTo>
                  <a:lnTo>
                    <a:pt x="313" y="406"/>
                  </a:lnTo>
                  <a:lnTo>
                    <a:pt x="337" y="402"/>
                  </a:lnTo>
                  <a:lnTo>
                    <a:pt x="361" y="395"/>
                  </a:lnTo>
                  <a:lnTo>
                    <a:pt x="384" y="386"/>
                  </a:lnTo>
                  <a:lnTo>
                    <a:pt x="405" y="376"/>
                  </a:lnTo>
                  <a:lnTo>
                    <a:pt x="425" y="364"/>
                  </a:lnTo>
                  <a:lnTo>
                    <a:pt x="444" y="350"/>
                  </a:lnTo>
                  <a:lnTo>
                    <a:pt x="460" y="336"/>
                  </a:lnTo>
                  <a:lnTo>
                    <a:pt x="476" y="320"/>
                  </a:lnTo>
                  <a:lnTo>
                    <a:pt x="488" y="303"/>
                  </a:lnTo>
                  <a:lnTo>
                    <a:pt x="499" y="285"/>
                  </a:lnTo>
                  <a:lnTo>
                    <a:pt x="508" y="266"/>
                  </a:lnTo>
                  <a:lnTo>
                    <a:pt x="514" y="247"/>
                  </a:lnTo>
                  <a:lnTo>
                    <a:pt x="518" y="227"/>
                  </a:lnTo>
                  <a:lnTo>
                    <a:pt x="520" y="205"/>
                  </a:lnTo>
                  <a:lnTo>
                    <a:pt x="518" y="184"/>
                  </a:lnTo>
                  <a:lnTo>
                    <a:pt x="514" y="164"/>
                  </a:lnTo>
                  <a:lnTo>
                    <a:pt x="508" y="145"/>
                  </a:lnTo>
                  <a:lnTo>
                    <a:pt x="499" y="126"/>
                  </a:lnTo>
                  <a:lnTo>
                    <a:pt x="488" y="108"/>
                  </a:lnTo>
                  <a:lnTo>
                    <a:pt x="476" y="91"/>
                  </a:lnTo>
                  <a:lnTo>
                    <a:pt x="460" y="75"/>
                  </a:lnTo>
                  <a:lnTo>
                    <a:pt x="444" y="61"/>
                  </a:lnTo>
                  <a:lnTo>
                    <a:pt x="425" y="47"/>
                  </a:lnTo>
                  <a:lnTo>
                    <a:pt x="405" y="35"/>
                  </a:lnTo>
                  <a:lnTo>
                    <a:pt x="384" y="25"/>
                  </a:lnTo>
                  <a:lnTo>
                    <a:pt x="361" y="16"/>
                  </a:lnTo>
                  <a:lnTo>
                    <a:pt x="337" y="9"/>
                  </a:lnTo>
                  <a:lnTo>
                    <a:pt x="313" y="4"/>
                  </a:lnTo>
                  <a:lnTo>
                    <a:pt x="287" y="1"/>
                  </a:lnTo>
                  <a:lnTo>
                    <a:pt x="260" y="0"/>
                  </a:lnTo>
                  <a:lnTo>
                    <a:pt x="233" y="1"/>
                  </a:lnTo>
                  <a:lnTo>
                    <a:pt x="207" y="4"/>
                  </a:lnTo>
                  <a:lnTo>
                    <a:pt x="182" y="9"/>
                  </a:lnTo>
                  <a:lnTo>
                    <a:pt x="159" y="16"/>
                  </a:lnTo>
                  <a:lnTo>
                    <a:pt x="136" y="25"/>
                  </a:lnTo>
                  <a:lnTo>
                    <a:pt x="115" y="35"/>
                  </a:lnTo>
                  <a:lnTo>
                    <a:pt x="95" y="47"/>
                  </a:lnTo>
                  <a:lnTo>
                    <a:pt x="77" y="61"/>
                  </a:lnTo>
                  <a:lnTo>
                    <a:pt x="60" y="75"/>
                  </a:lnTo>
                  <a:lnTo>
                    <a:pt x="44" y="91"/>
                  </a:lnTo>
                  <a:lnTo>
                    <a:pt x="32" y="108"/>
                  </a:lnTo>
                  <a:lnTo>
                    <a:pt x="20" y="126"/>
                  </a:lnTo>
                  <a:lnTo>
                    <a:pt x="11" y="145"/>
                  </a:lnTo>
                  <a:lnTo>
                    <a:pt x="6" y="164"/>
                  </a:lnTo>
                  <a:lnTo>
                    <a:pt x="1" y="184"/>
                  </a:lnTo>
                  <a:lnTo>
                    <a:pt x="0" y="205"/>
                  </a:lnTo>
                  <a:lnTo>
                    <a:pt x="1" y="227"/>
                  </a:lnTo>
                  <a:lnTo>
                    <a:pt x="6" y="247"/>
                  </a:lnTo>
                  <a:lnTo>
                    <a:pt x="11" y="266"/>
                  </a:lnTo>
                  <a:lnTo>
                    <a:pt x="20" y="285"/>
                  </a:lnTo>
                  <a:lnTo>
                    <a:pt x="32" y="303"/>
                  </a:lnTo>
                  <a:lnTo>
                    <a:pt x="44" y="320"/>
                  </a:lnTo>
                  <a:lnTo>
                    <a:pt x="60" y="336"/>
                  </a:lnTo>
                  <a:lnTo>
                    <a:pt x="77" y="350"/>
                  </a:lnTo>
                  <a:lnTo>
                    <a:pt x="95" y="364"/>
                  </a:lnTo>
                  <a:lnTo>
                    <a:pt x="115" y="376"/>
                  </a:lnTo>
                  <a:lnTo>
                    <a:pt x="136" y="386"/>
                  </a:lnTo>
                  <a:lnTo>
                    <a:pt x="159" y="395"/>
                  </a:lnTo>
                  <a:lnTo>
                    <a:pt x="182" y="402"/>
                  </a:lnTo>
                  <a:lnTo>
                    <a:pt x="207" y="406"/>
                  </a:lnTo>
                  <a:lnTo>
                    <a:pt x="233" y="410"/>
                  </a:lnTo>
                  <a:lnTo>
                    <a:pt x="260" y="411"/>
                  </a:lnTo>
                  <a:close/>
                </a:path>
              </a:pathLst>
            </a:custGeom>
            <a:solidFill>
              <a:srgbClr val="DDEADD"/>
            </a:solidFill>
            <a:ln w="9525">
              <a:noFill/>
              <a:round/>
              <a:headEnd/>
              <a:tailEnd/>
            </a:ln>
          </p:spPr>
          <p:txBody>
            <a:bodyPr/>
            <a:lstStyle/>
            <a:p>
              <a:endParaRPr lang="de-DE"/>
            </a:p>
          </p:txBody>
        </p:sp>
        <p:sp>
          <p:nvSpPr>
            <p:cNvPr id="57" name="Freeform 48"/>
            <p:cNvSpPr>
              <a:spLocks/>
            </p:cNvSpPr>
            <p:nvPr/>
          </p:nvSpPr>
          <p:spPr bwMode="auto">
            <a:xfrm>
              <a:off x="3795" y="2417"/>
              <a:ext cx="170" cy="134"/>
            </a:xfrm>
            <a:custGeom>
              <a:avLst/>
              <a:gdLst>
                <a:gd name="T0" fmla="*/ 281 w 510"/>
                <a:gd name="T1" fmla="*/ 402 h 403"/>
                <a:gd name="T2" fmla="*/ 330 w 510"/>
                <a:gd name="T3" fmla="*/ 394 h 403"/>
                <a:gd name="T4" fmla="*/ 376 w 510"/>
                <a:gd name="T5" fmla="*/ 379 h 403"/>
                <a:gd name="T6" fmla="*/ 417 w 510"/>
                <a:gd name="T7" fmla="*/ 357 h 403"/>
                <a:gd name="T8" fmla="*/ 452 w 510"/>
                <a:gd name="T9" fmla="*/ 330 h 403"/>
                <a:gd name="T10" fmla="*/ 480 w 510"/>
                <a:gd name="T11" fmla="*/ 298 h 403"/>
                <a:gd name="T12" fmla="*/ 499 w 510"/>
                <a:gd name="T13" fmla="*/ 262 h 403"/>
                <a:gd name="T14" fmla="*/ 509 w 510"/>
                <a:gd name="T15" fmla="*/ 223 h 403"/>
                <a:gd name="T16" fmla="*/ 509 w 510"/>
                <a:gd name="T17" fmla="*/ 181 h 403"/>
                <a:gd name="T18" fmla="*/ 499 w 510"/>
                <a:gd name="T19" fmla="*/ 142 h 403"/>
                <a:gd name="T20" fmla="*/ 480 w 510"/>
                <a:gd name="T21" fmla="*/ 106 h 403"/>
                <a:gd name="T22" fmla="*/ 452 w 510"/>
                <a:gd name="T23" fmla="*/ 73 h 403"/>
                <a:gd name="T24" fmla="*/ 417 w 510"/>
                <a:gd name="T25" fmla="*/ 46 h 403"/>
                <a:gd name="T26" fmla="*/ 376 w 510"/>
                <a:gd name="T27" fmla="*/ 25 h 403"/>
                <a:gd name="T28" fmla="*/ 330 w 510"/>
                <a:gd name="T29" fmla="*/ 9 h 403"/>
                <a:gd name="T30" fmla="*/ 281 w 510"/>
                <a:gd name="T31" fmla="*/ 1 h 403"/>
                <a:gd name="T32" fmla="*/ 229 w 510"/>
                <a:gd name="T33" fmla="*/ 1 h 403"/>
                <a:gd name="T34" fmla="*/ 180 w 510"/>
                <a:gd name="T35" fmla="*/ 9 h 403"/>
                <a:gd name="T36" fmla="*/ 133 w 510"/>
                <a:gd name="T37" fmla="*/ 25 h 403"/>
                <a:gd name="T38" fmla="*/ 93 w 510"/>
                <a:gd name="T39" fmla="*/ 46 h 403"/>
                <a:gd name="T40" fmla="*/ 58 w 510"/>
                <a:gd name="T41" fmla="*/ 73 h 403"/>
                <a:gd name="T42" fmla="*/ 30 w 510"/>
                <a:gd name="T43" fmla="*/ 106 h 403"/>
                <a:gd name="T44" fmla="*/ 11 w 510"/>
                <a:gd name="T45" fmla="*/ 142 h 403"/>
                <a:gd name="T46" fmla="*/ 1 w 510"/>
                <a:gd name="T47" fmla="*/ 181 h 403"/>
                <a:gd name="T48" fmla="*/ 1 w 510"/>
                <a:gd name="T49" fmla="*/ 223 h 403"/>
                <a:gd name="T50" fmla="*/ 11 w 510"/>
                <a:gd name="T51" fmla="*/ 262 h 403"/>
                <a:gd name="T52" fmla="*/ 30 w 510"/>
                <a:gd name="T53" fmla="*/ 298 h 403"/>
                <a:gd name="T54" fmla="*/ 58 w 510"/>
                <a:gd name="T55" fmla="*/ 330 h 403"/>
                <a:gd name="T56" fmla="*/ 93 w 510"/>
                <a:gd name="T57" fmla="*/ 357 h 403"/>
                <a:gd name="T58" fmla="*/ 133 w 510"/>
                <a:gd name="T59" fmla="*/ 379 h 403"/>
                <a:gd name="T60" fmla="*/ 180 w 510"/>
                <a:gd name="T61" fmla="*/ 394 h 403"/>
                <a:gd name="T62" fmla="*/ 229 w 510"/>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0"/>
                <a:gd name="T97" fmla="*/ 0 h 403"/>
                <a:gd name="T98" fmla="*/ 510 w 510"/>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0" h="403">
                  <a:moveTo>
                    <a:pt x="255" y="403"/>
                  </a:moveTo>
                  <a:lnTo>
                    <a:pt x="281" y="402"/>
                  </a:lnTo>
                  <a:lnTo>
                    <a:pt x="307" y="399"/>
                  </a:lnTo>
                  <a:lnTo>
                    <a:pt x="330" y="394"/>
                  </a:lnTo>
                  <a:lnTo>
                    <a:pt x="354" y="388"/>
                  </a:lnTo>
                  <a:lnTo>
                    <a:pt x="376" y="379"/>
                  </a:lnTo>
                  <a:lnTo>
                    <a:pt x="398" y="369"/>
                  </a:lnTo>
                  <a:lnTo>
                    <a:pt x="417" y="357"/>
                  </a:lnTo>
                  <a:lnTo>
                    <a:pt x="435" y="345"/>
                  </a:lnTo>
                  <a:lnTo>
                    <a:pt x="452" y="330"/>
                  </a:lnTo>
                  <a:lnTo>
                    <a:pt x="466" y="315"/>
                  </a:lnTo>
                  <a:lnTo>
                    <a:pt x="480" y="298"/>
                  </a:lnTo>
                  <a:lnTo>
                    <a:pt x="490" y="281"/>
                  </a:lnTo>
                  <a:lnTo>
                    <a:pt x="499" y="262"/>
                  </a:lnTo>
                  <a:lnTo>
                    <a:pt x="504" y="243"/>
                  </a:lnTo>
                  <a:lnTo>
                    <a:pt x="509" y="223"/>
                  </a:lnTo>
                  <a:lnTo>
                    <a:pt x="510" y="202"/>
                  </a:lnTo>
                  <a:lnTo>
                    <a:pt x="509" y="181"/>
                  </a:lnTo>
                  <a:lnTo>
                    <a:pt x="504" y="162"/>
                  </a:lnTo>
                  <a:lnTo>
                    <a:pt x="499" y="142"/>
                  </a:lnTo>
                  <a:lnTo>
                    <a:pt x="490" y="124"/>
                  </a:lnTo>
                  <a:lnTo>
                    <a:pt x="480" y="106"/>
                  </a:lnTo>
                  <a:lnTo>
                    <a:pt x="466" y="89"/>
                  </a:lnTo>
                  <a:lnTo>
                    <a:pt x="452" y="73"/>
                  </a:lnTo>
                  <a:lnTo>
                    <a:pt x="435" y="59"/>
                  </a:lnTo>
                  <a:lnTo>
                    <a:pt x="417" y="46"/>
                  </a:lnTo>
                  <a:lnTo>
                    <a:pt x="398" y="35"/>
                  </a:lnTo>
                  <a:lnTo>
                    <a:pt x="376" y="25"/>
                  </a:lnTo>
                  <a:lnTo>
                    <a:pt x="354" y="16"/>
                  </a:lnTo>
                  <a:lnTo>
                    <a:pt x="330" y="9"/>
                  </a:lnTo>
                  <a:lnTo>
                    <a:pt x="307" y="5"/>
                  </a:lnTo>
                  <a:lnTo>
                    <a:pt x="281" y="1"/>
                  </a:lnTo>
                  <a:lnTo>
                    <a:pt x="255" y="0"/>
                  </a:lnTo>
                  <a:lnTo>
                    <a:pt x="229" y="1"/>
                  </a:lnTo>
                  <a:lnTo>
                    <a:pt x="203" y="5"/>
                  </a:lnTo>
                  <a:lnTo>
                    <a:pt x="180" y="9"/>
                  </a:lnTo>
                  <a:lnTo>
                    <a:pt x="156" y="16"/>
                  </a:lnTo>
                  <a:lnTo>
                    <a:pt x="133" y="25"/>
                  </a:lnTo>
                  <a:lnTo>
                    <a:pt x="112" y="35"/>
                  </a:lnTo>
                  <a:lnTo>
                    <a:pt x="93" y="46"/>
                  </a:lnTo>
                  <a:lnTo>
                    <a:pt x="75" y="59"/>
                  </a:lnTo>
                  <a:lnTo>
                    <a:pt x="58" y="73"/>
                  </a:lnTo>
                  <a:lnTo>
                    <a:pt x="44" y="89"/>
                  </a:lnTo>
                  <a:lnTo>
                    <a:pt x="30" y="106"/>
                  </a:lnTo>
                  <a:lnTo>
                    <a:pt x="20" y="124"/>
                  </a:lnTo>
                  <a:lnTo>
                    <a:pt x="11" y="142"/>
                  </a:lnTo>
                  <a:lnTo>
                    <a:pt x="5" y="162"/>
                  </a:lnTo>
                  <a:lnTo>
                    <a:pt x="1" y="181"/>
                  </a:lnTo>
                  <a:lnTo>
                    <a:pt x="0" y="202"/>
                  </a:lnTo>
                  <a:lnTo>
                    <a:pt x="1" y="223"/>
                  </a:lnTo>
                  <a:lnTo>
                    <a:pt x="5" y="243"/>
                  </a:lnTo>
                  <a:lnTo>
                    <a:pt x="11" y="262"/>
                  </a:lnTo>
                  <a:lnTo>
                    <a:pt x="20" y="281"/>
                  </a:lnTo>
                  <a:lnTo>
                    <a:pt x="30" y="298"/>
                  </a:lnTo>
                  <a:lnTo>
                    <a:pt x="44" y="315"/>
                  </a:lnTo>
                  <a:lnTo>
                    <a:pt x="58" y="330"/>
                  </a:lnTo>
                  <a:lnTo>
                    <a:pt x="75" y="345"/>
                  </a:lnTo>
                  <a:lnTo>
                    <a:pt x="93" y="357"/>
                  </a:lnTo>
                  <a:lnTo>
                    <a:pt x="112" y="369"/>
                  </a:lnTo>
                  <a:lnTo>
                    <a:pt x="133" y="379"/>
                  </a:lnTo>
                  <a:lnTo>
                    <a:pt x="156" y="388"/>
                  </a:lnTo>
                  <a:lnTo>
                    <a:pt x="180" y="394"/>
                  </a:lnTo>
                  <a:lnTo>
                    <a:pt x="203" y="399"/>
                  </a:lnTo>
                  <a:lnTo>
                    <a:pt x="229" y="402"/>
                  </a:lnTo>
                  <a:lnTo>
                    <a:pt x="255" y="403"/>
                  </a:lnTo>
                  <a:close/>
                </a:path>
              </a:pathLst>
            </a:custGeom>
            <a:solidFill>
              <a:srgbClr val="E2EDE2"/>
            </a:solidFill>
            <a:ln w="9525">
              <a:noFill/>
              <a:round/>
              <a:headEnd/>
              <a:tailEnd/>
            </a:ln>
          </p:spPr>
          <p:txBody>
            <a:bodyPr/>
            <a:lstStyle/>
            <a:p>
              <a:endParaRPr lang="de-DE"/>
            </a:p>
          </p:txBody>
        </p:sp>
        <p:sp>
          <p:nvSpPr>
            <p:cNvPr id="58" name="Freeform 49"/>
            <p:cNvSpPr>
              <a:spLocks/>
            </p:cNvSpPr>
            <p:nvPr/>
          </p:nvSpPr>
          <p:spPr bwMode="auto">
            <a:xfrm>
              <a:off x="3796" y="2418"/>
              <a:ext cx="167" cy="132"/>
            </a:xfrm>
            <a:custGeom>
              <a:avLst/>
              <a:gdLst>
                <a:gd name="T0" fmla="*/ 276 w 501"/>
                <a:gd name="T1" fmla="*/ 394 h 395"/>
                <a:gd name="T2" fmla="*/ 324 w 501"/>
                <a:gd name="T3" fmla="*/ 386 h 395"/>
                <a:gd name="T4" fmla="*/ 369 w 501"/>
                <a:gd name="T5" fmla="*/ 371 h 395"/>
                <a:gd name="T6" fmla="*/ 410 w 501"/>
                <a:gd name="T7" fmla="*/ 350 h 395"/>
                <a:gd name="T8" fmla="*/ 443 w 501"/>
                <a:gd name="T9" fmla="*/ 323 h 395"/>
                <a:gd name="T10" fmla="*/ 470 w 501"/>
                <a:gd name="T11" fmla="*/ 292 h 395"/>
                <a:gd name="T12" fmla="*/ 489 w 501"/>
                <a:gd name="T13" fmla="*/ 256 h 395"/>
                <a:gd name="T14" fmla="*/ 499 w 501"/>
                <a:gd name="T15" fmla="*/ 218 h 395"/>
                <a:gd name="T16" fmla="*/ 499 w 501"/>
                <a:gd name="T17" fmla="*/ 177 h 395"/>
                <a:gd name="T18" fmla="*/ 489 w 501"/>
                <a:gd name="T19" fmla="*/ 138 h 395"/>
                <a:gd name="T20" fmla="*/ 470 w 501"/>
                <a:gd name="T21" fmla="*/ 103 h 395"/>
                <a:gd name="T22" fmla="*/ 443 w 501"/>
                <a:gd name="T23" fmla="*/ 72 h 395"/>
                <a:gd name="T24" fmla="*/ 410 w 501"/>
                <a:gd name="T25" fmla="*/ 45 h 395"/>
                <a:gd name="T26" fmla="*/ 369 w 501"/>
                <a:gd name="T27" fmla="*/ 23 h 395"/>
                <a:gd name="T28" fmla="*/ 324 w 501"/>
                <a:gd name="T29" fmla="*/ 9 h 395"/>
                <a:gd name="T30" fmla="*/ 276 w 501"/>
                <a:gd name="T31" fmla="*/ 1 h 395"/>
                <a:gd name="T32" fmla="*/ 224 w 501"/>
                <a:gd name="T33" fmla="*/ 1 h 395"/>
                <a:gd name="T34" fmla="*/ 176 w 501"/>
                <a:gd name="T35" fmla="*/ 9 h 395"/>
                <a:gd name="T36" fmla="*/ 131 w 501"/>
                <a:gd name="T37" fmla="*/ 23 h 395"/>
                <a:gd name="T38" fmla="*/ 91 w 501"/>
                <a:gd name="T39" fmla="*/ 45 h 395"/>
                <a:gd name="T40" fmla="*/ 58 w 501"/>
                <a:gd name="T41" fmla="*/ 72 h 395"/>
                <a:gd name="T42" fmla="*/ 31 w 501"/>
                <a:gd name="T43" fmla="*/ 103 h 395"/>
                <a:gd name="T44" fmla="*/ 12 w 501"/>
                <a:gd name="T45" fmla="*/ 138 h 395"/>
                <a:gd name="T46" fmla="*/ 1 w 501"/>
                <a:gd name="T47" fmla="*/ 177 h 395"/>
                <a:gd name="T48" fmla="*/ 1 w 501"/>
                <a:gd name="T49" fmla="*/ 218 h 395"/>
                <a:gd name="T50" fmla="*/ 12 w 501"/>
                <a:gd name="T51" fmla="*/ 256 h 395"/>
                <a:gd name="T52" fmla="*/ 31 w 501"/>
                <a:gd name="T53" fmla="*/ 292 h 395"/>
                <a:gd name="T54" fmla="*/ 58 w 501"/>
                <a:gd name="T55" fmla="*/ 323 h 395"/>
                <a:gd name="T56" fmla="*/ 91 w 501"/>
                <a:gd name="T57" fmla="*/ 350 h 395"/>
                <a:gd name="T58" fmla="*/ 131 w 501"/>
                <a:gd name="T59" fmla="*/ 371 h 395"/>
                <a:gd name="T60" fmla="*/ 176 w 501"/>
                <a:gd name="T61" fmla="*/ 386 h 395"/>
                <a:gd name="T62" fmla="*/ 224 w 501"/>
                <a:gd name="T63" fmla="*/ 394 h 3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1"/>
                <a:gd name="T97" fmla="*/ 0 h 395"/>
                <a:gd name="T98" fmla="*/ 501 w 501"/>
                <a:gd name="T99" fmla="*/ 395 h 3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1" h="395">
                  <a:moveTo>
                    <a:pt x="250" y="395"/>
                  </a:moveTo>
                  <a:lnTo>
                    <a:pt x="276" y="394"/>
                  </a:lnTo>
                  <a:lnTo>
                    <a:pt x="300" y="391"/>
                  </a:lnTo>
                  <a:lnTo>
                    <a:pt x="324" y="386"/>
                  </a:lnTo>
                  <a:lnTo>
                    <a:pt x="348" y="379"/>
                  </a:lnTo>
                  <a:lnTo>
                    <a:pt x="369" y="371"/>
                  </a:lnTo>
                  <a:lnTo>
                    <a:pt x="390" y="361"/>
                  </a:lnTo>
                  <a:lnTo>
                    <a:pt x="410" y="350"/>
                  </a:lnTo>
                  <a:lnTo>
                    <a:pt x="427" y="337"/>
                  </a:lnTo>
                  <a:lnTo>
                    <a:pt x="443" y="323"/>
                  </a:lnTo>
                  <a:lnTo>
                    <a:pt x="458" y="307"/>
                  </a:lnTo>
                  <a:lnTo>
                    <a:pt x="470" y="292"/>
                  </a:lnTo>
                  <a:lnTo>
                    <a:pt x="480" y="274"/>
                  </a:lnTo>
                  <a:lnTo>
                    <a:pt x="489" y="256"/>
                  </a:lnTo>
                  <a:lnTo>
                    <a:pt x="495" y="237"/>
                  </a:lnTo>
                  <a:lnTo>
                    <a:pt x="499" y="218"/>
                  </a:lnTo>
                  <a:lnTo>
                    <a:pt x="501" y="197"/>
                  </a:lnTo>
                  <a:lnTo>
                    <a:pt x="499" y="177"/>
                  </a:lnTo>
                  <a:lnTo>
                    <a:pt x="495" y="157"/>
                  </a:lnTo>
                  <a:lnTo>
                    <a:pt x="489" y="138"/>
                  </a:lnTo>
                  <a:lnTo>
                    <a:pt x="480" y="120"/>
                  </a:lnTo>
                  <a:lnTo>
                    <a:pt x="470" y="103"/>
                  </a:lnTo>
                  <a:lnTo>
                    <a:pt x="458" y="86"/>
                  </a:lnTo>
                  <a:lnTo>
                    <a:pt x="443" y="72"/>
                  </a:lnTo>
                  <a:lnTo>
                    <a:pt x="427" y="57"/>
                  </a:lnTo>
                  <a:lnTo>
                    <a:pt x="410" y="45"/>
                  </a:lnTo>
                  <a:lnTo>
                    <a:pt x="390" y="34"/>
                  </a:lnTo>
                  <a:lnTo>
                    <a:pt x="369" y="23"/>
                  </a:lnTo>
                  <a:lnTo>
                    <a:pt x="348" y="16"/>
                  </a:lnTo>
                  <a:lnTo>
                    <a:pt x="324" y="9"/>
                  </a:lnTo>
                  <a:lnTo>
                    <a:pt x="300" y="4"/>
                  </a:lnTo>
                  <a:lnTo>
                    <a:pt x="276" y="1"/>
                  </a:lnTo>
                  <a:lnTo>
                    <a:pt x="250" y="0"/>
                  </a:lnTo>
                  <a:lnTo>
                    <a:pt x="224" y="1"/>
                  </a:lnTo>
                  <a:lnTo>
                    <a:pt x="199" y="4"/>
                  </a:lnTo>
                  <a:lnTo>
                    <a:pt x="176" y="9"/>
                  </a:lnTo>
                  <a:lnTo>
                    <a:pt x="152" y="16"/>
                  </a:lnTo>
                  <a:lnTo>
                    <a:pt x="131" y="23"/>
                  </a:lnTo>
                  <a:lnTo>
                    <a:pt x="111" y="34"/>
                  </a:lnTo>
                  <a:lnTo>
                    <a:pt x="91" y="45"/>
                  </a:lnTo>
                  <a:lnTo>
                    <a:pt x="73" y="57"/>
                  </a:lnTo>
                  <a:lnTo>
                    <a:pt x="58" y="72"/>
                  </a:lnTo>
                  <a:lnTo>
                    <a:pt x="43" y="86"/>
                  </a:lnTo>
                  <a:lnTo>
                    <a:pt x="31" y="103"/>
                  </a:lnTo>
                  <a:lnTo>
                    <a:pt x="19" y="120"/>
                  </a:lnTo>
                  <a:lnTo>
                    <a:pt x="12" y="138"/>
                  </a:lnTo>
                  <a:lnTo>
                    <a:pt x="5" y="157"/>
                  </a:lnTo>
                  <a:lnTo>
                    <a:pt x="1" y="177"/>
                  </a:lnTo>
                  <a:lnTo>
                    <a:pt x="0" y="197"/>
                  </a:lnTo>
                  <a:lnTo>
                    <a:pt x="1" y="218"/>
                  </a:lnTo>
                  <a:lnTo>
                    <a:pt x="5" y="237"/>
                  </a:lnTo>
                  <a:lnTo>
                    <a:pt x="12" y="256"/>
                  </a:lnTo>
                  <a:lnTo>
                    <a:pt x="19" y="274"/>
                  </a:lnTo>
                  <a:lnTo>
                    <a:pt x="31" y="292"/>
                  </a:lnTo>
                  <a:lnTo>
                    <a:pt x="43" y="307"/>
                  </a:lnTo>
                  <a:lnTo>
                    <a:pt x="58" y="323"/>
                  </a:lnTo>
                  <a:lnTo>
                    <a:pt x="73" y="337"/>
                  </a:lnTo>
                  <a:lnTo>
                    <a:pt x="91" y="350"/>
                  </a:lnTo>
                  <a:lnTo>
                    <a:pt x="111" y="361"/>
                  </a:lnTo>
                  <a:lnTo>
                    <a:pt x="131" y="371"/>
                  </a:lnTo>
                  <a:lnTo>
                    <a:pt x="152" y="379"/>
                  </a:lnTo>
                  <a:lnTo>
                    <a:pt x="176" y="386"/>
                  </a:lnTo>
                  <a:lnTo>
                    <a:pt x="199" y="391"/>
                  </a:lnTo>
                  <a:lnTo>
                    <a:pt x="224" y="394"/>
                  </a:lnTo>
                  <a:lnTo>
                    <a:pt x="250" y="395"/>
                  </a:lnTo>
                  <a:close/>
                </a:path>
              </a:pathLst>
            </a:custGeom>
            <a:solidFill>
              <a:srgbClr val="EAF2EA"/>
            </a:solidFill>
            <a:ln w="9525">
              <a:noFill/>
              <a:round/>
              <a:headEnd/>
              <a:tailEnd/>
            </a:ln>
          </p:spPr>
          <p:txBody>
            <a:bodyPr/>
            <a:lstStyle/>
            <a:p>
              <a:endParaRPr lang="de-DE"/>
            </a:p>
          </p:txBody>
        </p:sp>
        <p:sp>
          <p:nvSpPr>
            <p:cNvPr id="59" name="Freeform 50"/>
            <p:cNvSpPr>
              <a:spLocks/>
            </p:cNvSpPr>
            <p:nvPr/>
          </p:nvSpPr>
          <p:spPr bwMode="auto">
            <a:xfrm>
              <a:off x="3798" y="2419"/>
              <a:ext cx="163" cy="130"/>
            </a:xfrm>
            <a:custGeom>
              <a:avLst/>
              <a:gdLst>
                <a:gd name="T0" fmla="*/ 270 w 490"/>
                <a:gd name="T1" fmla="*/ 386 h 388"/>
                <a:gd name="T2" fmla="*/ 318 w 490"/>
                <a:gd name="T3" fmla="*/ 379 h 388"/>
                <a:gd name="T4" fmla="*/ 362 w 490"/>
                <a:gd name="T5" fmla="*/ 364 h 388"/>
                <a:gd name="T6" fmla="*/ 401 w 490"/>
                <a:gd name="T7" fmla="*/ 344 h 388"/>
                <a:gd name="T8" fmla="*/ 434 w 490"/>
                <a:gd name="T9" fmla="*/ 317 h 388"/>
                <a:gd name="T10" fmla="*/ 461 w 490"/>
                <a:gd name="T11" fmla="*/ 287 h 388"/>
                <a:gd name="T12" fmla="*/ 479 w 490"/>
                <a:gd name="T13" fmla="*/ 252 h 388"/>
                <a:gd name="T14" fmla="*/ 489 w 490"/>
                <a:gd name="T15" fmla="*/ 215 h 388"/>
                <a:gd name="T16" fmla="*/ 489 w 490"/>
                <a:gd name="T17" fmla="*/ 174 h 388"/>
                <a:gd name="T18" fmla="*/ 479 w 490"/>
                <a:gd name="T19" fmla="*/ 136 h 388"/>
                <a:gd name="T20" fmla="*/ 461 w 490"/>
                <a:gd name="T21" fmla="*/ 101 h 388"/>
                <a:gd name="T22" fmla="*/ 434 w 490"/>
                <a:gd name="T23" fmla="*/ 71 h 388"/>
                <a:gd name="T24" fmla="*/ 401 w 490"/>
                <a:gd name="T25" fmla="*/ 44 h 388"/>
                <a:gd name="T26" fmla="*/ 362 w 490"/>
                <a:gd name="T27" fmla="*/ 24 h 388"/>
                <a:gd name="T28" fmla="*/ 318 w 490"/>
                <a:gd name="T29" fmla="*/ 9 h 388"/>
                <a:gd name="T30" fmla="*/ 270 w 490"/>
                <a:gd name="T31" fmla="*/ 1 h 388"/>
                <a:gd name="T32" fmla="*/ 220 w 490"/>
                <a:gd name="T33" fmla="*/ 1 h 388"/>
                <a:gd name="T34" fmla="*/ 172 w 490"/>
                <a:gd name="T35" fmla="*/ 9 h 388"/>
                <a:gd name="T36" fmla="*/ 128 w 490"/>
                <a:gd name="T37" fmla="*/ 24 h 388"/>
                <a:gd name="T38" fmla="*/ 89 w 490"/>
                <a:gd name="T39" fmla="*/ 44 h 388"/>
                <a:gd name="T40" fmla="*/ 56 w 490"/>
                <a:gd name="T41" fmla="*/ 71 h 388"/>
                <a:gd name="T42" fmla="*/ 29 w 490"/>
                <a:gd name="T43" fmla="*/ 101 h 388"/>
                <a:gd name="T44" fmla="*/ 11 w 490"/>
                <a:gd name="T45" fmla="*/ 136 h 388"/>
                <a:gd name="T46" fmla="*/ 1 w 490"/>
                <a:gd name="T47" fmla="*/ 174 h 388"/>
                <a:gd name="T48" fmla="*/ 1 w 490"/>
                <a:gd name="T49" fmla="*/ 215 h 388"/>
                <a:gd name="T50" fmla="*/ 11 w 490"/>
                <a:gd name="T51" fmla="*/ 252 h 388"/>
                <a:gd name="T52" fmla="*/ 29 w 490"/>
                <a:gd name="T53" fmla="*/ 287 h 388"/>
                <a:gd name="T54" fmla="*/ 56 w 490"/>
                <a:gd name="T55" fmla="*/ 317 h 388"/>
                <a:gd name="T56" fmla="*/ 89 w 490"/>
                <a:gd name="T57" fmla="*/ 344 h 388"/>
                <a:gd name="T58" fmla="*/ 128 w 490"/>
                <a:gd name="T59" fmla="*/ 364 h 388"/>
                <a:gd name="T60" fmla="*/ 172 w 490"/>
                <a:gd name="T61" fmla="*/ 379 h 388"/>
                <a:gd name="T62" fmla="*/ 220 w 490"/>
                <a:gd name="T63" fmla="*/ 386 h 38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0"/>
                <a:gd name="T97" fmla="*/ 0 h 388"/>
                <a:gd name="T98" fmla="*/ 490 w 490"/>
                <a:gd name="T99" fmla="*/ 388 h 38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0" h="388">
                  <a:moveTo>
                    <a:pt x="245" y="388"/>
                  </a:moveTo>
                  <a:lnTo>
                    <a:pt x="270" y="386"/>
                  </a:lnTo>
                  <a:lnTo>
                    <a:pt x="294" y="384"/>
                  </a:lnTo>
                  <a:lnTo>
                    <a:pt x="318" y="379"/>
                  </a:lnTo>
                  <a:lnTo>
                    <a:pt x="340" y="372"/>
                  </a:lnTo>
                  <a:lnTo>
                    <a:pt x="362" y="364"/>
                  </a:lnTo>
                  <a:lnTo>
                    <a:pt x="382" y="355"/>
                  </a:lnTo>
                  <a:lnTo>
                    <a:pt x="401" y="344"/>
                  </a:lnTo>
                  <a:lnTo>
                    <a:pt x="418" y="331"/>
                  </a:lnTo>
                  <a:lnTo>
                    <a:pt x="434" y="317"/>
                  </a:lnTo>
                  <a:lnTo>
                    <a:pt x="448" y="302"/>
                  </a:lnTo>
                  <a:lnTo>
                    <a:pt x="461" y="287"/>
                  </a:lnTo>
                  <a:lnTo>
                    <a:pt x="471" y="270"/>
                  </a:lnTo>
                  <a:lnTo>
                    <a:pt x="479" y="252"/>
                  </a:lnTo>
                  <a:lnTo>
                    <a:pt x="485" y="234"/>
                  </a:lnTo>
                  <a:lnTo>
                    <a:pt x="489" y="215"/>
                  </a:lnTo>
                  <a:lnTo>
                    <a:pt x="490" y="194"/>
                  </a:lnTo>
                  <a:lnTo>
                    <a:pt x="489" y="174"/>
                  </a:lnTo>
                  <a:lnTo>
                    <a:pt x="485" y="155"/>
                  </a:lnTo>
                  <a:lnTo>
                    <a:pt x="479" y="136"/>
                  </a:lnTo>
                  <a:lnTo>
                    <a:pt x="471" y="118"/>
                  </a:lnTo>
                  <a:lnTo>
                    <a:pt x="461" y="101"/>
                  </a:lnTo>
                  <a:lnTo>
                    <a:pt x="448" y="86"/>
                  </a:lnTo>
                  <a:lnTo>
                    <a:pt x="434" y="71"/>
                  </a:lnTo>
                  <a:lnTo>
                    <a:pt x="418" y="56"/>
                  </a:lnTo>
                  <a:lnTo>
                    <a:pt x="401" y="44"/>
                  </a:lnTo>
                  <a:lnTo>
                    <a:pt x="382" y="33"/>
                  </a:lnTo>
                  <a:lnTo>
                    <a:pt x="362" y="24"/>
                  </a:lnTo>
                  <a:lnTo>
                    <a:pt x="340" y="16"/>
                  </a:lnTo>
                  <a:lnTo>
                    <a:pt x="318" y="9"/>
                  </a:lnTo>
                  <a:lnTo>
                    <a:pt x="294" y="4"/>
                  </a:lnTo>
                  <a:lnTo>
                    <a:pt x="270" y="1"/>
                  </a:lnTo>
                  <a:lnTo>
                    <a:pt x="245" y="0"/>
                  </a:lnTo>
                  <a:lnTo>
                    <a:pt x="220" y="1"/>
                  </a:lnTo>
                  <a:lnTo>
                    <a:pt x="195" y="4"/>
                  </a:lnTo>
                  <a:lnTo>
                    <a:pt x="172" y="9"/>
                  </a:lnTo>
                  <a:lnTo>
                    <a:pt x="149" y="16"/>
                  </a:lnTo>
                  <a:lnTo>
                    <a:pt x="128" y="24"/>
                  </a:lnTo>
                  <a:lnTo>
                    <a:pt x="108" y="33"/>
                  </a:lnTo>
                  <a:lnTo>
                    <a:pt x="89" y="44"/>
                  </a:lnTo>
                  <a:lnTo>
                    <a:pt x="72" y="56"/>
                  </a:lnTo>
                  <a:lnTo>
                    <a:pt x="56" y="71"/>
                  </a:lnTo>
                  <a:lnTo>
                    <a:pt x="41" y="86"/>
                  </a:lnTo>
                  <a:lnTo>
                    <a:pt x="29" y="101"/>
                  </a:lnTo>
                  <a:lnTo>
                    <a:pt x="19" y="118"/>
                  </a:lnTo>
                  <a:lnTo>
                    <a:pt x="11" y="136"/>
                  </a:lnTo>
                  <a:lnTo>
                    <a:pt x="4" y="155"/>
                  </a:lnTo>
                  <a:lnTo>
                    <a:pt x="1" y="174"/>
                  </a:lnTo>
                  <a:lnTo>
                    <a:pt x="0" y="194"/>
                  </a:lnTo>
                  <a:lnTo>
                    <a:pt x="1" y="215"/>
                  </a:lnTo>
                  <a:lnTo>
                    <a:pt x="4" y="234"/>
                  </a:lnTo>
                  <a:lnTo>
                    <a:pt x="11" y="252"/>
                  </a:lnTo>
                  <a:lnTo>
                    <a:pt x="19" y="270"/>
                  </a:lnTo>
                  <a:lnTo>
                    <a:pt x="29" y="287"/>
                  </a:lnTo>
                  <a:lnTo>
                    <a:pt x="41" y="302"/>
                  </a:lnTo>
                  <a:lnTo>
                    <a:pt x="56" y="317"/>
                  </a:lnTo>
                  <a:lnTo>
                    <a:pt x="72" y="331"/>
                  </a:lnTo>
                  <a:lnTo>
                    <a:pt x="89" y="344"/>
                  </a:lnTo>
                  <a:lnTo>
                    <a:pt x="108" y="355"/>
                  </a:lnTo>
                  <a:lnTo>
                    <a:pt x="128" y="364"/>
                  </a:lnTo>
                  <a:lnTo>
                    <a:pt x="149" y="372"/>
                  </a:lnTo>
                  <a:lnTo>
                    <a:pt x="172" y="379"/>
                  </a:lnTo>
                  <a:lnTo>
                    <a:pt x="195" y="384"/>
                  </a:lnTo>
                  <a:lnTo>
                    <a:pt x="220" y="386"/>
                  </a:lnTo>
                  <a:lnTo>
                    <a:pt x="245" y="388"/>
                  </a:lnTo>
                  <a:close/>
                </a:path>
              </a:pathLst>
            </a:custGeom>
            <a:solidFill>
              <a:srgbClr val="EFF7EF"/>
            </a:solidFill>
            <a:ln w="9525">
              <a:noFill/>
              <a:round/>
              <a:headEnd/>
              <a:tailEnd/>
            </a:ln>
          </p:spPr>
          <p:txBody>
            <a:bodyPr/>
            <a:lstStyle/>
            <a:p>
              <a:endParaRPr lang="de-DE"/>
            </a:p>
          </p:txBody>
        </p:sp>
        <p:sp>
          <p:nvSpPr>
            <p:cNvPr id="60" name="Freeform 51"/>
            <p:cNvSpPr>
              <a:spLocks/>
            </p:cNvSpPr>
            <p:nvPr/>
          </p:nvSpPr>
          <p:spPr bwMode="auto">
            <a:xfrm>
              <a:off x="3800" y="2421"/>
              <a:ext cx="160" cy="126"/>
            </a:xfrm>
            <a:custGeom>
              <a:avLst/>
              <a:gdLst>
                <a:gd name="T0" fmla="*/ 265 w 480"/>
                <a:gd name="T1" fmla="*/ 377 h 378"/>
                <a:gd name="T2" fmla="*/ 312 w 480"/>
                <a:gd name="T3" fmla="*/ 369 h 378"/>
                <a:gd name="T4" fmla="*/ 355 w 480"/>
                <a:gd name="T5" fmla="*/ 356 h 378"/>
                <a:gd name="T6" fmla="*/ 393 w 480"/>
                <a:gd name="T7" fmla="*/ 335 h 378"/>
                <a:gd name="T8" fmla="*/ 425 w 480"/>
                <a:gd name="T9" fmla="*/ 310 h 378"/>
                <a:gd name="T10" fmla="*/ 451 w 480"/>
                <a:gd name="T11" fmla="*/ 279 h 378"/>
                <a:gd name="T12" fmla="*/ 469 w 480"/>
                <a:gd name="T13" fmla="*/ 246 h 378"/>
                <a:gd name="T14" fmla="*/ 479 w 480"/>
                <a:gd name="T15" fmla="*/ 209 h 378"/>
                <a:gd name="T16" fmla="*/ 479 w 480"/>
                <a:gd name="T17" fmla="*/ 170 h 378"/>
                <a:gd name="T18" fmla="*/ 469 w 480"/>
                <a:gd name="T19" fmla="*/ 132 h 378"/>
                <a:gd name="T20" fmla="*/ 451 w 480"/>
                <a:gd name="T21" fmla="*/ 99 h 378"/>
                <a:gd name="T22" fmla="*/ 425 w 480"/>
                <a:gd name="T23" fmla="*/ 68 h 378"/>
                <a:gd name="T24" fmla="*/ 393 w 480"/>
                <a:gd name="T25" fmla="*/ 42 h 378"/>
                <a:gd name="T26" fmla="*/ 355 w 480"/>
                <a:gd name="T27" fmla="*/ 22 h 378"/>
                <a:gd name="T28" fmla="*/ 312 w 480"/>
                <a:gd name="T29" fmla="*/ 9 h 378"/>
                <a:gd name="T30" fmla="*/ 265 w 480"/>
                <a:gd name="T31" fmla="*/ 1 h 378"/>
                <a:gd name="T32" fmla="*/ 215 w 480"/>
                <a:gd name="T33" fmla="*/ 1 h 378"/>
                <a:gd name="T34" fmla="*/ 169 w 480"/>
                <a:gd name="T35" fmla="*/ 9 h 378"/>
                <a:gd name="T36" fmla="*/ 125 w 480"/>
                <a:gd name="T37" fmla="*/ 22 h 378"/>
                <a:gd name="T38" fmla="*/ 87 w 480"/>
                <a:gd name="T39" fmla="*/ 42 h 378"/>
                <a:gd name="T40" fmla="*/ 56 w 480"/>
                <a:gd name="T41" fmla="*/ 68 h 378"/>
                <a:gd name="T42" fmla="*/ 30 w 480"/>
                <a:gd name="T43" fmla="*/ 99 h 378"/>
                <a:gd name="T44" fmla="*/ 12 w 480"/>
                <a:gd name="T45" fmla="*/ 132 h 378"/>
                <a:gd name="T46" fmla="*/ 2 w 480"/>
                <a:gd name="T47" fmla="*/ 170 h 378"/>
                <a:gd name="T48" fmla="*/ 2 w 480"/>
                <a:gd name="T49" fmla="*/ 209 h 378"/>
                <a:gd name="T50" fmla="*/ 12 w 480"/>
                <a:gd name="T51" fmla="*/ 246 h 378"/>
                <a:gd name="T52" fmla="*/ 30 w 480"/>
                <a:gd name="T53" fmla="*/ 279 h 378"/>
                <a:gd name="T54" fmla="*/ 56 w 480"/>
                <a:gd name="T55" fmla="*/ 310 h 378"/>
                <a:gd name="T56" fmla="*/ 87 w 480"/>
                <a:gd name="T57" fmla="*/ 335 h 378"/>
                <a:gd name="T58" fmla="*/ 125 w 480"/>
                <a:gd name="T59" fmla="*/ 356 h 378"/>
                <a:gd name="T60" fmla="*/ 169 w 480"/>
                <a:gd name="T61" fmla="*/ 369 h 378"/>
                <a:gd name="T62" fmla="*/ 215 w 480"/>
                <a:gd name="T63" fmla="*/ 377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0"/>
                <a:gd name="T97" fmla="*/ 0 h 378"/>
                <a:gd name="T98" fmla="*/ 480 w 480"/>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0" h="378">
                  <a:moveTo>
                    <a:pt x="240" y="378"/>
                  </a:moveTo>
                  <a:lnTo>
                    <a:pt x="265" y="377"/>
                  </a:lnTo>
                  <a:lnTo>
                    <a:pt x="288" y="375"/>
                  </a:lnTo>
                  <a:lnTo>
                    <a:pt x="312" y="369"/>
                  </a:lnTo>
                  <a:lnTo>
                    <a:pt x="333" y="363"/>
                  </a:lnTo>
                  <a:lnTo>
                    <a:pt x="355" y="356"/>
                  </a:lnTo>
                  <a:lnTo>
                    <a:pt x="375" y="346"/>
                  </a:lnTo>
                  <a:lnTo>
                    <a:pt x="393" y="335"/>
                  </a:lnTo>
                  <a:lnTo>
                    <a:pt x="410" y="323"/>
                  </a:lnTo>
                  <a:lnTo>
                    <a:pt x="425" y="310"/>
                  </a:lnTo>
                  <a:lnTo>
                    <a:pt x="439" y="295"/>
                  </a:lnTo>
                  <a:lnTo>
                    <a:pt x="451" y="279"/>
                  </a:lnTo>
                  <a:lnTo>
                    <a:pt x="461" y="262"/>
                  </a:lnTo>
                  <a:lnTo>
                    <a:pt x="469" y="246"/>
                  </a:lnTo>
                  <a:lnTo>
                    <a:pt x="476" y="228"/>
                  </a:lnTo>
                  <a:lnTo>
                    <a:pt x="479" y="209"/>
                  </a:lnTo>
                  <a:lnTo>
                    <a:pt x="480" y="189"/>
                  </a:lnTo>
                  <a:lnTo>
                    <a:pt x="479" y="170"/>
                  </a:lnTo>
                  <a:lnTo>
                    <a:pt x="476" y="151"/>
                  </a:lnTo>
                  <a:lnTo>
                    <a:pt x="469" y="132"/>
                  </a:lnTo>
                  <a:lnTo>
                    <a:pt x="461" y="115"/>
                  </a:lnTo>
                  <a:lnTo>
                    <a:pt x="451" y="99"/>
                  </a:lnTo>
                  <a:lnTo>
                    <a:pt x="439" y="83"/>
                  </a:lnTo>
                  <a:lnTo>
                    <a:pt x="425" y="68"/>
                  </a:lnTo>
                  <a:lnTo>
                    <a:pt x="410" y="55"/>
                  </a:lnTo>
                  <a:lnTo>
                    <a:pt x="393" y="42"/>
                  </a:lnTo>
                  <a:lnTo>
                    <a:pt x="375" y="32"/>
                  </a:lnTo>
                  <a:lnTo>
                    <a:pt x="355" y="22"/>
                  </a:lnTo>
                  <a:lnTo>
                    <a:pt x="333" y="14"/>
                  </a:lnTo>
                  <a:lnTo>
                    <a:pt x="312" y="9"/>
                  </a:lnTo>
                  <a:lnTo>
                    <a:pt x="288" y="3"/>
                  </a:lnTo>
                  <a:lnTo>
                    <a:pt x="265" y="1"/>
                  </a:lnTo>
                  <a:lnTo>
                    <a:pt x="240" y="0"/>
                  </a:lnTo>
                  <a:lnTo>
                    <a:pt x="215" y="1"/>
                  </a:lnTo>
                  <a:lnTo>
                    <a:pt x="192" y="3"/>
                  </a:lnTo>
                  <a:lnTo>
                    <a:pt x="169" y="9"/>
                  </a:lnTo>
                  <a:lnTo>
                    <a:pt x="147" y="14"/>
                  </a:lnTo>
                  <a:lnTo>
                    <a:pt x="125" y="22"/>
                  </a:lnTo>
                  <a:lnTo>
                    <a:pt x="106" y="32"/>
                  </a:lnTo>
                  <a:lnTo>
                    <a:pt x="87" y="42"/>
                  </a:lnTo>
                  <a:lnTo>
                    <a:pt x="70" y="55"/>
                  </a:lnTo>
                  <a:lnTo>
                    <a:pt x="56" y="68"/>
                  </a:lnTo>
                  <a:lnTo>
                    <a:pt x="41" y="83"/>
                  </a:lnTo>
                  <a:lnTo>
                    <a:pt x="30" y="99"/>
                  </a:lnTo>
                  <a:lnTo>
                    <a:pt x="20" y="115"/>
                  </a:lnTo>
                  <a:lnTo>
                    <a:pt x="12" y="132"/>
                  </a:lnTo>
                  <a:lnTo>
                    <a:pt x="5" y="151"/>
                  </a:lnTo>
                  <a:lnTo>
                    <a:pt x="2" y="170"/>
                  </a:lnTo>
                  <a:lnTo>
                    <a:pt x="0" y="189"/>
                  </a:lnTo>
                  <a:lnTo>
                    <a:pt x="2" y="209"/>
                  </a:lnTo>
                  <a:lnTo>
                    <a:pt x="5" y="228"/>
                  </a:lnTo>
                  <a:lnTo>
                    <a:pt x="12" y="246"/>
                  </a:lnTo>
                  <a:lnTo>
                    <a:pt x="20" y="262"/>
                  </a:lnTo>
                  <a:lnTo>
                    <a:pt x="30" y="279"/>
                  </a:lnTo>
                  <a:lnTo>
                    <a:pt x="41" y="295"/>
                  </a:lnTo>
                  <a:lnTo>
                    <a:pt x="56" y="310"/>
                  </a:lnTo>
                  <a:lnTo>
                    <a:pt x="70" y="323"/>
                  </a:lnTo>
                  <a:lnTo>
                    <a:pt x="87" y="335"/>
                  </a:lnTo>
                  <a:lnTo>
                    <a:pt x="106" y="346"/>
                  </a:lnTo>
                  <a:lnTo>
                    <a:pt x="125" y="356"/>
                  </a:lnTo>
                  <a:lnTo>
                    <a:pt x="147" y="363"/>
                  </a:lnTo>
                  <a:lnTo>
                    <a:pt x="169" y="369"/>
                  </a:lnTo>
                  <a:lnTo>
                    <a:pt x="192" y="375"/>
                  </a:lnTo>
                  <a:lnTo>
                    <a:pt x="215" y="377"/>
                  </a:lnTo>
                  <a:lnTo>
                    <a:pt x="240" y="378"/>
                  </a:lnTo>
                  <a:close/>
                </a:path>
              </a:pathLst>
            </a:custGeom>
            <a:solidFill>
              <a:srgbClr val="F9FCF9"/>
            </a:solidFill>
            <a:ln w="9525">
              <a:noFill/>
              <a:round/>
              <a:headEnd/>
              <a:tailEnd/>
            </a:ln>
          </p:spPr>
          <p:txBody>
            <a:bodyPr/>
            <a:lstStyle/>
            <a:p>
              <a:endParaRPr lang="de-DE"/>
            </a:p>
          </p:txBody>
        </p:sp>
        <p:sp>
          <p:nvSpPr>
            <p:cNvPr id="61" name="Freeform 52"/>
            <p:cNvSpPr>
              <a:spLocks/>
            </p:cNvSpPr>
            <p:nvPr/>
          </p:nvSpPr>
          <p:spPr bwMode="auto">
            <a:xfrm>
              <a:off x="3801" y="2422"/>
              <a:ext cx="157" cy="124"/>
            </a:xfrm>
            <a:custGeom>
              <a:avLst/>
              <a:gdLst>
                <a:gd name="T0" fmla="*/ 258 w 470"/>
                <a:gd name="T1" fmla="*/ 371 h 372"/>
                <a:gd name="T2" fmla="*/ 305 w 470"/>
                <a:gd name="T3" fmla="*/ 364 h 372"/>
                <a:gd name="T4" fmla="*/ 347 w 470"/>
                <a:gd name="T5" fmla="*/ 349 h 372"/>
                <a:gd name="T6" fmla="*/ 384 w 470"/>
                <a:gd name="T7" fmla="*/ 329 h 372"/>
                <a:gd name="T8" fmla="*/ 416 w 470"/>
                <a:gd name="T9" fmla="*/ 304 h 372"/>
                <a:gd name="T10" fmla="*/ 442 w 470"/>
                <a:gd name="T11" fmla="*/ 275 h 372"/>
                <a:gd name="T12" fmla="*/ 460 w 470"/>
                <a:gd name="T13" fmla="*/ 241 h 372"/>
                <a:gd name="T14" fmla="*/ 469 w 470"/>
                <a:gd name="T15" fmla="*/ 206 h 372"/>
                <a:gd name="T16" fmla="*/ 469 w 470"/>
                <a:gd name="T17" fmla="*/ 167 h 372"/>
                <a:gd name="T18" fmla="*/ 460 w 470"/>
                <a:gd name="T19" fmla="*/ 131 h 372"/>
                <a:gd name="T20" fmla="*/ 442 w 470"/>
                <a:gd name="T21" fmla="*/ 98 h 372"/>
                <a:gd name="T22" fmla="*/ 416 w 470"/>
                <a:gd name="T23" fmla="*/ 67 h 372"/>
                <a:gd name="T24" fmla="*/ 384 w 470"/>
                <a:gd name="T25" fmla="*/ 43 h 372"/>
                <a:gd name="T26" fmla="*/ 347 w 470"/>
                <a:gd name="T27" fmla="*/ 23 h 372"/>
                <a:gd name="T28" fmla="*/ 305 w 470"/>
                <a:gd name="T29" fmla="*/ 8 h 372"/>
                <a:gd name="T30" fmla="*/ 258 w 470"/>
                <a:gd name="T31" fmla="*/ 1 h 372"/>
                <a:gd name="T32" fmla="*/ 211 w 470"/>
                <a:gd name="T33" fmla="*/ 1 h 372"/>
                <a:gd name="T34" fmla="*/ 165 w 470"/>
                <a:gd name="T35" fmla="*/ 8 h 372"/>
                <a:gd name="T36" fmla="*/ 124 w 470"/>
                <a:gd name="T37" fmla="*/ 23 h 372"/>
                <a:gd name="T38" fmla="*/ 85 w 470"/>
                <a:gd name="T39" fmla="*/ 43 h 372"/>
                <a:gd name="T40" fmla="*/ 54 w 470"/>
                <a:gd name="T41" fmla="*/ 67 h 372"/>
                <a:gd name="T42" fmla="*/ 28 w 470"/>
                <a:gd name="T43" fmla="*/ 98 h 372"/>
                <a:gd name="T44" fmla="*/ 10 w 470"/>
                <a:gd name="T45" fmla="*/ 131 h 372"/>
                <a:gd name="T46" fmla="*/ 1 w 470"/>
                <a:gd name="T47" fmla="*/ 167 h 372"/>
                <a:gd name="T48" fmla="*/ 1 w 470"/>
                <a:gd name="T49" fmla="*/ 206 h 372"/>
                <a:gd name="T50" fmla="*/ 10 w 470"/>
                <a:gd name="T51" fmla="*/ 241 h 372"/>
                <a:gd name="T52" fmla="*/ 28 w 470"/>
                <a:gd name="T53" fmla="*/ 275 h 372"/>
                <a:gd name="T54" fmla="*/ 54 w 470"/>
                <a:gd name="T55" fmla="*/ 304 h 372"/>
                <a:gd name="T56" fmla="*/ 85 w 470"/>
                <a:gd name="T57" fmla="*/ 329 h 372"/>
                <a:gd name="T58" fmla="*/ 124 w 470"/>
                <a:gd name="T59" fmla="*/ 349 h 372"/>
                <a:gd name="T60" fmla="*/ 165 w 470"/>
                <a:gd name="T61" fmla="*/ 364 h 372"/>
                <a:gd name="T62" fmla="*/ 211 w 470"/>
                <a:gd name="T63" fmla="*/ 371 h 3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70"/>
                <a:gd name="T97" fmla="*/ 0 h 372"/>
                <a:gd name="T98" fmla="*/ 470 w 470"/>
                <a:gd name="T99" fmla="*/ 372 h 3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70" h="372">
                  <a:moveTo>
                    <a:pt x="235" y="372"/>
                  </a:moveTo>
                  <a:lnTo>
                    <a:pt x="258" y="371"/>
                  </a:lnTo>
                  <a:lnTo>
                    <a:pt x="282" y="368"/>
                  </a:lnTo>
                  <a:lnTo>
                    <a:pt x="305" y="364"/>
                  </a:lnTo>
                  <a:lnTo>
                    <a:pt x="327" y="357"/>
                  </a:lnTo>
                  <a:lnTo>
                    <a:pt x="347" y="349"/>
                  </a:lnTo>
                  <a:lnTo>
                    <a:pt x="366" y="340"/>
                  </a:lnTo>
                  <a:lnTo>
                    <a:pt x="384" y="329"/>
                  </a:lnTo>
                  <a:lnTo>
                    <a:pt x="401" y="318"/>
                  </a:lnTo>
                  <a:lnTo>
                    <a:pt x="416" y="304"/>
                  </a:lnTo>
                  <a:lnTo>
                    <a:pt x="429" y="290"/>
                  </a:lnTo>
                  <a:lnTo>
                    <a:pt x="442" y="275"/>
                  </a:lnTo>
                  <a:lnTo>
                    <a:pt x="452" y="258"/>
                  </a:lnTo>
                  <a:lnTo>
                    <a:pt x="460" y="241"/>
                  </a:lnTo>
                  <a:lnTo>
                    <a:pt x="465" y="224"/>
                  </a:lnTo>
                  <a:lnTo>
                    <a:pt x="469" y="206"/>
                  </a:lnTo>
                  <a:lnTo>
                    <a:pt x="470" y="186"/>
                  </a:lnTo>
                  <a:lnTo>
                    <a:pt x="469" y="167"/>
                  </a:lnTo>
                  <a:lnTo>
                    <a:pt x="465" y="148"/>
                  </a:lnTo>
                  <a:lnTo>
                    <a:pt x="460" y="131"/>
                  </a:lnTo>
                  <a:lnTo>
                    <a:pt x="452" y="113"/>
                  </a:lnTo>
                  <a:lnTo>
                    <a:pt x="442" y="98"/>
                  </a:lnTo>
                  <a:lnTo>
                    <a:pt x="429" y="82"/>
                  </a:lnTo>
                  <a:lnTo>
                    <a:pt x="416" y="67"/>
                  </a:lnTo>
                  <a:lnTo>
                    <a:pt x="401" y="54"/>
                  </a:lnTo>
                  <a:lnTo>
                    <a:pt x="384" y="43"/>
                  </a:lnTo>
                  <a:lnTo>
                    <a:pt x="366" y="32"/>
                  </a:lnTo>
                  <a:lnTo>
                    <a:pt x="347" y="23"/>
                  </a:lnTo>
                  <a:lnTo>
                    <a:pt x="327" y="15"/>
                  </a:lnTo>
                  <a:lnTo>
                    <a:pt x="305" y="8"/>
                  </a:lnTo>
                  <a:lnTo>
                    <a:pt x="282" y="3"/>
                  </a:lnTo>
                  <a:lnTo>
                    <a:pt x="258" y="1"/>
                  </a:lnTo>
                  <a:lnTo>
                    <a:pt x="235" y="0"/>
                  </a:lnTo>
                  <a:lnTo>
                    <a:pt x="211" y="1"/>
                  </a:lnTo>
                  <a:lnTo>
                    <a:pt x="188" y="3"/>
                  </a:lnTo>
                  <a:lnTo>
                    <a:pt x="165" y="8"/>
                  </a:lnTo>
                  <a:lnTo>
                    <a:pt x="144" y="15"/>
                  </a:lnTo>
                  <a:lnTo>
                    <a:pt x="124" y="23"/>
                  </a:lnTo>
                  <a:lnTo>
                    <a:pt x="103" y="32"/>
                  </a:lnTo>
                  <a:lnTo>
                    <a:pt x="85" y="43"/>
                  </a:lnTo>
                  <a:lnTo>
                    <a:pt x="69" y="54"/>
                  </a:lnTo>
                  <a:lnTo>
                    <a:pt x="54" y="67"/>
                  </a:lnTo>
                  <a:lnTo>
                    <a:pt x="40" y="82"/>
                  </a:lnTo>
                  <a:lnTo>
                    <a:pt x="28" y="98"/>
                  </a:lnTo>
                  <a:lnTo>
                    <a:pt x="18" y="113"/>
                  </a:lnTo>
                  <a:lnTo>
                    <a:pt x="10" y="131"/>
                  </a:lnTo>
                  <a:lnTo>
                    <a:pt x="4" y="148"/>
                  </a:lnTo>
                  <a:lnTo>
                    <a:pt x="1" y="167"/>
                  </a:lnTo>
                  <a:lnTo>
                    <a:pt x="0" y="186"/>
                  </a:lnTo>
                  <a:lnTo>
                    <a:pt x="1" y="206"/>
                  </a:lnTo>
                  <a:lnTo>
                    <a:pt x="4" y="224"/>
                  </a:lnTo>
                  <a:lnTo>
                    <a:pt x="10" y="241"/>
                  </a:lnTo>
                  <a:lnTo>
                    <a:pt x="18" y="258"/>
                  </a:lnTo>
                  <a:lnTo>
                    <a:pt x="28" y="275"/>
                  </a:lnTo>
                  <a:lnTo>
                    <a:pt x="40" y="290"/>
                  </a:lnTo>
                  <a:lnTo>
                    <a:pt x="54" y="304"/>
                  </a:lnTo>
                  <a:lnTo>
                    <a:pt x="69" y="318"/>
                  </a:lnTo>
                  <a:lnTo>
                    <a:pt x="85" y="329"/>
                  </a:lnTo>
                  <a:lnTo>
                    <a:pt x="103" y="340"/>
                  </a:lnTo>
                  <a:lnTo>
                    <a:pt x="124" y="349"/>
                  </a:lnTo>
                  <a:lnTo>
                    <a:pt x="144" y="357"/>
                  </a:lnTo>
                  <a:lnTo>
                    <a:pt x="165" y="364"/>
                  </a:lnTo>
                  <a:lnTo>
                    <a:pt x="188" y="368"/>
                  </a:lnTo>
                  <a:lnTo>
                    <a:pt x="211" y="371"/>
                  </a:lnTo>
                  <a:lnTo>
                    <a:pt x="235" y="372"/>
                  </a:lnTo>
                  <a:close/>
                </a:path>
              </a:pathLst>
            </a:custGeom>
            <a:solidFill>
              <a:srgbClr val="FFFFFF"/>
            </a:solidFill>
            <a:ln w="9525">
              <a:noFill/>
              <a:round/>
              <a:headEnd/>
              <a:tailEnd/>
            </a:ln>
          </p:spPr>
          <p:txBody>
            <a:bodyPr/>
            <a:lstStyle/>
            <a:p>
              <a:endParaRPr lang="de-DE"/>
            </a:p>
          </p:txBody>
        </p:sp>
        <p:sp>
          <p:nvSpPr>
            <p:cNvPr id="62" name="Freeform 53"/>
            <p:cNvSpPr>
              <a:spLocks/>
            </p:cNvSpPr>
            <p:nvPr/>
          </p:nvSpPr>
          <p:spPr bwMode="auto">
            <a:xfrm>
              <a:off x="3917" y="2382"/>
              <a:ext cx="193" cy="153"/>
            </a:xfrm>
            <a:custGeom>
              <a:avLst/>
              <a:gdLst>
                <a:gd name="T0" fmla="*/ 320 w 579"/>
                <a:gd name="T1" fmla="*/ 457 h 458"/>
                <a:gd name="T2" fmla="*/ 376 w 579"/>
                <a:gd name="T3" fmla="*/ 448 h 458"/>
                <a:gd name="T4" fmla="*/ 429 w 579"/>
                <a:gd name="T5" fmla="*/ 430 h 458"/>
                <a:gd name="T6" fmla="*/ 475 w 579"/>
                <a:gd name="T7" fmla="*/ 405 h 458"/>
                <a:gd name="T8" fmla="*/ 513 w 579"/>
                <a:gd name="T9" fmla="*/ 374 h 458"/>
                <a:gd name="T10" fmla="*/ 544 w 579"/>
                <a:gd name="T11" fmla="*/ 338 h 458"/>
                <a:gd name="T12" fmla="*/ 566 w 579"/>
                <a:gd name="T13" fmla="*/ 296 h 458"/>
                <a:gd name="T14" fmla="*/ 578 w 579"/>
                <a:gd name="T15" fmla="*/ 253 h 458"/>
                <a:gd name="T16" fmla="*/ 578 w 579"/>
                <a:gd name="T17" fmla="*/ 205 h 458"/>
                <a:gd name="T18" fmla="*/ 566 w 579"/>
                <a:gd name="T19" fmla="*/ 161 h 458"/>
                <a:gd name="T20" fmla="*/ 544 w 579"/>
                <a:gd name="T21" fmla="*/ 120 h 458"/>
                <a:gd name="T22" fmla="*/ 513 w 579"/>
                <a:gd name="T23" fmla="*/ 83 h 458"/>
                <a:gd name="T24" fmla="*/ 475 w 579"/>
                <a:gd name="T25" fmla="*/ 52 h 458"/>
                <a:gd name="T26" fmla="*/ 429 w 579"/>
                <a:gd name="T27" fmla="*/ 28 h 458"/>
                <a:gd name="T28" fmla="*/ 376 w 579"/>
                <a:gd name="T29" fmla="*/ 10 h 458"/>
                <a:gd name="T30" fmla="*/ 320 w 579"/>
                <a:gd name="T31" fmla="*/ 1 h 458"/>
                <a:gd name="T32" fmla="*/ 261 w 579"/>
                <a:gd name="T33" fmla="*/ 1 h 458"/>
                <a:gd name="T34" fmla="*/ 204 w 579"/>
                <a:gd name="T35" fmla="*/ 10 h 458"/>
                <a:gd name="T36" fmla="*/ 152 w 579"/>
                <a:gd name="T37" fmla="*/ 28 h 458"/>
                <a:gd name="T38" fmla="*/ 106 w 579"/>
                <a:gd name="T39" fmla="*/ 52 h 458"/>
                <a:gd name="T40" fmla="*/ 67 w 579"/>
                <a:gd name="T41" fmla="*/ 83 h 458"/>
                <a:gd name="T42" fmla="*/ 35 w 579"/>
                <a:gd name="T43" fmla="*/ 120 h 458"/>
                <a:gd name="T44" fmla="*/ 14 w 579"/>
                <a:gd name="T45" fmla="*/ 161 h 458"/>
                <a:gd name="T46" fmla="*/ 1 w 579"/>
                <a:gd name="T47" fmla="*/ 205 h 458"/>
                <a:gd name="T48" fmla="*/ 1 w 579"/>
                <a:gd name="T49" fmla="*/ 253 h 458"/>
                <a:gd name="T50" fmla="*/ 14 w 579"/>
                <a:gd name="T51" fmla="*/ 296 h 458"/>
                <a:gd name="T52" fmla="*/ 35 w 579"/>
                <a:gd name="T53" fmla="*/ 338 h 458"/>
                <a:gd name="T54" fmla="*/ 67 w 579"/>
                <a:gd name="T55" fmla="*/ 374 h 458"/>
                <a:gd name="T56" fmla="*/ 106 w 579"/>
                <a:gd name="T57" fmla="*/ 405 h 458"/>
                <a:gd name="T58" fmla="*/ 152 w 579"/>
                <a:gd name="T59" fmla="*/ 430 h 458"/>
                <a:gd name="T60" fmla="*/ 204 w 579"/>
                <a:gd name="T61" fmla="*/ 448 h 458"/>
                <a:gd name="T62" fmla="*/ 261 w 579"/>
                <a:gd name="T63" fmla="*/ 457 h 4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9"/>
                <a:gd name="T97" fmla="*/ 0 h 458"/>
                <a:gd name="T98" fmla="*/ 579 w 579"/>
                <a:gd name="T99" fmla="*/ 458 h 45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9" h="458">
                  <a:moveTo>
                    <a:pt x="290" y="458"/>
                  </a:moveTo>
                  <a:lnTo>
                    <a:pt x="320" y="457"/>
                  </a:lnTo>
                  <a:lnTo>
                    <a:pt x="349" y="454"/>
                  </a:lnTo>
                  <a:lnTo>
                    <a:pt x="376" y="448"/>
                  </a:lnTo>
                  <a:lnTo>
                    <a:pt x="403" y="440"/>
                  </a:lnTo>
                  <a:lnTo>
                    <a:pt x="429" y="430"/>
                  </a:lnTo>
                  <a:lnTo>
                    <a:pt x="452" y="419"/>
                  </a:lnTo>
                  <a:lnTo>
                    <a:pt x="475" y="405"/>
                  </a:lnTo>
                  <a:lnTo>
                    <a:pt x="495" y="391"/>
                  </a:lnTo>
                  <a:lnTo>
                    <a:pt x="513" y="374"/>
                  </a:lnTo>
                  <a:lnTo>
                    <a:pt x="530" y="357"/>
                  </a:lnTo>
                  <a:lnTo>
                    <a:pt x="544" y="338"/>
                  </a:lnTo>
                  <a:lnTo>
                    <a:pt x="557" y="318"/>
                  </a:lnTo>
                  <a:lnTo>
                    <a:pt x="566" y="296"/>
                  </a:lnTo>
                  <a:lnTo>
                    <a:pt x="574" y="275"/>
                  </a:lnTo>
                  <a:lnTo>
                    <a:pt x="578" y="253"/>
                  </a:lnTo>
                  <a:lnTo>
                    <a:pt x="579" y="229"/>
                  </a:lnTo>
                  <a:lnTo>
                    <a:pt x="578" y="205"/>
                  </a:lnTo>
                  <a:lnTo>
                    <a:pt x="574" y="183"/>
                  </a:lnTo>
                  <a:lnTo>
                    <a:pt x="566" y="161"/>
                  </a:lnTo>
                  <a:lnTo>
                    <a:pt x="557" y="139"/>
                  </a:lnTo>
                  <a:lnTo>
                    <a:pt x="544" y="120"/>
                  </a:lnTo>
                  <a:lnTo>
                    <a:pt x="530" y="101"/>
                  </a:lnTo>
                  <a:lnTo>
                    <a:pt x="513" y="83"/>
                  </a:lnTo>
                  <a:lnTo>
                    <a:pt x="495" y="67"/>
                  </a:lnTo>
                  <a:lnTo>
                    <a:pt x="475" y="52"/>
                  </a:lnTo>
                  <a:lnTo>
                    <a:pt x="452" y="39"/>
                  </a:lnTo>
                  <a:lnTo>
                    <a:pt x="429" y="28"/>
                  </a:lnTo>
                  <a:lnTo>
                    <a:pt x="403" y="18"/>
                  </a:lnTo>
                  <a:lnTo>
                    <a:pt x="376" y="10"/>
                  </a:lnTo>
                  <a:lnTo>
                    <a:pt x="349" y="4"/>
                  </a:lnTo>
                  <a:lnTo>
                    <a:pt x="320" y="1"/>
                  </a:lnTo>
                  <a:lnTo>
                    <a:pt x="290" y="0"/>
                  </a:lnTo>
                  <a:lnTo>
                    <a:pt x="261" y="1"/>
                  </a:lnTo>
                  <a:lnTo>
                    <a:pt x="232" y="4"/>
                  </a:lnTo>
                  <a:lnTo>
                    <a:pt x="204" y="10"/>
                  </a:lnTo>
                  <a:lnTo>
                    <a:pt x="177" y="18"/>
                  </a:lnTo>
                  <a:lnTo>
                    <a:pt x="152" y="28"/>
                  </a:lnTo>
                  <a:lnTo>
                    <a:pt x="128" y="39"/>
                  </a:lnTo>
                  <a:lnTo>
                    <a:pt x="106" y="52"/>
                  </a:lnTo>
                  <a:lnTo>
                    <a:pt x="85" y="67"/>
                  </a:lnTo>
                  <a:lnTo>
                    <a:pt x="67" y="83"/>
                  </a:lnTo>
                  <a:lnTo>
                    <a:pt x="50" y="101"/>
                  </a:lnTo>
                  <a:lnTo>
                    <a:pt x="35" y="120"/>
                  </a:lnTo>
                  <a:lnTo>
                    <a:pt x="23" y="139"/>
                  </a:lnTo>
                  <a:lnTo>
                    <a:pt x="14" y="161"/>
                  </a:lnTo>
                  <a:lnTo>
                    <a:pt x="6" y="183"/>
                  </a:lnTo>
                  <a:lnTo>
                    <a:pt x="1" y="205"/>
                  </a:lnTo>
                  <a:lnTo>
                    <a:pt x="0" y="229"/>
                  </a:lnTo>
                  <a:lnTo>
                    <a:pt x="1" y="253"/>
                  </a:lnTo>
                  <a:lnTo>
                    <a:pt x="6" y="275"/>
                  </a:lnTo>
                  <a:lnTo>
                    <a:pt x="14" y="296"/>
                  </a:lnTo>
                  <a:lnTo>
                    <a:pt x="23" y="318"/>
                  </a:lnTo>
                  <a:lnTo>
                    <a:pt x="35" y="338"/>
                  </a:lnTo>
                  <a:lnTo>
                    <a:pt x="50" y="357"/>
                  </a:lnTo>
                  <a:lnTo>
                    <a:pt x="67" y="374"/>
                  </a:lnTo>
                  <a:lnTo>
                    <a:pt x="85" y="391"/>
                  </a:lnTo>
                  <a:lnTo>
                    <a:pt x="106" y="405"/>
                  </a:lnTo>
                  <a:lnTo>
                    <a:pt x="128" y="419"/>
                  </a:lnTo>
                  <a:lnTo>
                    <a:pt x="152" y="430"/>
                  </a:lnTo>
                  <a:lnTo>
                    <a:pt x="177" y="440"/>
                  </a:lnTo>
                  <a:lnTo>
                    <a:pt x="204" y="448"/>
                  </a:lnTo>
                  <a:lnTo>
                    <a:pt x="232" y="454"/>
                  </a:lnTo>
                  <a:lnTo>
                    <a:pt x="261" y="457"/>
                  </a:lnTo>
                  <a:lnTo>
                    <a:pt x="290" y="458"/>
                  </a:lnTo>
                  <a:close/>
                </a:path>
              </a:pathLst>
            </a:custGeom>
            <a:solidFill>
              <a:srgbClr val="B2D1B2"/>
            </a:solidFill>
            <a:ln w="9525">
              <a:noFill/>
              <a:round/>
              <a:headEnd/>
              <a:tailEnd/>
            </a:ln>
          </p:spPr>
          <p:txBody>
            <a:bodyPr/>
            <a:lstStyle/>
            <a:p>
              <a:endParaRPr lang="de-DE"/>
            </a:p>
          </p:txBody>
        </p:sp>
        <p:sp>
          <p:nvSpPr>
            <p:cNvPr id="63" name="Freeform 54"/>
            <p:cNvSpPr>
              <a:spLocks/>
            </p:cNvSpPr>
            <p:nvPr/>
          </p:nvSpPr>
          <p:spPr bwMode="auto">
            <a:xfrm>
              <a:off x="3919" y="2383"/>
              <a:ext cx="190" cy="150"/>
            </a:xfrm>
            <a:custGeom>
              <a:avLst/>
              <a:gdLst>
                <a:gd name="T0" fmla="*/ 315 w 570"/>
                <a:gd name="T1" fmla="*/ 449 h 451"/>
                <a:gd name="T2" fmla="*/ 370 w 570"/>
                <a:gd name="T3" fmla="*/ 440 h 451"/>
                <a:gd name="T4" fmla="*/ 420 w 570"/>
                <a:gd name="T5" fmla="*/ 424 h 451"/>
                <a:gd name="T6" fmla="*/ 466 w 570"/>
                <a:gd name="T7" fmla="*/ 400 h 451"/>
                <a:gd name="T8" fmla="*/ 505 w 570"/>
                <a:gd name="T9" fmla="*/ 369 h 451"/>
                <a:gd name="T10" fmla="*/ 535 w 570"/>
                <a:gd name="T11" fmla="*/ 334 h 451"/>
                <a:gd name="T12" fmla="*/ 557 w 570"/>
                <a:gd name="T13" fmla="*/ 293 h 451"/>
                <a:gd name="T14" fmla="*/ 569 w 570"/>
                <a:gd name="T15" fmla="*/ 250 h 451"/>
                <a:gd name="T16" fmla="*/ 569 w 570"/>
                <a:gd name="T17" fmla="*/ 202 h 451"/>
                <a:gd name="T18" fmla="*/ 557 w 570"/>
                <a:gd name="T19" fmla="*/ 159 h 451"/>
                <a:gd name="T20" fmla="*/ 535 w 570"/>
                <a:gd name="T21" fmla="*/ 118 h 451"/>
                <a:gd name="T22" fmla="*/ 505 w 570"/>
                <a:gd name="T23" fmla="*/ 82 h 451"/>
                <a:gd name="T24" fmla="*/ 466 w 570"/>
                <a:gd name="T25" fmla="*/ 52 h 451"/>
                <a:gd name="T26" fmla="*/ 420 w 570"/>
                <a:gd name="T27" fmla="*/ 27 h 451"/>
                <a:gd name="T28" fmla="*/ 370 w 570"/>
                <a:gd name="T29" fmla="*/ 10 h 451"/>
                <a:gd name="T30" fmla="*/ 315 w 570"/>
                <a:gd name="T31" fmla="*/ 1 h 451"/>
                <a:gd name="T32" fmla="*/ 256 w 570"/>
                <a:gd name="T33" fmla="*/ 1 h 451"/>
                <a:gd name="T34" fmla="*/ 201 w 570"/>
                <a:gd name="T35" fmla="*/ 10 h 451"/>
                <a:gd name="T36" fmla="*/ 149 w 570"/>
                <a:gd name="T37" fmla="*/ 27 h 451"/>
                <a:gd name="T38" fmla="*/ 104 w 570"/>
                <a:gd name="T39" fmla="*/ 52 h 451"/>
                <a:gd name="T40" fmla="*/ 65 w 570"/>
                <a:gd name="T41" fmla="*/ 82 h 451"/>
                <a:gd name="T42" fmla="*/ 35 w 570"/>
                <a:gd name="T43" fmla="*/ 118 h 451"/>
                <a:gd name="T44" fmla="*/ 12 w 570"/>
                <a:gd name="T45" fmla="*/ 159 h 451"/>
                <a:gd name="T46" fmla="*/ 1 w 570"/>
                <a:gd name="T47" fmla="*/ 202 h 451"/>
                <a:gd name="T48" fmla="*/ 1 w 570"/>
                <a:gd name="T49" fmla="*/ 250 h 451"/>
                <a:gd name="T50" fmla="*/ 12 w 570"/>
                <a:gd name="T51" fmla="*/ 293 h 451"/>
                <a:gd name="T52" fmla="*/ 35 w 570"/>
                <a:gd name="T53" fmla="*/ 334 h 451"/>
                <a:gd name="T54" fmla="*/ 65 w 570"/>
                <a:gd name="T55" fmla="*/ 369 h 451"/>
                <a:gd name="T56" fmla="*/ 104 w 570"/>
                <a:gd name="T57" fmla="*/ 400 h 451"/>
                <a:gd name="T58" fmla="*/ 149 w 570"/>
                <a:gd name="T59" fmla="*/ 424 h 451"/>
                <a:gd name="T60" fmla="*/ 201 w 570"/>
                <a:gd name="T61" fmla="*/ 440 h 451"/>
                <a:gd name="T62" fmla="*/ 256 w 570"/>
                <a:gd name="T63" fmla="*/ 449 h 4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0"/>
                <a:gd name="T97" fmla="*/ 0 h 451"/>
                <a:gd name="T98" fmla="*/ 570 w 570"/>
                <a:gd name="T99" fmla="*/ 451 h 4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0" h="451">
                  <a:moveTo>
                    <a:pt x="285" y="451"/>
                  </a:moveTo>
                  <a:lnTo>
                    <a:pt x="315" y="449"/>
                  </a:lnTo>
                  <a:lnTo>
                    <a:pt x="343" y="446"/>
                  </a:lnTo>
                  <a:lnTo>
                    <a:pt x="370" y="440"/>
                  </a:lnTo>
                  <a:lnTo>
                    <a:pt x="395" y="433"/>
                  </a:lnTo>
                  <a:lnTo>
                    <a:pt x="420" y="424"/>
                  </a:lnTo>
                  <a:lnTo>
                    <a:pt x="444" y="412"/>
                  </a:lnTo>
                  <a:lnTo>
                    <a:pt x="466" y="400"/>
                  </a:lnTo>
                  <a:lnTo>
                    <a:pt x="487" y="385"/>
                  </a:lnTo>
                  <a:lnTo>
                    <a:pt x="505" y="369"/>
                  </a:lnTo>
                  <a:lnTo>
                    <a:pt x="521" y="352"/>
                  </a:lnTo>
                  <a:lnTo>
                    <a:pt x="535" y="334"/>
                  </a:lnTo>
                  <a:lnTo>
                    <a:pt x="547" y="314"/>
                  </a:lnTo>
                  <a:lnTo>
                    <a:pt x="557" y="293"/>
                  </a:lnTo>
                  <a:lnTo>
                    <a:pt x="564" y="271"/>
                  </a:lnTo>
                  <a:lnTo>
                    <a:pt x="569" y="250"/>
                  </a:lnTo>
                  <a:lnTo>
                    <a:pt x="570" y="226"/>
                  </a:lnTo>
                  <a:lnTo>
                    <a:pt x="569" y="202"/>
                  </a:lnTo>
                  <a:lnTo>
                    <a:pt x="564" y="180"/>
                  </a:lnTo>
                  <a:lnTo>
                    <a:pt x="557" y="159"/>
                  </a:lnTo>
                  <a:lnTo>
                    <a:pt x="547" y="138"/>
                  </a:lnTo>
                  <a:lnTo>
                    <a:pt x="535" y="118"/>
                  </a:lnTo>
                  <a:lnTo>
                    <a:pt x="521" y="100"/>
                  </a:lnTo>
                  <a:lnTo>
                    <a:pt x="505" y="82"/>
                  </a:lnTo>
                  <a:lnTo>
                    <a:pt x="487" y="67"/>
                  </a:lnTo>
                  <a:lnTo>
                    <a:pt x="466" y="52"/>
                  </a:lnTo>
                  <a:lnTo>
                    <a:pt x="444" y="38"/>
                  </a:lnTo>
                  <a:lnTo>
                    <a:pt x="420" y="27"/>
                  </a:lnTo>
                  <a:lnTo>
                    <a:pt x="395" y="18"/>
                  </a:lnTo>
                  <a:lnTo>
                    <a:pt x="370" y="10"/>
                  </a:lnTo>
                  <a:lnTo>
                    <a:pt x="343" y="5"/>
                  </a:lnTo>
                  <a:lnTo>
                    <a:pt x="315" y="1"/>
                  </a:lnTo>
                  <a:lnTo>
                    <a:pt x="285" y="0"/>
                  </a:lnTo>
                  <a:lnTo>
                    <a:pt x="256" y="1"/>
                  </a:lnTo>
                  <a:lnTo>
                    <a:pt x="228" y="5"/>
                  </a:lnTo>
                  <a:lnTo>
                    <a:pt x="201" y="10"/>
                  </a:lnTo>
                  <a:lnTo>
                    <a:pt x="174" y="18"/>
                  </a:lnTo>
                  <a:lnTo>
                    <a:pt x="149" y="27"/>
                  </a:lnTo>
                  <a:lnTo>
                    <a:pt x="126" y="38"/>
                  </a:lnTo>
                  <a:lnTo>
                    <a:pt x="104" y="52"/>
                  </a:lnTo>
                  <a:lnTo>
                    <a:pt x="84" y="67"/>
                  </a:lnTo>
                  <a:lnTo>
                    <a:pt x="65" y="82"/>
                  </a:lnTo>
                  <a:lnTo>
                    <a:pt x="48" y="100"/>
                  </a:lnTo>
                  <a:lnTo>
                    <a:pt x="35" y="118"/>
                  </a:lnTo>
                  <a:lnTo>
                    <a:pt x="22" y="138"/>
                  </a:lnTo>
                  <a:lnTo>
                    <a:pt x="12" y="159"/>
                  </a:lnTo>
                  <a:lnTo>
                    <a:pt x="5" y="180"/>
                  </a:lnTo>
                  <a:lnTo>
                    <a:pt x="1" y="202"/>
                  </a:lnTo>
                  <a:lnTo>
                    <a:pt x="0" y="226"/>
                  </a:lnTo>
                  <a:lnTo>
                    <a:pt x="1" y="250"/>
                  </a:lnTo>
                  <a:lnTo>
                    <a:pt x="5" y="271"/>
                  </a:lnTo>
                  <a:lnTo>
                    <a:pt x="12" y="293"/>
                  </a:lnTo>
                  <a:lnTo>
                    <a:pt x="22" y="314"/>
                  </a:lnTo>
                  <a:lnTo>
                    <a:pt x="35" y="334"/>
                  </a:lnTo>
                  <a:lnTo>
                    <a:pt x="48" y="352"/>
                  </a:lnTo>
                  <a:lnTo>
                    <a:pt x="65" y="369"/>
                  </a:lnTo>
                  <a:lnTo>
                    <a:pt x="84" y="385"/>
                  </a:lnTo>
                  <a:lnTo>
                    <a:pt x="104" y="400"/>
                  </a:lnTo>
                  <a:lnTo>
                    <a:pt x="126" y="412"/>
                  </a:lnTo>
                  <a:lnTo>
                    <a:pt x="149" y="424"/>
                  </a:lnTo>
                  <a:lnTo>
                    <a:pt x="174" y="433"/>
                  </a:lnTo>
                  <a:lnTo>
                    <a:pt x="201" y="440"/>
                  </a:lnTo>
                  <a:lnTo>
                    <a:pt x="228" y="446"/>
                  </a:lnTo>
                  <a:lnTo>
                    <a:pt x="256" y="449"/>
                  </a:lnTo>
                  <a:lnTo>
                    <a:pt x="285" y="451"/>
                  </a:lnTo>
                  <a:close/>
                </a:path>
              </a:pathLst>
            </a:custGeom>
            <a:solidFill>
              <a:srgbClr val="B7D3B7"/>
            </a:solidFill>
            <a:ln w="9525">
              <a:noFill/>
              <a:round/>
              <a:headEnd/>
              <a:tailEnd/>
            </a:ln>
          </p:spPr>
          <p:txBody>
            <a:bodyPr/>
            <a:lstStyle/>
            <a:p>
              <a:endParaRPr lang="de-DE"/>
            </a:p>
          </p:txBody>
        </p:sp>
        <p:sp>
          <p:nvSpPr>
            <p:cNvPr id="64" name="Freeform 55"/>
            <p:cNvSpPr>
              <a:spLocks/>
            </p:cNvSpPr>
            <p:nvPr/>
          </p:nvSpPr>
          <p:spPr bwMode="auto">
            <a:xfrm>
              <a:off x="3920" y="2385"/>
              <a:ext cx="187" cy="147"/>
            </a:xfrm>
            <a:custGeom>
              <a:avLst/>
              <a:gdLst>
                <a:gd name="T0" fmla="*/ 308 w 559"/>
                <a:gd name="T1" fmla="*/ 441 h 442"/>
                <a:gd name="T2" fmla="*/ 363 w 559"/>
                <a:gd name="T3" fmla="*/ 432 h 442"/>
                <a:gd name="T4" fmla="*/ 413 w 559"/>
                <a:gd name="T5" fmla="*/ 415 h 442"/>
                <a:gd name="T6" fmla="*/ 458 w 559"/>
                <a:gd name="T7" fmla="*/ 392 h 442"/>
                <a:gd name="T8" fmla="*/ 495 w 559"/>
                <a:gd name="T9" fmla="*/ 361 h 442"/>
                <a:gd name="T10" fmla="*/ 525 w 559"/>
                <a:gd name="T11" fmla="*/ 327 h 442"/>
                <a:gd name="T12" fmla="*/ 547 w 559"/>
                <a:gd name="T13" fmla="*/ 287 h 442"/>
                <a:gd name="T14" fmla="*/ 558 w 559"/>
                <a:gd name="T15" fmla="*/ 243 h 442"/>
                <a:gd name="T16" fmla="*/ 558 w 559"/>
                <a:gd name="T17" fmla="*/ 199 h 442"/>
                <a:gd name="T18" fmla="*/ 547 w 559"/>
                <a:gd name="T19" fmla="*/ 155 h 442"/>
                <a:gd name="T20" fmla="*/ 525 w 559"/>
                <a:gd name="T21" fmla="*/ 115 h 442"/>
                <a:gd name="T22" fmla="*/ 495 w 559"/>
                <a:gd name="T23" fmla="*/ 81 h 442"/>
                <a:gd name="T24" fmla="*/ 458 w 559"/>
                <a:gd name="T25" fmla="*/ 50 h 442"/>
                <a:gd name="T26" fmla="*/ 413 w 559"/>
                <a:gd name="T27" fmla="*/ 27 h 442"/>
                <a:gd name="T28" fmla="*/ 363 w 559"/>
                <a:gd name="T29" fmla="*/ 10 h 442"/>
                <a:gd name="T30" fmla="*/ 308 w 559"/>
                <a:gd name="T31" fmla="*/ 1 h 442"/>
                <a:gd name="T32" fmla="*/ 251 w 559"/>
                <a:gd name="T33" fmla="*/ 1 h 442"/>
                <a:gd name="T34" fmla="*/ 197 w 559"/>
                <a:gd name="T35" fmla="*/ 10 h 442"/>
                <a:gd name="T36" fmla="*/ 147 w 559"/>
                <a:gd name="T37" fmla="*/ 27 h 442"/>
                <a:gd name="T38" fmla="*/ 102 w 559"/>
                <a:gd name="T39" fmla="*/ 50 h 442"/>
                <a:gd name="T40" fmla="*/ 64 w 559"/>
                <a:gd name="T41" fmla="*/ 81 h 442"/>
                <a:gd name="T42" fmla="*/ 34 w 559"/>
                <a:gd name="T43" fmla="*/ 115 h 442"/>
                <a:gd name="T44" fmla="*/ 13 w 559"/>
                <a:gd name="T45" fmla="*/ 155 h 442"/>
                <a:gd name="T46" fmla="*/ 2 w 559"/>
                <a:gd name="T47" fmla="*/ 199 h 442"/>
                <a:gd name="T48" fmla="*/ 2 w 559"/>
                <a:gd name="T49" fmla="*/ 243 h 442"/>
                <a:gd name="T50" fmla="*/ 13 w 559"/>
                <a:gd name="T51" fmla="*/ 287 h 442"/>
                <a:gd name="T52" fmla="*/ 34 w 559"/>
                <a:gd name="T53" fmla="*/ 327 h 442"/>
                <a:gd name="T54" fmla="*/ 64 w 559"/>
                <a:gd name="T55" fmla="*/ 361 h 442"/>
                <a:gd name="T56" fmla="*/ 102 w 559"/>
                <a:gd name="T57" fmla="*/ 392 h 442"/>
                <a:gd name="T58" fmla="*/ 147 w 559"/>
                <a:gd name="T59" fmla="*/ 415 h 442"/>
                <a:gd name="T60" fmla="*/ 197 w 559"/>
                <a:gd name="T61" fmla="*/ 432 h 442"/>
                <a:gd name="T62" fmla="*/ 251 w 559"/>
                <a:gd name="T63" fmla="*/ 441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9"/>
                <a:gd name="T97" fmla="*/ 0 h 442"/>
                <a:gd name="T98" fmla="*/ 559 w 55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9" h="442">
                  <a:moveTo>
                    <a:pt x="280" y="442"/>
                  </a:moveTo>
                  <a:lnTo>
                    <a:pt x="308" y="441"/>
                  </a:lnTo>
                  <a:lnTo>
                    <a:pt x="337" y="438"/>
                  </a:lnTo>
                  <a:lnTo>
                    <a:pt x="363" y="432"/>
                  </a:lnTo>
                  <a:lnTo>
                    <a:pt x="389" y="425"/>
                  </a:lnTo>
                  <a:lnTo>
                    <a:pt x="413" y="415"/>
                  </a:lnTo>
                  <a:lnTo>
                    <a:pt x="437" y="404"/>
                  </a:lnTo>
                  <a:lnTo>
                    <a:pt x="458" y="392"/>
                  </a:lnTo>
                  <a:lnTo>
                    <a:pt x="477" y="377"/>
                  </a:lnTo>
                  <a:lnTo>
                    <a:pt x="495" y="361"/>
                  </a:lnTo>
                  <a:lnTo>
                    <a:pt x="512" y="344"/>
                  </a:lnTo>
                  <a:lnTo>
                    <a:pt x="525" y="327"/>
                  </a:lnTo>
                  <a:lnTo>
                    <a:pt x="538" y="307"/>
                  </a:lnTo>
                  <a:lnTo>
                    <a:pt x="547" y="287"/>
                  </a:lnTo>
                  <a:lnTo>
                    <a:pt x="553" y="266"/>
                  </a:lnTo>
                  <a:lnTo>
                    <a:pt x="558" y="243"/>
                  </a:lnTo>
                  <a:lnTo>
                    <a:pt x="559" y="221"/>
                  </a:lnTo>
                  <a:lnTo>
                    <a:pt x="558" y="199"/>
                  </a:lnTo>
                  <a:lnTo>
                    <a:pt x="553" y="176"/>
                  </a:lnTo>
                  <a:lnTo>
                    <a:pt x="547" y="155"/>
                  </a:lnTo>
                  <a:lnTo>
                    <a:pt x="538" y="135"/>
                  </a:lnTo>
                  <a:lnTo>
                    <a:pt x="525" y="115"/>
                  </a:lnTo>
                  <a:lnTo>
                    <a:pt x="512" y="97"/>
                  </a:lnTo>
                  <a:lnTo>
                    <a:pt x="495" y="81"/>
                  </a:lnTo>
                  <a:lnTo>
                    <a:pt x="477" y="65"/>
                  </a:lnTo>
                  <a:lnTo>
                    <a:pt x="458" y="50"/>
                  </a:lnTo>
                  <a:lnTo>
                    <a:pt x="437" y="38"/>
                  </a:lnTo>
                  <a:lnTo>
                    <a:pt x="413" y="27"/>
                  </a:lnTo>
                  <a:lnTo>
                    <a:pt x="389" y="17"/>
                  </a:lnTo>
                  <a:lnTo>
                    <a:pt x="363" y="10"/>
                  </a:lnTo>
                  <a:lnTo>
                    <a:pt x="337" y="4"/>
                  </a:lnTo>
                  <a:lnTo>
                    <a:pt x="308" y="1"/>
                  </a:lnTo>
                  <a:lnTo>
                    <a:pt x="280" y="0"/>
                  </a:lnTo>
                  <a:lnTo>
                    <a:pt x="251" y="1"/>
                  </a:lnTo>
                  <a:lnTo>
                    <a:pt x="224" y="4"/>
                  </a:lnTo>
                  <a:lnTo>
                    <a:pt x="197" y="10"/>
                  </a:lnTo>
                  <a:lnTo>
                    <a:pt x="171" y="17"/>
                  </a:lnTo>
                  <a:lnTo>
                    <a:pt x="147" y="27"/>
                  </a:lnTo>
                  <a:lnTo>
                    <a:pt x="124" y="38"/>
                  </a:lnTo>
                  <a:lnTo>
                    <a:pt x="102" y="50"/>
                  </a:lnTo>
                  <a:lnTo>
                    <a:pt x="82" y="65"/>
                  </a:lnTo>
                  <a:lnTo>
                    <a:pt x="64" y="81"/>
                  </a:lnTo>
                  <a:lnTo>
                    <a:pt x="48" y="97"/>
                  </a:lnTo>
                  <a:lnTo>
                    <a:pt x="34" y="115"/>
                  </a:lnTo>
                  <a:lnTo>
                    <a:pt x="23" y="135"/>
                  </a:lnTo>
                  <a:lnTo>
                    <a:pt x="13" y="155"/>
                  </a:lnTo>
                  <a:lnTo>
                    <a:pt x="6" y="176"/>
                  </a:lnTo>
                  <a:lnTo>
                    <a:pt x="2" y="199"/>
                  </a:lnTo>
                  <a:lnTo>
                    <a:pt x="0" y="221"/>
                  </a:lnTo>
                  <a:lnTo>
                    <a:pt x="2" y="243"/>
                  </a:lnTo>
                  <a:lnTo>
                    <a:pt x="6" y="266"/>
                  </a:lnTo>
                  <a:lnTo>
                    <a:pt x="13" y="287"/>
                  </a:lnTo>
                  <a:lnTo>
                    <a:pt x="23" y="307"/>
                  </a:lnTo>
                  <a:lnTo>
                    <a:pt x="34" y="327"/>
                  </a:lnTo>
                  <a:lnTo>
                    <a:pt x="48" y="344"/>
                  </a:lnTo>
                  <a:lnTo>
                    <a:pt x="64" y="361"/>
                  </a:lnTo>
                  <a:lnTo>
                    <a:pt x="82" y="377"/>
                  </a:lnTo>
                  <a:lnTo>
                    <a:pt x="102" y="392"/>
                  </a:lnTo>
                  <a:lnTo>
                    <a:pt x="124" y="404"/>
                  </a:lnTo>
                  <a:lnTo>
                    <a:pt x="147" y="415"/>
                  </a:lnTo>
                  <a:lnTo>
                    <a:pt x="171" y="425"/>
                  </a:lnTo>
                  <a:lnTo>
                    <a:pt x="197" y="432"/>
                  </a:lnTo>
                  <a:lnTo>
                    <a:pt x="224" y="438"/>
                  </a:lnTo>
                  <a:lnTo>
                    <a:pt x="251" y="441"/>
                  </a:lnTo>
                  <a:lnTo>
                    <a:pt x="280" y="442"/>
                  </a:lnTo>
                  <a:close/>
                </a:path>
              </a:pathLst>
            </a:custGeom>
            <a:solidFill>
              <a:srgbClr val="C1D8C1"/>
            </a:solidFill>
            <a:ln w="9525">
              <a:noFill/>
              <a:round/>
              <a:headEnd/>
              <a:tailEnd/>
            </a:ln>
          </p:spPr>
          <p:txBody>
            <a:bodyPr/>
            <a:lstStyle/>
            <a:p>
              <a:endParaRPr lang="de-DE"/>
            </a:p>
          </p:txBody>
        </p:sp>
        <p:sp>
          <p:nvSpPr>
            <p:cNvPr id="65" name="Freeform 56"/>
            <p:cNvSpPr>
              <a:spLocks/>
            </p:cNvSpPr>
            <p:nvPr/>
          </p:nvSpPr>
          <p:spPr bwMode="auto">
            <a:xfrm>
              <a:off x="3922" y="2386"/>
              <a:ext cx="183" cy="145"/>
            </a:xfrm>
            <a:custGeom>
              <a:avLst/>
              <a:gdLst>
                <a:gd name="T0" fmla="*/ 303 w 550"/>
                <a:gd name="T1" fmla="*/ 434 h 435"/>
                <a:gd name="T2" fmla="*/ 356 w 550"/>
                <a:gd name="T3" fmla="*/ 425 h 435"/>
                <a:gd name="T4" fmla="*/ 406 w 550"/>
                <a:gd name="T5" fmla="*/ 409 h 435"/>
                <a:gd name="T6" fmla="*/ 450 w 550"/>
                <a:gd name="T7" fmla="*/ 385 h 435"/>
                <a:gd name="T8" fmla="*/ 487 w 550"/>
                <a:gd name="T9" fmla="*/ 356 h 435"/>
                <a:gd name="T10" fmla="*/ 516 w 550"/>
                <a:gd name="T11" fmla="*/ 321 h 435"/>
                <a:gd name="T12" fmla="*/ 537 w 550"/>
                <a:gd name="T13" fmla="*/ 283 h 435"/>
                <a:gd name="T14" fmla="*/ 548 w 550"/>
                <a:gd name="T15" fmla="*/ 240 h 435"/>
                <a:gd name="T16" fmla="*/ 548 w 550"/>
                <a:gd name="T17" fmla="*/ 196 h 435"/>
                <a:gd name="T18" fmla="*/ 537 w 550"/>
                <a:gd name="T19" fmla="*/ 153 h 435"/>
                <a:gd name="T20" fmla="*/ 516 w 550"/>
                <a:gd name="T21" fmla="*/ 115 h 435"/>
                <a:gd name="T22" fmla="*/ 487 w 550"/>
                <a:gd name="T23" fmla="*/ 80 h 435"/>
                <a:gd name="T24" fmla="*/ 450 w 550"/>
                <a:gd name="T25" fmla="*/ 50 h 435"/>
                <a:gd name="T26" fmla="*/ 406 w 550"/>
                <a:gd name="T27" fmla="*/ 26 h 435"/>
                <a:gd name="T28" fmla="*/ 356 w 550"/>
                <a:gd name="T29" fmla="*/ 10 h 435"/>
                <a:gd name="T30" fmla="*/ 303 w 550"/>
                <a:gd name="T31" fmla="*/ 1 h 435"/>
                <a:gd name="T32" fmla="*/ 247 w 550"/>
                <a:gd name="T33" fmla="*/ 1 h 435"/>
                <a:gd name="T34" fmla="*/ 193 w 550"/>
                <a:gd name="T35" fmla="*/ 10 h 435"/>
                <a:gd name="T36" fmla="*/ 144 w 550"/>
                <a:gd name="T37" fmla="*/ 26 h 435"/>
                <a:gd name="T38" fmla="*/ 100 w 550"/>
                <a:gd name="T39" fmla="*/ 50 h 435"/>
                <a:gd name="T40" fmla="*/ 63 w 550"/>
                <a:gd name="T41" fmla="*/ 80 h 435"/>
                <a:gd name="T42" fmla="*/ 34 w 550"/>
                <a:gd name="T43" fmla="*/ 115 h 435"/>
                <a:gd name="T44" fmla="*/ 12 w 550"/>
                <a:gd name="T45" fmla="*/ 153 h 435"/>
                <a:gd name="T46" fmla="*/ 1 w 550"/>
                <a:gd name="T47" fmla="*/ 196 h 435"/>
                <a:gd name="T48" fmla="*/ 1 w 550"/>
                <a:gd name="T49" fmla="*/ 240 h 435"/>
                <a:gd name="T50" fmla="*/ 12 w 550"/>
                <a:gd name="T51" fmla="*/ 283 h 435"/>
                <a:gd name="T52" fmla="*/ 34 w 550"/>
                <a:gd name="T53" fmla="*/ 321 h 435"/>
                <a:gd name="T54" fmla="*/ 63 w 550"/>
                <a:gd name="T55" fmla="*/ 356 h 435"/>
                <a:gd name="T56" fmla="*/ 100 w 550"/>
                <a:gd name="T57" fmla="*/ 385 h 435"/>
                <a:gd name="T58" fmla="*/ 144 w 550"/>
                <a:gd name="T59" fmla="*/ 409 h 435"/>
                <a:gd name="T60" fmla="*/ 193 w 550"/>
                <a:gd name="T61" fmla="*/ 425 h 435"/>
                <a:gd name="T62" fmla="*/ 247 w 550"/>
                <a:gd name="T63" fmla="*/ 434 h 4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0"/>
                <a:gd name="T97" fmla="*/ 0 h 435"/>
                <a:gd name="T98" fmla="*/ 550 w 550"/>
                <a:gd name="T99" fmla="*/ 435 h 43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0" h="435">
                  <a:moveTo>
                    <a:pt x="275" y="435"/>
                  </a:moveTo>
                  <a:lnTo>
                    <a:pt x="303" y="434"/>
                  </a:lnTo>
                  <a:lnTo>
                    <a:pt x="330" y="430"/>
                  </a:lnTo>
                  <a:lnTo>
                    <a:pt x="356" y="425"/>
                  </a:lnTo>
                  <a:lnTo>
                    <a:pt x="382" y="418"/>
                  </a:lnTo>
                  <a:lnTo>
                    <a:pt x="406" y="409"/>
                  </a:lnTo>
                  <a:lnTo>
                    <a:pt x="428" y="398"/>
                  </a:lnTo>
                  <a:lnTo>
                    <a:pt x="450" y="385"/>
                  </a:lnTo>
                  <a:lnTo>
                    <a:pt x="469" y="372"/>
                  </a:lnTo>
                  <a:lnTo>
                    <a:pt x="487" y="356"/>
                  </a:lnTo>
                  <a:lnTo>
                    <a:pt x="502" y="339"/>
                  </a:lnTo>
                  <a:lnTo>
                    <a:pt x="516" y="321"/>
                  </a:lnTo>
                  <a:lnTo>
                    <a:pt x="528" y="302"/>
                  </a:lnTo>
                  <a:lnTo>
                    <a:pt x="537" y="283"/>
                  </a:lnTo>
                  <a:lnTo>
                    <a:pt x="544" y="262"/>
                  </a:lnTo>
                  <a:lnTo>
                    <a:pt x="548" y="240"/>
                  </a:lnTo>
                  <a:lnTo>
                    <a:pt x="550" y="218"/>
                  </a:lnTo>
                  <a:lnTo>
                    <a:pt x="548" y="196"/>
                  </a:lnTo>
                  <a:lnTo>
                    <a:pt x="544" y="174"/>
                  </a:lnTo>
                  <a:lnTo>
                    <a:pt x="537" y="153"/>
                  </a:lnTo>
                  <a:lnTo>
                    <a:pt x="528" y="134"/>
                  </a:lnTo>
                  <a:lnTo>
                    <a:pt x="516" y="115"/>
                  </a:lnTo>
                  <a:lnTo>
                    <a:pt x="502" y="97"/>
                  </a:lnTo>
                  <a:lnTo>
                    <a:pt x="487" y="80"/>
                  </a:lnTo>
                  <a:lnTo>
                    <a:pt x="469" y="64"/>
                  </a:lnTo>
                  <a:lnTo>
                    <a:pt x="450" y="50"/>
                  </a:lnTo>
                  <a:lnTo>
                    <a:pt x="428" y="37"/>
                  </a:lnTo>
                  <a:lnTo>
                    <a:pt x="406" y="26"/>
                  </a:lnTo>
                  <a:lnTo>
                    <a:pt x="382" y="17"/>
                  </a:lnTo>
                  <a:lnTo>
                    <a:pt x="356" y="10"/>
                  </a:lnTo>
                  <a:lnTo>
                    <a:pt x="330" y="5"/>
                  </a:lnTo>
                  <a:lnTo>
                    <a:pt x="303" y="1"/>
                  </a:lnTo>
                  <a:lnTo>
                    <a:pt x="275" y="0"/>
                  </a:lnTo>
                  <a:lnTo>
                    <a:pt x="247" y="1"/>
                  </a:lnTo>
                  <a:lnTo>
                    <a:pt x="220" y="5"/>
                  </a:lnTo>
                  <a:lnTo>
                    <a:pt x="193" y="10"/>
                  </a:lnTo>
                  <a:lnTo>
                    <a:pt x="169" y="17"/>
                  </a:lnTo>
                  <a:lnTo>
                    <a:pt x="144" y="26"/>
                  </a:lnTo>
                  <a:lnTo>
                    <a:pt x="121" y="37"/>
                  </a:lnTo>
                  <a:lnTo>
                    <a:pt x="100" y="50"/>
                  </a:lnTo>
                  <a:lnTo>
                    <a:pt x="81" y="64"/>
                  </a:lnTo>
                  <a:lnTo>
                    <a:pt x="63" y="80"/>
                  </a:lnTo>
                  <a:lnTo>
                    <a:pt x="47" y="97"/>
                  </a:lnTo>
                  <a:lnTo>
                    <a:pt x="34" y="115"/>
                  </a:lnTo>
                  <a:lnTo>
                    <a:pt x="21" y="134"/>
                  </a:lnTo>
                  <a:lnTo>
                    <a:pt x="12" y="153"/>
                  </a:lnTo>
                  <a:lnTo>
                    <a:pt x="6" y="174"/>
                  </a:lnTo>
                  <a:lnTo>
                    <a:pt x="1" y="196"/>
                  </a:lnTo>
                  <a:lnTo>
                    <a:pt x="0" y="218"/>
                  </a:lnTo>
                  <a:lnTo>
                    <a:pt x="1" y="240"/>
                  </a:lnTo>
                  <a:lnTo>
                    <a:pt x="6" y="262"/>
                  </a:lnTo>
                  <a:lnTo>
                    <a:pt x="12" y="283"/>
                  </a:lnTo>
                  <a:lnTo>
                    <a:pt x="21" y="302"/>
                  </a:lnTo>
                  <a:lnTo>
                    <a:pt x="34" y="321"/>
                  </a:lnTo>
                  <a:lnTo>
                    <a:pt x="47" y="339"/>
                  </a:lnTo>
                  <a:lnTo>
                    <a:pt x="63" y="356"/>
                  </a:lnTo>
                  <a:lnTo>
                    <a:pt x="81" y="372"/>
                  </a:lnTo>
                  <a:lnTo>
                    <a:pt x="100" y="385"/>
                  </a:lnTo>
                  <a:lnTo>
                    <a:pt x="121" y="398"/>
                  </a:lnTo>
                  <a:lnTo>
                    <a:pt x="144" y="409"/>
                  </a:lnTo>
                  <a:lnTo>
                    <a:pt x="169" y="418"/>
                  </a:lnTo>
                  <a:lnTo>
                    <a:pt x="193" y="425"/>
                  </a:lnTo>
                  <a:lnTo>
                    <a:pt x="220" y="430"/>
                  </a:lnTo>
                  <a:lnTo>
                    <a:pt x="247" y="434"/>
                  </a:lnTo>
                  <a:lnTo>
                    <a:pt x="275" y="435"/>
                  </a:lnTo>
                  <a:close/>
                </a:path>
              </a:pathLst>
            </a:custGeom>
            <a:solidFill>
              <a:srgbClr val="C6DDC6"/>
            </a:solidFill>
            <a:ln w="9525">
              <a:noFill/>
              <a:round/>
              <a:headEnd/>
              <a:tailEnd/>
            </a:ln>
          </p:spPr>
          <p:txBody>
            <a:bodyPr/>
            <a:lstStyle/>
            <a:p>
              <a:endParaRPr lang="de-DE"/>
            </a:p>
          </p:txBody>
        </p:sp>
        <p:sp>
          <p:nvSpPr>
            <p:cNvPr id="66" name="Freeform 57"/>
            <p:cNvSpPr>
              <a:spLocks/>
            </p:cNvSpPr>
            <p:nvPr/>
          </p:nvSpPr>
          <p:spPr bwMode="auto">
            <a:xfrm>
              <a:off x="3924" y="2387"/>
              <a:ext cx="179" cy="142"/>
            </a:xfrm>
            <a:custGeom>
              <a:avLst/>
              <a:gdLst>
                <a:gd name="T0" fmla="*/ 296 w 538"/>
                <a:gd name="T1" fmla="*/ 425 h 426"/>
                <a:gd name="T2" fmla="*/ 349 w 538"/>
                <a:gd name="T3" fmla="*/ 416 h 426"/>
                <a:gd name="T4" fmla="*/ 397 w 538"/>
                <a:gd name="T5" fmla="*/ 400 h 426"/>
                <a:gd name="T6" fmla="*/ 440 w 538"/>
                <a:gd name="T7" fmla="*/ 378 h 426"/>
                <a:gd name="T8" fmla="*/ 476 w 538"/>
                <a:gd name="T9" fmla="*/ 349 h 426"/>
                <a:gd name="T10" fmla="*/ 505 w 538"/>
                <a:gd name="T11" fmla="*/ 315 h 426"/>
                <a:gd name="T12" fmla="*/ 526 w 538"/>
                <a:gd name="T13" fmla="*/ 277 h 426"/>
                <a:gd name="T14" fmla="*/ 537 w 538"/>
                <a:gd name="T15" fmla="*/ 234 h 426"/>
                <a:gd name="T16" fmla="*/ 537 w 538"/>
                <a:gd name="T17" fmla="*/ 192 h 426"/>
                <a:gd name="T18" fmla="*/ 526 w 538"/>
                <a:gd name="T19" fmla="*/ 149 h 426"/>
                <a:gd name="T20" fmla="*/ 505 w 538"/>
                <a:gd name="T21" fmla="*/ 111 h 426"/>
                <a:gd name="T22" fmla="*/ 476 w 538"/>
                <a:gd name="T23" fmla="*/ 77 h 426"/>
                <a:gd name="T24" fmla="*/ 440 w 538"/>
                <a:gd name="T25" fmla="*/ 48 h 426"/>
                <a:gd name="T26" fmla="*/ 397 w 538"/>
                <a:gd name="T27" fmla="*/ 25 h 426"/>
                <a:gd name="T28" fmla="*/ 349 w 538"/>
                <a:gd name="T29" fmla="*/ 10 h 426"/>
                <a:gd name="T30" fmla="*/ 296 w 538"/>
                <a:gd name="T31" fmla="*/ 1 h 426"/>
                <a:gd name="T32" fmla="*/ 241 w 538"/>
                <a:gd name="T33" fmla="*/ 1 h 426"/>
                <a:gd name="T34" fmla="*/ 188 w 538"/>
                <a:gd name="T35" fmla="*/ 10 h 426"/>
                <a:gd name="T36" fmla="*/ 140 w 538"/>
                <a:gd name="T37" fmla="*/ 25 h 426"/>
                <a:gd name="T38" fmla="*/ 97 w 538"/>
                <a:gd name="T39" fmla="*/ 48 h 426"/>
                <a:gd name="T40" fmla="*/ 61 w 538"/>
                <a:gd name="T41" fmla="*/ 77 h 426"/>
                <a:gd name="T42" fmla="*/ 32 w 538"/>
                <a:gd name="T43" fmla="*/ 111 h 426"/>
                <a:gd name="T44" fmla="*/ 12 w 538"/>
                <a:gd name="T45" fmla="*/ 149 h 426"/>
                <a:gd name="T46" fmla="*/ 1 w 538"/>
                <a:gd name="T47" fmla="*/ 192 h 426"/>
                <a:gd name="T48" fmla="*/ 1 w 538"/>
                <a:gd name="T49" fmla="*/ 234 h 426"/>
                <a:gd name="T50" fmla="*/ 12 w 538"/>
                <a:gd name="T51" fmla="*/ 277 h 426"/>
                <a:gd name="T52" fmla="*/ 32 w 538"/>
                <a:gd name="T53" fmla="*/ 315 h 426"/>
                <a:gd name="T54" fmla="*/ 61 w 538"/>
                <a:gd name="T55" fmla="*/ 349 h 426"/>
                <a:gd name="T56" fmla="*/ 97 w 538"/>
                <a:gd name="T57" fmla="*/ 378 h 426"/>
                <a:gd name="T58" fmla="*/ 140 w 538"/>
                <a:gd name="T59" fmla="*/ 400 h 426"/>
                <a:gd name="T60" fmla="*/ 188 w 538"/>
                <a:gd name="T61" fmla="*/ 416 h 426"/>
                <a:gd name="T62" fmla="*/ 241 w 538"/>
                <a:gd name="T63" fmla="*/ 425 h 4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8"/>
                <a:gd name="T97" fmla="*/ 0 h 426"/>
                <a:gd name="T98" fmla="*/ 538 w 538"/>
                <a:gd name="T99" fmla="*/ 426 h 4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8" h="426">
                  <a:moveTo>
                    <a:pt x="269" y="426"/>
                  </a:moveTo>
                  <a:lnTo>
                    <a:pt x="296" y="425"/>
                  </a:lnTo>
                  <a:lnTo>
                    <a:pt x="323" y="422"/>
                  </a:lnTo>
                  <a:lnTo>
                    <a:pt x="349" y="416"/>
                  </a:lnTo>
                  <a:lnTo>
                    <a:pt x="374" y="409"/>
                  </a:lnTo>
                  <a:lnTo>
                    <a:pt x="397" y="400"/>
                  </a:lnTo>
                  <a:lnTo>
                    <a:pt x="420" y="390"/>
                  </a:lnTo>
                  <a:lnTo>
                    <a:pt x="440" y="378"/>
                  </a:lnTo>
                  <a:lnTo>
                    <a:pt x="459" y="363"/>
                  </a:lnTo>
                  <a:lnTo>
                    <a:pt x="476" y="349"/>
                  </a:lnTo>
                  <a:lnTo>
                    <a:pt x="492" y="332"/>
                  </a:lnTo>
                  <a:lnTo>
                    <a:pt x="505" y="315"/>
                  </a:lnTo>
                  <a:lnTo>
                    <a:pt x="517" y="296"/>
                  </a:lnTo>
                  <a:lnTo>
                    <a:pt x="526" y="277"/>
                  </a:lnTo>
                  <a:lnTo>
                    <a:pt x="532" y="256"/>
                  </a:lnTo>
                  <a:lnTo>
                    <a:pt x="537" y="234"/>
                  </a:lnTo>
                  <a:lnTo>
                    <a:pt x="538" y="213"/>
                  </a:lnTo>
                  <a:lnTo>
                    <a:pt x="537" y="192"/>
                  </a:lnTo>
                  <a:lnTo>
                    <a:pt x="532" y="170"/>
                  </a:lnTo>
                  <a:lnTo>
                    <a:pt x="526" y="149"/>
                  </a:lnTo>
                  <a:lnTo>
                    <a:pt x="517" y="130"/>
                  </a:lnTo>
                  <a:lnTo>
                    <a:pt x="505" y="111"/>
                  </a:lnTo>
                  <a:lnTo>
                    <a:pt x="492" y="94"/>
                  </a:lnTo>
                  <a:lnTo>
                    <a:pt x="476" y="77"/>
                  </a:lnTo>
                  <a:lnTo>
                    <a:pt x="459" y="63"/>
                  </a:lnTo>
                  <a:lnTo>
                    <a:pt x="440" y="48"/>
                  </a:lnTo>
                  <a:lnTo>
                    <a:pt x="420" y="36"/>
                  </a:lnTo>
                  <a:lnTo>
                    <a:pt x="397" y="25"/>
                  </a:lnTo>
                  <a:lnTo>
                    <a:pt x="374" y="17"/>
                  </a:lnTo>
                  <a:lnTo>
                    <a:pt x="349" y="10"/>
                  </a:lnTo>
                  <a:lnTo>
                    <a:pt x="323" y="4"/>
                  </a:lnTo>
                  <a:lnTo>
                    <a:pt x="296" y="1"/>
                  </a:lnTo>
                  <a:lnTo>
                    <a:pt x="269" y="0"/>
                  </a:lnTo>
                  <a:lnTo>
                    <a:pt x="241" y="1"/>
                  </a:lnTo>
                  <a:lnTo>
                    <a:pt x="215" y="4"/>
                  </a:lnTo>
                  <a:lnTo>
                    <a:pt x="188" y="10"/>
                  </a:lnTo>
                  <a:lnTo>
                    <a:pt x="164" y="17"/>
                  </a:lnTo>
                  <a:lnTo>
                    <a:pt x="140" y="25"/>
                  </a:lnTo>
                  <a:lnTo>
                    <a:pt x="119" y="36"/>
                  </a:lnTo>
                  <a:lnTo>
                    <a:pt x="97" y="48"/>
                  </a:lnTo>
                  <a:lnTo>
                    <a:pt x="78" y="63"/>
                  </a:lnTo>
                  <a:lnTo>
                    <a:pt x="61" y="77"/>
                  </a:lnTo>
                  <a:lnTo>
                    <a:pt x="46" y="94"/>
                  </a:lnTo>
                  <a:lnTo>
                    <a:pt x="32" y="111"/>
                  </a:lnTo>
                  <a:lnTo>
                    <a:pt x="21" y="130"/>
                  </a:lnTo>
                  <a:lnTo>
                    <a:pt x="12" y="149"/>
                  </a:lnTo>
                  <a:lnTo>
                    <a:pt x="5" y="170"/>
                  </a:lnTo>
                  <a:lnTo>
                    <a:pt x="1" y="192"/>
                  </a:lnTo>
                  <a:lnTo>
                    <a:pt x="0" y="213"/>
                  </a:lnTo>
                  <a:lnTo>
                    <a:pt x="1" y="234"/>
                  </a:lnTo>
                  <a:lnTo>
                    <a:pt x="5" y="256"/>
                  </a:lnTo>
                  <a:lnTo>
                    <a:pt x="12" y="277"/>
                  </a:lnTo>
                  <a:lnTo>
                    <a:pt x="21" y="296"/>
                  </a:lnTo>
                  <a:lnTo>
                    <a:pt x="32" y="315"/>
                  </a:lnTo>
                  <a:lnTo>
                    <a:pt x="46" y="332"/>
                  </a:lnTo>
                  <a:lnTo>
                    <a:pt x="61" y="349"/>
                  </a:lnTo>
                  <a:lnTo>
                    <a:pt x="78" y="363"/>
                  </a:lnTo>
                  <a:lnTo>
                    <a:pt x="97" y="378"/>
                  </a:lnTo>
                  <a:lnTo>
                    <a:pt x="119" y="390"/>
                  </a:lnTo>
                  <a:lnTo>
                    <a:pt x="140" y="400"/>
                  </a:lnTo>
                  <a:lnTo>
                    <a:pt x="164" y="409"/>
                  </a:lnTo>
                  <a:lnTo>
                    <a:pt x="188" y="416"/>
                  </a:lnTo>
                  <a:lnTo>
                    <a:pt x="215" y="422"/>
                  </a:lnTo>
                  <a:lnTo>
                    <a:pt x="241" y="425"/>
                  </a:lnTo>
                  <a:lnTo>
                    <a:pt x="269" y="426"/>
                  </a:lnTo>
                  <a:close/>
                </a:path>
              </a:pathLst>
            </a:custGeom>
            <a:solidFill>
              <a:srgbClr val="CEE2CE"/>
            </a:solidFill>
            <a:ln w="9525">
              <a:noFill/>
              <a:round/>
              <a:headEnd/>
              <a:tailEnd/>
            </a:ln>
          </p:spPr>
          <p:txBody>
            <a:bodyPr/>
            <a:lstStyle/>
            <a:p>
              <a:endParaRPr lang="de-DE"/>
            </a:p>
          </p:txBody>
        </p:sp>
        <p:sp>
          <p:nvSpPr>
            <p:cNvPr id="67" name="Freeform 58"/>
            <p:cNvSpPr>
              <a:spLocks/>
            </p:cNvSpPr>
            <p:nvPr/>
          </p:nvSpPr>
          <p:spPr bwMode="auto">
            <a:xfrm>
              <a:off x="3925" y="2388"/>
              <a:ext cx="177" cy="140"/>
            </a:xfrm>
            <a:custGeom>
              <a:avLst/>
              <a:gdLst>
                <a:gd name="T0" fmla="*/ 292 w 529"/>
                <a:gd name="T1" fmla="*/ 418 h 419"/>
                <a:gd name="T2" fmla="*/ 344 w 529"/>
                <a:gd name="T3" fmla="*/ 410 h 419"/>
                <a:gd name="T4" fmla="*/ 391 w 529"/>
                <a:gd name="T5" fmla="*/ 394 h 419"/>
                <a:gd name="T6" fmla="*/ 433 w 529"/>
                <a:gd name="T7" fmla="*/ 372 h 419"/>
                <a:gd name="T8" fmla="*/ 469 w 529"/>
                <a:gd name="T9" fmla="*/ 342 h 419"/>
                <a:gd name="T10" fmla="*/ 497 w 529"/>
                <a:gd name="T11" fmla="*/ 310 h 419"/>
                <a:gd name="T12" fmla="*/ 517 w 529"/>
                <a:gd name="T13" fmla="*/ 272 h 419"/>
                <a:gd name="T14" fmla="*/ 528 w 529"/>
                <a:gd name="T15" fmla="*/ 231 h 419"/>
                <a:gd name="T16" fmla="*/ 528 w 529"/>
                <a:gd name="T17" fmla="*/ 189 h 419"/>
                <a:gd name="T18" fmla="*/ 517 w 529"/>
                <a:gd name="T19" fmla="*/ 147 h 419"/>
                <a:gd name="T20" fmla="*/ 497 w 529"/>
                <a:gd name="T21" fmla="*/ 110 h 419"/>
                <a:gd name="T22" fmla="*/ 469 w 529"/>
                <a:gd name="T23" fmla="*/ 76 h 419"/>
                <a:gd name="T24" fmla="*/ 433 w 529"/>
                <a:gd name="T25" fmla="*/ 48 h 419"/>
                <a:gd name="T26" fmla="*/ 391 w 529"/>
                <a:gd name="T27" fmla="*/ 26 h 419"/>
                <a:gd name="T28" fmla="*/ 344 w 529"/>
                <a:gd name="T29" fmla="*/ 9 h 419"/>
                <a:gd name="T30" fmla="*/ 292 w 529"/>
                <a:gd name="T31" fmla="*/ 1 h 419"/>
                <a:gd name="T32" fmla="*/ 238 w 529"/>
                <a:gd name="T33" fmla="*/ 1 h 419"/>
                <a:gd name="T34" fmla="*/ 187 w 529"/>
                <a:gd name="T35" fmla="*/ 9 h 419"/>
                <a:gd name="T36" fmla="*/ 139 w 529"/>
                <a:gd name="T37" fmla="*/ 26 h 419"/>
                <a:gd name="T38" fmla="*/ 97 w 529"/>
                <a:gd name="T39" fmla="*/ 48 h 419"/>
                <a:gd name="T40" fmla="*/ 61 w 529"/>
                <a:gd name="T41" fmla="*/ 76 h 419"/>
                <a:gd name="T42" fmla="*/ 33 w 529"/>
                <a:gd name="T43" fmla="*/ 110 h 419"/>
                <a:gd name="T44" fmla="*/ 12 w 529"/>
                <a:gd name="T45" fmla="*/ 147 h 419"/>
                <a:gd name="T46" fmla="*/ 1 w 529"/>
                <a:gd name="T47" fmla="*/ 189 h 419"/>
                <a:gd name="T48" fmla="*/ 1 w 529"/>
                <a:gd name="T49" fmla="*/ 231 h 419"/>
                <a:gd name="T50" fmla="*/ 12 w 529"/>
                <a:gd name="T51" fmla="*/ 272 h 419"/>
                <a:gd name="T52" fmla="*/ 33 w 529"/>
                <a:gd name="T53" fmla="*/ 310 h 419"/>
                <a:gd name="T54" fmla="*/ 61 w 529"/>
                <a:gd name="T55" fmla="*/ 342 h 419"/>
                <a:gd name="T56" fmla="*/ 97 w 529"/>
                <a:gd name="T57" fmla="*/ 372 h 419"/>
                <a:gd name="T58" fmla="*/ 139 w 529"/>
                <a:gd name="T59" fmla="*/ 394 h 419"/>
                <a:gd name="T60" fmla="*/ 187 w 529"/>
                <a:gd name="T61" fmla="*/ 410 h 419"/>
                <a:gd name="T62" fmla="*/ 238 w 529"/>
                <a:gd name="T63" fmla="*/ 418 h 4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29"/>
                <a:gd name="T97" fmla="*/ 0 h 419"/>
                <a:gd name="T98" fmla="*/ 529 w 529"/>
                <a:gd name="T99" fmla="*/ 419 h 4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29" h="419">
                  <a:moveTo>
                    <a:pt x="265" y="419"/>
                  </a:moveTo>
                  <a:lnTo>
                    <a:pt x="292" y="418"/>
                  </a:lnTo>
                  <a:lnTo>
                    <a:pt x="318" y="414"/>
                  </a:lnTo>
                  <a:lnTo>
                    <a:pt x="344" y="410"/>
                  </a:lnTo>
                  <a:lnTo>
                    <a:pt x="368" y="402"/>
                  </a:lnTo>
                  <a:lnTo>
                    <a:pt x="391" y="394"/>
                  </a:lnTo>
                  <a:lnTo>
                    <a:pt x="413" y="383"/>
                  </a:lnTo>
                  <a:lnTo>
                    <a:pt x="433" y="372"/>
                  </a:lnTo>
                  <a:lnTo>
                    <a:pt x="452" y="358"/>
                  </a:lnTo>
                  <a:lnTo>
                    <a:pt x="469" y="342"/>
                  </a:lnTo>
                  <a:lnTo>
                    <a:pt x="485" y="327"/>
                  </a:lnTo>
                  <a:lnTo>
                    <a:pt x="497" y="310"/>
                  </a:lnTo>
                  <a:lnTo>
                    <a:pt x="508" y="292"/>
                  </a:lnTo>
                  <a:lnTo>
                    <a:pt x="517" y="272"/>
                  </a:lnTo>
                  <a:lnTo>
                    <a:pt x="524" y="253"/>
                  </a:lnTo>
                  <a:lnTo>
                    <a:pt x="528" y="231"/>
                  </a:lnTo>
                  <a:lnTo>
                    <a:pt x="529" y="210"/>
                  </a:lnTo>
                  <a:lnTo>
                    <a:pt x="528" y="189"/>
                  </a:lnTo>
                  <a:lnTo>
                    <a:pt x="524" y="167"/>
                  </a:lnTo>
                  <a:lnTo>
                    <a:pt x="517" y="147"/>
                  </a:lnTo>
                  <a:lnTo>
                    <a:pt x="508" y="128"/>
                  </a:lnTo>
                  <a:lnTo>
                    <a:pt x="497" y="110"/>
                  </a:lnTo>
                  <a:lnTo>
                    <a:pt x="485" y="93"/>
                  </a:lnTo>
                  <a:lnTo>
                    <a:pt x="469" y="76"/>
                  </a:lnTo>
                  <a:lnTo>
                    <a:pt x="452" y="62"/>
                  </a:lnTo>
                  <a:lnTo>
                    <a:pt x="433" y="48"/>
                  </a:lnTo>
                  <a:lnTo>
                    <a:pt x="413" y="36"/>
                  </a:lnTo>
                  <a:lnTo>
                    <a:pt x="391" y="26"/>
                  </a:lnTo>
                  <a:lnTo>
                    <a:pt x="368" y="17"/>
                  </a:lnTo>
                  <a:lnTo>
                    <a:pt x="344" y="9"/>
                  </a:lnTo>
                  <a:lnTo>
                    <a:pt x="318" y="5"/>
                  </a:lnTo>
                  <a:lnTo>
                    <a:pt x="292" y="1"/>
                  </a:lnTo>
                  <a:lnTo>
                    <a:pt x="265" y="0"/>
                  </a:lnTo>
                  <a:lnTo>
                    <a:pt x="238" y="1"/>
                  </a:lnTo>
                  <a:lnTo>
                    <a:pt x="212" y="5"/>
                  </a:lnTo>
                  <a:lnTo>
                    <a:pt x="187" y="9"/>
                  </a:lnTo>
                  <a:lnTo>
                    <a:pt x="162" y="17"/>
                  </a:lnTo>
                  <a:lnTo>
                    <a:pt x="139" y="26"/>
                  </a:lnTo>
                  <a:lnTo>
                    <a:pt x="117" y="36"/>
                  </a:lnTo>
                  <a:lnTo>
                    <a:pt x="97" y="48"/>
                  </a:lnTo>
                  <a:lnTo>
                    <a:pt x="78" y="62"/>
                  </a:lnTo>
                  <a:lnTo>
                    <a:pt x="61" y="76"/>
                  </a:lnTo>
                  <a:lnTo>
                    <a:pt x="45" y="93"/>
                  </a:lnTo>
                  <a:lnTo>
                    <a:pt x="33" y="110"/>
                  </a:lnTo>
                  <a:lnTo>
                    <a:pt x="21" y="128"/>
                  </a:lnTo>
                  <a:lnTo>
                    <a:pt x="12" y="147"/>
                  </a:lnTo>
                  <a:lnTo>
                    <a:pt x="6" y="167"/>
                  </a:lnTo>
                  <a:lnTo>
                    <a:pt x="1" y="189"/>
                  </a:lnTo>
                  <a:lnTo>
                    <a:pt x="0" y="210"/>
                  </a:lnTo>
                  <a:lnTo>
                    <a:pt x="1" y="231"/>
                  </a:lnTo>
                  <a:lnTo>
                    <a:pt x="6" y="253"/>
                  </a:lnTo>
                  <a:lnTo>
                    <a:pt x="12" y="272"/>
                  </a:lnTo>
                  <a:lnTo>
                    <a:pt x="21" y="292"/>
                  </a:lnTo>
                  <a:lnTo>
                    <a:pt x="33" y="310"/>
                  </a:lnTo>
                  <a:lnTo>
                    <a:pt x="45" y="327"/>
                  </a:lnTo>
                  <a:lnTo>
                    <a:pt x="61" y="342"/>
                  </a:lnTo>
                  <a:lnTo>
                    <a:pt x="78" y="358"/>
                  </a:lnTo>
                  <a:lnTo>
                    <a:pt x="97" y="372"/>
                  </a:lnTo>
                  <a:lnTo>
                    <a:pt x="117" y="383"/>
                  </a:lnTo>
                  <a:lnTo>
                    <a:pt x="139" y="394"/>
                  </a:lnTo>
                  <a:lnTo>
                    <a:pt x="162" y="402"/>
                  </a:lnTo>
                  <a:lnTo>
                    <a:pt x="187" y="410"/>
                  </a:lnTo>
                  <a:lnTo>
                    <a:pt x="212" y="414"/>
                  </a:lnTo>
                  <a:lnTo>
                    <a:pt x="238" y="418"/>
                  </a:lnTo>
                  <a:lnTo>
                    <a:pt x="265" y="419"/>
                  </a:lnTo>
                  <a:close/>
                </a:path>
              </a:pathLst>
            </a:custGeom>
            <a:solidFill>
              <a:srgbClr val="D3E5D3"/>
            </a:solidFill>
            <a:ln w="9525">
              <a:noFill/>
              <a:round/>
              <a:headEnd/>
              <a:tailEnd/>
            </a:ln>
          </p:spPr>
          <p:txBody>
            <a:bodyPr/>
            <a:lstStyle/>
            <a:p>
              <a:endParaRPr lang="de-DE"/>
            </a:p>
          </p:txBody>
        </p:sp>
        <p:sp>
          <p:nvSpPr>
            <p:cNvPr id="68" name="Freeform 59"/>
            <p:cNvSpPr>
              <a:spLocks/>
            </p:cNvSpPr>
            <p:nvPr/>
          </p:nvSpPr>
          <p:spPr bwMode="auto">
            <a:xfrm>
              <a:off x="3927" y="2390"/>
              <a:ext cx="173" cy="137"/>
            </a:xfrm>
            <a:custGeom>
              <a:avLst/>
              <a:gdLst>
                <a:gd name="T0" fmla="*/ 286 w 518"/>
                <a:gd name="T1" fmla="*/ 409 h 410"/>
                <a:gd name="T2" fmla="*/ 336 w 518"/>
                <a:gd name="T3" fmla="*/ 401 h 410"/>
                <a:gd name="T4" fmla="*/ 383 w 518"/>
                <a:gd name="T5" fmla="*/ 386 h 410"/>
                <a:gd name="T6" fmla="*/ 423 w 518"/>
                <a:gd name="T7" fmla="*/ 363 h 410"/>
                <a:gd name="T8" fmla="*/ 458 w 518"/>
                <a:gd name="T9" fmla="*/ 335 h 410"/>
                <a:gd name="T10" fmla="*/ 486 w 518"/>
                <a:gd name="T11" fmla="*/ 303 h 410"/>
                <a:gd name="T12" fmla="*/ 507 w 518"/>
                <a:gd name="T13" fmla="*/ 266 h 410"/>
                <a:gd name="T14" fmla="*/ 517 w 518"/>
                <a:gd name="T15" fmla="*/ 226 h 410"/>
                <a:gd name="T16" fmla="*/ 517 w 518"/>
                <a:gd name="T17" fmla="*/ 184 h 410"/>
                <a:gd name="T18" fmla="*/ 507 w 518"/>
                <a:gd name="T19" fmla="*/ 144 h 410"/>
                <a:gd name="T20" fmla="*/ 486 w 518"/>
                <a:gd name="T21" fmla="*/ 107 h 410"/>
                <a:gd name="T22" fmla="*/ 458 w 518"/>
                <a:gd name="T23" fmla="*/ 75 h 410"/>
                <a:gd name="T24" fmla="*/ 423 w 518"/>
                <a:gd name="T25" fmla="*/ 47 h 410"/>
                <a:gd name="T26" fmla="*/ 383 w 518"/>
                <a:gd name="T27" fmla="*/ 24 h 410"/>
                <a:gd name="T28" fmla="*/ 336 w 518"/>
                <a:gd name="T29" fmla="*/ 9 h 410"/>
                <a:gd name="T30" fmla="*/ 286 w 518"/>
                <a:gd name="T31" fmla="*/ 1 h 410"/>
                <a:gd name="T32" fmla="*/ 232 w 518"/>
                <a:gd name="T33" fmla="*/ 1 h 410"/>
                <a:gd name="T34" fmla="*/ 182 w 518"/>
                <a:gd name="T35" fmla="*/ 9 h 410"/>
                <a:gd name="T36" fmla="*/ 136 w 518"/>
                <a:gd name="T37" fmla="*/ 24 h 410"/>
                <a:gd name="T38" fmla="*/ 94 w 518"/>
                <a:gd name="T39" fmla="*/ 47 h 410"/>
                <a:gd name="T40" fmla="*/ 59 w 518"/>
                <a:gd name="T41" fmla="*/ 75 h 410"/>
                <a:gd name="T42" fmla="*/ 31 w 518"/>
                <a:gd name="T43" fmla="*/ 107 h 410"/>
                <a:gd name="T44" fmla="*/ 11 w 518"/>
                <a:gd name="T45" fmla="*/ 144 h 410"/>
                <a:gd name="T46" fmla="*/ 1 w 518"/>
                <a:gd name="T47" fmla="*/ 184 h 410"/>
                <a:gd name="T48" fmla="*/ 1 w 518"/>
                <a:gd name="T49" fmla="*/ 226 h 410"/>
                <a:gd name="T50" fmla="*/ 11 w 518"/>
                <a:gd name="T51" fmla="*/ 266 h 410"/>
                <a:gd name="T52" fmla="*/ 31 w 518"/>
                <a:gd name="T53" fmla="*/ 303 h 410"/>
                <a:gd name="T54" fmla="*/ 59 w 518"/>
                <a:gd name="T55" fmla="*/ 335 h 410"/>
                <a:gd name="T56" fmla="*/ 94 w 518"/>
                <a:gd name="T57" fmla="*/ 363 h 410"/>
                <a:gd name="T58" fmla="*/ 136 w 518"/>
                <a:gd name="T59" fmla="*/ 386 h 410"/>
                <a:gd name="T60" fmla="*/ 182 w 518"/>
                <a:gd name="T61" fmla="*/ 401 h 410"/>
                <a:gd name="T62" fmla="*/ 232 w 518"/>
                <a:gd name="T63" fmla="*/ 409 h 4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8"/>
                <a:gd name="T97" fmla="*/ 0 h 410"/>
                <a:gd name="T98" fmla="*/ 518 w 518"/>
                <a:gd name="T99" fmla="*/ 410 h 4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8" h="410">
                  <a:moveTo>
                    <a:pt x="259" y="410"/>
                  </a:moveTo>
                  <a:lnTo>
                    <a:pt x="286" y="409"/>
                  </a:lnTo>
                  <a:lnTo>
                    <a:pt x="311" y="406"/>
                  </a:lnTo>
                  <a:lnTo>
                    <a:pt x="336" y="401"/>
                  </a:lnTo>
                  <a:lnTo>
                    <a:pt x="360" y="395"/>
                  </a:lnTo>
                  <a:lnTo>
                    <a:pt x="383" y="386"/>
                  </a:lnTo>
                  <a:lnTo>
                    <a:pt x="404" y="376"/>
                  </a:lnTo>
                  <a:lnTo>
                    <a:pt x="423" y="363"/>
                  </a:lnTo>
                  <a:lnTo>
                    <a:pt x="443" y="350"/>
                  </a:lnTo>
                  <a:lnTo>
                    <a:pt x="458" y="335"/>
                  </a:lnTo>
                  <a:lnTo>
                    <a:pt x="474" y="320"/>
                  </a:lnTo>
                  <a:lnTo>
                    <a:pt x="486" y="303"/>
                  </a:lnTo>
                  <a:lnTo>
                    <a:pt x="498" y="285"/>
                  </a:lnTo>
                  <a:lnTo>
                    <a:pt x="507" y="266"/>
                  </a:lnTo>
                  <a:lnTo>
                    <a:pt x="512" y="247"/>
                  </a:lnTo>
                  <a:lnTo>
                    <a:pt x="517" y="226"/>
                  </a:lnTo>
                  <a:lnTo>
                    <a:pt x="518" y="205"/>
                  </a:lnTo>
                  <a:lnTo>
                    <a:pt x="517" y="184"/>
                  </a:lnTo>
                  <a:lnTo>
                    <a:pt x="512" y="163"/>
                  </a:lnTo>
                  <a:lnTo>
                    <a:pt x="507" y="144"/>
                  </a:lnTo>
                  <a:lnTo>
                    <a:pt x="498" y="125"/>
                  </a:lnTo>
                  <a:lnTo>
                    <a:pt x="486" y="107"/>
                  </a:lnTo>
                  <a:lnTo>
                    <a:pt x="474" y="90"/>
                  </a:lnTo>
                  <a:lnTo>
                    <a:pt x="458" y="75"/>
                  </a:lnTo>
                  <a:lnTo>
                    <a:pt x="443" y="60"/>
                  </a:lnTo>
                  <a:lnTo>
                    <a:pt x="423" y="47"/>
                  </a:lnTo>
                  <a:lnTo>
                    <a:pt x="404" y="34"/>
                  </a:lnTo>
                  <a:lnTo>
                    <a:pt x="383" y="24"/>
                  </a:lnTo>
                  <a:lnTo>
                    <a:pt x="360" y="15"/>
                  </a:lnTo>
                  <a:lnTo>
                    <a:pt x="336" y="9"/>
                  </a:lnTo>
                  <a:lnTo>
                    <a:pt x="311" y="4"/>
                  </a:lnTo>
                  <a:lnTo>
                    <a:pt x="286" y="1"/>
                  </a:lnTo>
                  <a:lnTo>
                    <a:pt x="259" y="0"/>
                  </a:lnTo>
                  <a:lnTo>
                    <a:pt x="232" y="1"/>
                  </a:lnTo>
                  <a:lnTo>
                    <a:pt x="206" y="4"/>
                  </a:lnTo>
                  <a:lnTo>
                    <a:pt x="182" y="9"/>
                  </a:lnTo>
                  <a:lnTo>
                    <a:pt x="158" y="15"/>
                  </a:lnTo>
                  <a:lnTo>
                    <a:pt x="136" y="24"/>
                  </a:lnTo>
                  <a:lnTo>
                    <a:pt x="114" y="34"/>
                  </a:lnTo>
                  <a:lnTo>
                    <a:pt x="94" y="47"/>
                  </a:lnTo>
                  <a:lnTo>
                    <a:pt x="76" y="60"/>
                  </a:lnTo>
                  <a:lnTo>
                    <a:pt x="59" y="75"/>
                  </a:lnTo>
                  <a:lnTo>
                    <a:pt x="43" y="90"/>
                  </a:lnTo>
                  <a:lnTo>
                    <a:pt x="31" y="107"/>
                  </a:lnTo>
                  <a:lnTo>
                    <a:pt x="20" y="125"/>
                  </a:lnTo>
                  <a:lnTo>
                    <a:pt x="11" y="144"/>
                  </a:lnTo>
                  <a:lnTo>
                    <a:pt x="5" y="163"/>
                  </a:lnTo>
                  <a:lnTo>
                    <a:pt x="1" y="184"/>
                  </a:lnTo>
                  <a:lnTo>
                    <a:pt x="0" y="205"/>
                  </a:lnTo>
                  <a:lnTo>
                    <a:pt x="1" y="226"/>
                  </a:lnTo>
                  <a:lnTo>
                    <a:pt x="5" y="247"/>
                  </a:lnTo>
                  <a:lnTo>
                    <a:pt x="11" y="266"/>
                  </a:lnTo>
                  <a:lnTo>
                    <a:pt x="20" y="285"/>
                  </a:lnTo>
                  <a:lnTo>
                    <a:pt x="31" y="303"/>
                  </a:lnTo>
                  <a:lnTo>
                    <a:pt x="43" y="320"/>
                  </a:lnTo>
                  <a:lnTo>
                    <a:pt x="59" y="335"/>
                  </a:lnTo>
                  <a:lnTo>
                    <a:pt x="76" y="350"/>
                  </a:lnTo>
                  <a:lnTo>
                    <a:pt x="94" y="363"/>
                  </a:lnTo>
                  <a:lnTo>
                    <a:pt x="114" y="376"/>
                  </a:lnTo>
                  <a:lnTo>
                    <a:pt x="136" y="386"/>
                  </a:lnTo>
                  <a:lnTo>
                    <a:pt x="158" y="395"/>
                  </a:lnTo>
                  <a:lnTo>
                    <a:pt x="182" y="401"/>
                  </a:lnTo>
                  <a:lnTo>
                    <a:pt x="206" y="406"/>
                  </a:lnTo>
                  <a:lnTo>
                    <a:pt x="232" y="409"/>
                  </a:lnTo>
                  <a:lnTo>
                    <a:pt x="259" y="410"/>
                  </a:lnTo>
                  <a:close/>
                </a:path>
              </a:pathLst>
            </a:custGeom>
            <a:solidFill>
              <a:srgbClr val="DDEADD"/>
            </a:solidFill>
            <a:ln w="9525">
              <a:noFill/>
              <a:round/>
              <a:headEnd/>
              <a:tailEnd/>
            </a:ln>
          </p:spPr>
          <p:txBody>
            <a:bodyPr/>
            <a:lstStyle/>
            <a:p>
              <a:endParaRPr lang="de-DE"/>
            </a:p>
          </p:txBody>
        </p:sp>
        <p:sp>
          <p:nvSpPr>
            <p:cNvPr id="69" name="Freeform 60"/>
            <p:cNvSpPr>
              <a:spLocks/>
            </p:cNvSpPr>
            <p:nvPr/>
          </p:nvSpPr>
          <p:spPr bwMode="auto">
            <a:xfrm>
              <a:off x="3929" y="2391"/>
              <a:ext cx="169" cy="134"/>
            </a:xfrm>
            <a:custGeom>
              <a:avLst/>
              <a:gdLst>
                <a:gd name="T0" fmla="*/ 281 w 509"/>
                <a:gd name="T1" fmla="*/ 402 h 403"/>
                <a:gd name="T2" fmla="*/ 331 w 509"/>
                <a:gd name="T3" fmla="*/ 394 h 403"/>
                <a:gd name="T4" fmla="*/ 376 w 509"/>
                <a:gd name="T5" fmla="*/ 378 h 403"/>
                <a:gd name="T6" fmla="*/ 416 w 509"/>
                <a:gd name="T7" fmla="*/ 357 h 403"/>
                <a:gd name="T8" fmla="*/ 451 w 509"/>
                <a:gd name="T9" fmla="*/ 330 h 403"/>
                <a:gd name="T10" fmla="*/ 479 w 509"/>
                <a:gd name="T11" fmla="*/ 297 h 403"/>
                <a:gd name="T12" fmla="*/ 498 w 509"/>
                <a:gd name="T13" fmla="*/ 262 h 403"/>
                <a:gd name="T14" fmla="*/ 508 w 509"/>
                <a:gd name="T15" fmla="*/ 222 h 403"/>
                <a:gd name="T16" fmla="*/ 508 w 509"/>
                <a:gd name="T17" fmla="*/ 182 h 403"/>
                <a:gd name="T18" fmla="*/ 498 w 509"/>
                <a:gd name="T19" fmla="*/ 142 h 403"/>
                <a:gd name="T20" fmla="*/ 479 w 509"/>
                <a:gd name="T21" fmla="*/ 105 h 403"/>
                <a:gd name="T22" fmla="*/ 451 w 509"/>
                <a:gd name="T23" fmla="*/ 74 h 403"/>
                <a:gd name="T24" fmla="*/ 416 w 509"/>
                <a:gd name="T25" fmla="*/ 46 h 403"/>
                <a:gd name="T26" fmla="*/ 376 w 509"/>
                <a:gd name="T27" fmla="*/ 25 h 403"/>
                <a:gd name="T28" fmla="*/ 331 w 509"/>
                <a:gd name="T29" fmla="*/ 9 h 403"/>
                <a:gd name="T30" fmla="*/ 281 w 509"/>
                <a:gd name="T31" fmla="*/ 1 h 403"/>
                <a:gd name="T32" fmla="*/ 229 w 509"/>
                <a:gd name="T33" fmla="*/ 1 h 403"/>
                <a:gd name="T34" fmla="*/ 180 w 509"/>
                <a:gd name="T35" fmla="*/ 9 h 403"/>
                <a:gd name="T36" fmla="*/ 134 w 509"/>
                <a:gd name="T37" fmla="*/ 25 h 403"/>
                <a:gd name="T38" fmla="*/ 93 w 509"/>
                <a:gd name="T39" fmla="*/ 46 h 403"/>
                <a:gd name="T40" fmla="*/ 59 w 509"/>
                <a:gd name="T41" fmla="*/ 74 h 403"/>
                <a:gd name="T42" fmla="*/ 30 w 509"/>
                <a:gd name="T43" fmla="*/ 105 h 403"/>
                <a:gd name="T44" fmla="*/ 11 w 509"/>
                <a:gd name="T45" fmla="*/ 142 h 403"/>
                <a:gd name="T46" fmla="*/ 1 w 509"/>
                <a:gd name="T47" fmla="*/ 182 h 403"/>
                <a:gd name="T48" fmla="*/ 1 w 509"/>
                <a:gd name="T49" fmla="*/ 222 h 403"/>
                <a:gd name="T50" fmla="*/ 11 w 509"/>
                <a:gd name="T51" fmla="*/ 262 h 403"/>
                <a:gd name="T52" fmla="*/ 30 w 509"/>
                <a:gd name="T53" fmla="*/ 297 h 403"/>
                <a:gd name="T54" fmla="*/ 59 w 509"/>
                <a:gd name="T55" fmla="*/ 330 h 403"/>
                <a:gd name="T56" fmla="*/ 93 w 509"/>
                <a:gd name="T57" fmla="*/ 357 h 403"/>
                <a:gd name="T58" fmla="*/ 134 w 509"/>
                <a:gd name="T59" fmla="*/ 378 h 403"/>
                <a:gd name="T60" fmla="*/ 180 w 509"/>
                <a:gd name="T61" fmla="*/ 394 h 403"/>
                <a:gd name="T62" fmla="*/ 229 w 509"/>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9"/>
                <a:gd name="T97" fmla="*/ 0 h 403"/>
                <a:gd name="T98" fmla="*/ 509 w 509"/>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9" h="403">
                  <a:moveTo>
                    <a:pt x="255" y="403"/>
                  </a:moveTo>
                  <a:lnTo>
                    <a:pt x="281" y="402"/>
                  </a:lnTo>
                  <a:lnTo>
                    <a:pt x="306" y="398"/>
                  </a:lnTo>
                  <a:lnTo>
                    <a:pt x="331" y="394"/>
                  </a:lnTo>
                  <a:lnTo>
                    <a:pt x="354" y="387"/>
                  </a:lnTo>
                  <a:lnTo>
                    <a:pt x="376" y="378"/>
                  </a:lnTo>
                  <a:lnTo>
                    <a:pt x="397" y="368"/>
                  </a:lnTo>
                  <a:lnTo>
                    <a:pt x="416" y="357"/>
                  </a:lnTo>
                  <a:lnTo>
                    <a:pt x="435" y="345"/>
                  </a:lnTo>
                  <a:lnTo>
                    <a:pt x="451" y="330"/>
                  </a:lnTo>
                  <a:lnTo>
                    <a:pt x="466" y="314"/>
                  </a:lnTo>
                  <a:lnTo>
                    <a:pt x="479" y="297"/>
                  </a:lnTo>
                  <a:lnTo>
                    <a:pt x="489" y="281"/>
                  </a:lnTo>
                  <a:lnTo>
                    <a:pt x="498" y="262"/>
                  </a:lnTo>
                  <a:lnTo>
                    <a:pt x="504" y="242"/>
                  </a:lnTo>
                  <a:lnTo>
                    <a:pt x="508" y="222"/>
                  </a:lnTo>
                  <a:lnTo>
                    <a:pt x="509" y="202"/>
                  </a:lnTo>
                  <a:lnTo>
                    <a:pt x="508" y="182"/>
                  </a:lnTo>
                  <a:lnTo>
                    <a:pt x="504" y="162"/>
                  </a:lnTo>
                  <a:lnTo>
                    <a:pt x="498" y="142"/>
                  </a:lnTo>
                  <a:lnTo>
                    <a:pt x="489" y="123"/>
                  </a:lnTo>
                  <a:lnTo>
                    <a:pt x="479" y="105"/>
                  </a:lnTo>
                  <a:lnTo>
                    <a:pt x="466" y="90"/>
                  </a:lnTo>
                  <a:lnTo>
                    <a:pt x="451" y="74"/>
                  </a:lnTo>
                  <a:lnTo>
                    <a:pt x="435" y="59"/>
                  </a:lnTo>
                  <a:lnTo>
                    <a:pt x="416" y="46"/>
                  </a:lnTo>
                  <a:lnTo>
                    <a:pt x="397" y="35"/>
                  </a:lnTo>
                  <a:lnTo>
                    <a:pt x="376" y="25"/>
                  </a:lnTo>
                  <a:lnTo>
                    <a:pt x="354" y="16"/>
                  </a:lnTo>
                  <a:lnTo>
                    <a:pt x="331" y="9"/>
                  </a:lnTo>
                  <a:lnTo>
                    <a:pt x="306" y="4"/>
                  </a:lnTo>
                  <a:lnTo>
                    <a:pt x="281" y="1"/>
                  </a:lnTo>
                  <a:lnTo>
                    <a:pt x="255" y="0"/>
                  </a:lnTo>
                  <a:lnTo>
                    <a:pt x="229" y="1"/>
                  </a:lnTo>
                  <a:lnTo>
                    <a:pt x="204" y="4"/>
                  </a:lnTo>
                  <a:lnTo>
                    <a:pt x="180" y="9"/>
                  </a:lnTo>
                  <a:lnTo>
                    <a:pt x="156" y="16"/>
                  </a:lnTo>
                  <a:lnTo>
                    <a:pt x="134" y="25"/>
                  </a:lnTo>
                  <a:lnTo>
                    <a:pt x="113" y="35"/>
                  </a:lnTo>
                  <a:lnTo>
                    <a:pt x="93" y="46"/>
                  </a:lnTo>
                  <a:lnTo>
                    <a:pt x="75" y="59"/>
                  </a:lnTo>
                  <a:lnTo>
                    <a:pt x="59" y="74"/>
                  </a:lnTo>
                  <a:lnTo>
                    <a:pt x="44" y="90"/>
                  </a:lnTo>
                  <a:lnTo>
                    <a:pt x="30" y="105"/>
                  </a:lnTo>
                  <a:lnTo>
                    <a:pt x="20" y="123"/>
                  </a:lnTo>
                  <a:lnTo>
                    <a:pt x="11" y="142"/>
                  </a:lnTo>
                  <a:lnTo>
                    <a:pt x="6" y="162"/>
                  </a:lnTo>
                  <a:lnTo>
                    <a:pt x="1" y="182"/>
                  </a:lnTo>
                  <a:lnTo>
                    <a:pt x="0" y="202"/>
                  </a:lnTo>
                  <a:lnTo>
                    <a:pt x="1" y="222"/>
                  </a:lnTo>
                  <a:lnTo>
                    <a:pt x="6" y="242"/>
                  </a:lnTo>
                  <a:lnTo>
                    <a:pt x="11" y="262"/>
                  </a:lnTo>
                  <a:lnTo>
                    <a:pt x="20" y="281"/>
                  </a:lnTo>
                  <a:lnTo>
                    <a:pt x="30" y="297"/>
                  </a:lnTo>
                  <a:lnTo>
                    <a:pt x="44" y="314"/>
                  </a:lnTo>
                  <a:lnTo>
                    <a:pt x="59" y="330"/>
                  </a:lnTo>
                  <a:lnTo>
                    <a:pt x="75" y="345"/>
                  </a:lnTo>
                  <a:lnTo>
                    <a:pt x="93" y="357"/>
                  </a:lnTo>
                  <a:lnTo>
                    <a:pt x="113" y="368"/>
                  </a:lnTo>
                  <a:lnTo>
                    <a:pt x="134" y="378"/>
                  </a:lnTo>
                  <a:lnTo>
                    <a:pt x="156" y="387"/>
                  </a:lnTo>
                  <a:lnTo>
                    <a:pt x="180" y="394"/>
                  </a:lnTo>
                  <a:lnTo>
                    <a:pt x="204" y="398"/>
                  </a:lnTo>
                  <a:lnTo>
                    <a:pt x="229" y="402"/>
                  </a:lnTo>
                  <a:lnTo>
                    <a:pt x="255" y="403"/>
                  </a:lnTo>
                  <a:close/>
                </a:path>
              </a:pathLst>
            </a:custGeom>
            <a:solidFill>
              <a:srgbClr val="E2EDE2"/>
            </a:solidFill>
            <a:ln w="9525">
              <a:noFill/>
              <a:round/>
              <a:headEnd/>
              <a:tailEnd/>
            </a:ln>
          </p:spPr>
          <p:txBody>
            <a:bodyPr/>
            <a:lstStyle/>
            <a:p>
              <a:endParaRPr lang="de-DE"/>
            </a:p>
          </p:txBody>
        </p:sp>
        <p:sp>
          <p:nvSpPr>
            <p:cNvPr id="70" name="Freeform 61"/>
            <p:cNvSpPr>
              <a:spLocks/>
            </p:cNvSpPr>
            <p:nvPr/>
          </p:nvSpPr>
          <p:spPr bwMode="auto">
            <a:xfrm>
              <a:off x="3931" y="2392"/>
              <a:ext cx="166" cy="132"/>
            </a:xfrm>
            <a:custGeom>
              <a:avLst/>
              <a:gdLst>
                <a:gd name="T0" fmla="*/ 275 w 498"/>
                <a:gd name="T1" fmla="*/ 394 h 396"/>
                <a:gd name="T2" fmla="*/ 323 w 498"/>
                <a:gd name="T3" fmla="*/ 387 h 396"/>
                <a:gd name="T4" fmla="*/ 367 w 498"/>
                <a:gd name="T5" fmla="*/ 372 h 396"/>
                <a:gd name="T6" fmla="*/ 408 w 498"/>
                <a:gd name="T7" fmla="*/ 351 h 396"/>
                <a:gd name="T8" fmla="*/ 442 w 498"/>
                <a:gd name="T9" fmla="*/ 324 h 396"/>
                <a:gd name="T10" fmla="*/ 467 w 498"/>
                <a:gd name="T11" fmla="*/ 292 h 396"/>
                <a:gd name="T12" fmla="*/ 486 w 498"/>
                <a:gd name="T13" fmla="*/ 256 h 396"/>
                <a:gd name="T14" fmla="*/ 497 w 498"/>
                <a:gd name="T15" fmla="*/ 218 h 396"/>
                <a:gd name="T16" fmla="*/ 497 w 498"/>
                <a:gd name="T17" fmla="*/ 178 h 396"/>
                <a:gd name="T18" fmla="*/ 486 w 498"/>
                <a:gd name="T19" fmla="*/ 140 h 396"/>
                <a:gd name="T20" fmla="*/ 467 w 498"/>
                <a:gd name="T21" fmla="*/ 104 h 396"/>
                <a:gd name="T22" fmla="*/ 442 w 498"/>
                <a:gd name="T23" fmla="*/ 72 h 396"/>
                <a:gd name="T24" fmla="*/ 408 w 498"/>
                <a:gd name="T25" fmla="*/ 45 h 396"/>
                <a:gd name="T26" fmla="*/ 367 w 498"/>
                <a:gd name="T27" fmla="*/ 24 h 396"/>
                <a:gd name="T28" fmla="*/ 323 w 498"/>
                <a:gd name="T29" fmla="*/ 9 h 396"/>
                <a:gd name="T30" fmla="*/ 275 w 498"/>
                <a:gd name="T31" fmla="*/ 2 h 396"/>
                <a:gd name="T32" fmla="*/ 223 w 498"/>
                <a:gd name="T33" fmla="*/ 2 h 396"/>
                <a:gd name="T34" fmla="*/ 175 w 498"/>
                <a:gd name="T35" fmla="*/ 9 h 396"/>
                <a:gd name="T36" fmla="*/ 130 w 498"/>
                <a:gd name="T37" fmla="*/ 24 h 396"/>
                <a:gd name="T38" fmla="*/ 91 w 498"/>
                <a:gd name="T39" fmla="*/ 45 h 396"/>
                <a:gd name="T40" fmla="*/ 57 w 498"/>
                <a:gd name="T41" fmla="*/ 72 h 396"/>
                <a:gd name="T42" fmla="*/ 30 w 498"/>
                <a:gd name="T43" fmla="*/ 104 h 396"/>
                <a:gd name="T44" fmla="*/ 11 w 498"/>
                <a:gd name="T45" fmla="*/ 140 h 396"/>
                <a:gd name="T46" fmla="*/ 1 w 498"/>
                <a:gd name="T47" fmla="*/ 178 h 396"/>
                <a:gd name="T48" fmla="*/ 1 w 498"/>
                <a:gd name="T49" fmla="*/ 218 h 396"/>
                <a:gd name="T50" fmla="*/ 11 w 498"/>
                <a:gd name="T51" fmla="*/ 256 h 396"/>
                <a:gd name="T52" fmla="*/ 30 w 498"/>
                <a:gd name="T53" fmla="*/ 292 h 396"/>
                <a:gd name="T54" fmla="*/ 57 w 498"/>
                <a:gd name="T55" fmla="*/ 324 h 396"/>
                <a:gd name="T56" fmla="*/ 91 w 498"/>
                <a:gd name="T57" fmla="*/ 351 h 396"/>
                <a:gd name="T58" fmla="*/ 130 w 498"/>
                <a:gd name="T59" fmla="*/ 372 h 396"/>
                <a:gd name="T60" fmla="*/ 175 w 498"/>
                <a:gd name="T61" fmla="*/ 387 h 396"/>
                <a:gd name="T62" fmla="*/ 223 w 498"/>
                <a:gd name="T63" fmla="*/ 394 h 3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8"/>
                <a:gd name="T97" fmla="*/ 0 h 396"/>
                <a:gd name="T98" fmla="*/ 498 w 498"/>
                <a:gd name="T99" fmla="*/ 396 h 3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8" h="396">
                  <a:moveTo>
                    <a:pt x="249" y="396"/>
                  </a:moveTo>
                  <a:lnTo>
                    <a:pt x="275" y="394"/>
                  </a:lnTo>
                  <a:lnTo>
                    <a:pt x="300" y="391"/>
                  </a:lnTo>
                  <a:lnTo>
                    <a:pt x="323" y="387"/>
                  </a:lnTo>
                  <a:lnTo>
                    <a:pt x="346" y="380"/>
                  </a:lnTo>
                  <a:lnTo>
                    <a:pt x="367" y="372"/>
                  </a:lnTo>
                  <a:lnTo>
                    <a:pt x="389" y="362"/>
                  </a:lnTo>
                  <a:lnTo>
                    <a:pt x="408" y="351"/>
                  </a:lnTo>
                  <a:lnTo>
                    <a:pt x="425" y="337"/>
                  </a:lnTo>
                  <a:lnTo>
                    <a:pt x="442" y="324"/>
                  </a:lnTo>
                  <a:lnTo>
                    <a:pt x="455" y="308"/>
                  </a:lnTo>
                  <a:lnTo>
                    <a:pt x="467" y="292"/>
                  </a:lnTo>
                  <a:lnTo>
                    <a:pt x="479" y="274"/>
                  </a:lnTo>
                  <a:lnTo>
                    <a:pt x="486" y="256"/>
                  </a:lnTo>
                  <a:lnTo>
                    <a:pt x="493" y="237"/>
                  </a:lnTo>
                  <a:lnTo>
                    <a:pt x="497" y="218"/>
                  </a:lnTo>
                  <a:lnTo>
                    <a:pt x="498" y="198"/>
                  </a:lnTo>
                  <a:lnTo>
                    <a:pt x="497" y="178"/>
                  </a:lnTo>
                  <a:lnTo>
                    <a:pt x="493" y="159"/>
                  </a:lnTo>
                  <a:lnTo>
                    <a:pt x="486" y="140"/>
                  </a:lnTo>
                  <a:lnTo>
                    <a:pt x="479" y="122"/>
                  </a:lnTo>
                  <a:lnTo>
                    <a:pt x="467" y="104"/>
                  </a:lnTo>
                  <a:lnTo>
                    <a:pt x="455" y="88"/>
                  </a:lnTo>
                  <a:lnTo>
                    <a:pt x="442" y="72"/>
                  </a:lnTo>
                  <a:lnTo>
                    <a:pt x="425" y="59"/>
                  </a:lnTo>
                  <a:lnTo>
                    <a:pt x="408" y="45"/>
                  </a:lnTo>
                  <a:lnTo>
                    <a:pt x="389" y="34"/>
                  </a:lnTo>
                  <a:lnTo>
                    <a:pt x="367" y="24"/>
                  </a:lnTo>
                  <a:lnTo>
                    <a:pt x="346" y="16"/>
                  </a:lnTo>
                  <a:lnTo>
                    <a:pt x="323" y="9"/>
                  </a:lnTo>
                  <a:lnTo>
                    <a:pt x="300" y="5"/>
                  </a:lnTo>
                  <a:lnTo>
                    <a:pt x="275" y="2"/>
                  </a:lnTo>
                  <a:lnTo>
                    <a:pt x="249" y="0"/>
                  </a:lnTo>
                  <a:lnTo>
                    <a:pt x="223" y="2"/>
                  </a:lnTo>
                  <a:lnTo>
                    <a:pt x="199" y="5"/>
                  </a:lnTo>
                  <a:lnTo>
                    <a:pt x="175" y="9"/>
                  </a:lnTo>
                  <a:lnTo>
                    <a:pt x="152" y="16"/>
                  </a:lnTo>
                  <a:lnTo>
                    <a:pt x="130" y="24"/>
                  </a:lnTo>
                  <a:lnTo>
                    <a:pt x="110" y="34"/>
                  </a:lnTo>
                  <a:lnTo>
                    <a:pt x="91" y="45"/>
                  </a:lnTo>
                  <a:lnTo>
                    <a:pt x="73" y="59"/>
                  </a:lnTo>
                  <a:lnTo>
                    <a:pt x="57" y="72"/>
                  </a:lnTo>
                  <a:lnTo>
                    <a:pt x="42" y="88"/>
                  </a:lnTo>
                  <a:lnTo>
                    <a:pt x="30" y="104"/>
                  </a:lnTo>
                  <a:lnTo>
                    <a:pt x="19" y="122"/>
                  </a:lnTo>
                  <a:lnTo>
                    <a:pt x="11" y="140"/>
                  </a:lnTo>
                  <a:lnTo>
                    <a:pt x="4" y="159"/>
                  </a:lnTo>
                  <a:lnTo>
                    <a:pt x="1" y="178"/>
                  </a:lnTo>
                  <a:lnTo>
                    <a:pt x="0" y="198"/>
                  </a:lnTo>
                  <a:lnTo>
                    <a:pt x="1" y="218"/>
                  </a:lnTo>
                  <a:lnTo>
                    <a:pt x="4" y="237"/>
                  </a:lnTo>
                  <a:lnTo>
                    <a:pt x="11" y="256"/>
                  </a:lnTo>
                  <a:lnTo>
                    <a:pt x="19" y="274"/>
                  </a:lnTo>
                  <a:lnTo>
                    <a:pt x="30" y="292"/>
                  </a:lnTo>
                  <a:lnTo>
                    <a:pt x="42" y="308"/>
                  </a:lnTo>
                  <a:lnTo>
                    <a:pt x="57" y="324"/>
                  </a:lnTo>
                  <a:lnTo>
                    <a:pt x="73" y="337"/>
                  </a:lnTo>
                  <a:lnTo>
                    <a:pt x="91" y="351"/>
                  </a:lnTo>
                  <a:lnTo>
                    <a:pt x="110" y="362"/>
                  </a:lnTo>
                  <a:lnTo>
                    <a:pt x="130" y="372"/>
                  </a:lnTo>
                  <a:lnTo>
                    <a:pt x="152" y="380"/>
                  </a:lnTo>
                  <a:lnTo>
                    <a:pt x="175" y="387"/>
                  </a:lnTo>
                  <a:lnTo>
                    <a:pt x="199" y="391"/>
                  </a:lnTo>
                  <a:lnTo>
                    <a:pt x="223" y="394"/>
                  </a:lnTo>
                  <a:lnTo>
                    <a:pt x="249" y="396"/>
                  </a:lnTo>
                  <a:close/>
                </a:path>
              </a:pathLst>
            </a:custGeom>
            <a:solidFill>
              <a:srgbClr val="EAF2EA"/>
            </a:solidFill>
            <a:ln w="9525">
              <a:noFill/>
              <a:round/>
              <a:headEnd/>
              <a:tailEnd/>
            </a:ln>
          </p:spPr>
          <p:txBody>
            <a:bodyPr/>
            <a:lstStyle/>
            <a:p>
              <a:endParaRPr lang="de-DE"/>
            </a:p>
          </p:txBody>
        </p:sp>
        <p:sp>
          <p:nvSpPr>
            <p:cNvPr id="71" name="Freeform 62"/>
            <p:cNvSpPr>
              <a:spLocks/>
            </p:cNvSpPr>
            <p:nvPr/>
          </p:nvSpPr>
          <p:spPr bwMode="auto">
            <a:xfrm>
              <a:off x="3932" y="2394"/>
              <a:ext cx="163" cy="129"/>
            </a:xfrm>
            <a:custGeom>
              <a:avLst/>
              <a:gdLst>
                <a:gd name="T0" fmla="*/ 270 w 489"/>
                <a:gd name="T1" fmla="*/ 386 h 387"/>
                <a:gd name="T2" fmla="*/ 317 w 489"/>
                <a:gd name="T3" fmla="*/ 378 h 387"/>
                <a:gd name="T4" fmla="*/ 361 w 489"/>
                <a:gd name="T5" fmla="*/ 364 h 387"/>
                <a:gd name="T6" fmla="*/ 400 w 489"/>
                <a:gd name="T7" fmla="*/ 343 h 387"/>
                <a:gd name="T8" fmla="*/ 433 w 489"/>
                <a:gd name="T9" fmla="*/ 316 h 387"/>
                <a:gd name="T10" fmla="*/ 460 w 489"/>
                <a:gd name="T11" fmla="*/ 286 h 387"/>
                <a:gd name="T12" fmla="*/ 478 w 489"/>
                <a:gd name="T13" fmla="*/ 251 h 387"/>
                <a:gd name="T14" fmla="*/ 488 w 489"/>
                <a:gd name="T15" fmla="*/ 214 h 387"/>
                <a:gd name="T16" fmla="*/ 488 w 489"/>
                <a:gd name="T17" fmla="*/ 174 h 387"/>
                <a:gd name="T18" fmla="*/ 478 w 489"/>
                <a:gd name="T19" fmla="*/ 137 h 387"/>
                <a:gd name="T20" fmla="*/ 460 w 489"/>
                <a:gd name="T21" fmla="*/ 102 h 387"/>
                <a:gd name="T22" fmla="*/ 433 w 489"/>
                <a:gd name="T23" fmla="*/ 70 h 387"/>
                <a:gd name="T24" fmla="*/ 400 w 489"/>
                <a:gd name="T25" fmla="*/ 45 h 387"/>
                <a:gd name="T26" fmla="*/ 361 w 489"/>
                <a:gd name="T27" fmla="*/ 23 h 387"/>
                <a:gd name="T28" fmla="*/ 317 w 489"/>
                <a:gd name="T29" fmla="*/ 9 h 387"/>
                <a:gd name="T30" fmla="*/ 270 w 489"/>
                <a:gd name="T31" fmla="*/ 1 h 387"/>
                <a:gd name="T32" fmla="*/ 221 w 489"/>
                <a:gd name="T33" fmla="*/ 1 h 387"/>
                <a:gd name="T34" fmla="*/ 172 w 489"/>
                <a:gd name="T35" fmla="*/ 9 h 387"/>
                <a:gd name="T36" fmla="*/ 128 w 489"/>
                <a:gd name="T37" fmla="*/ 23 h 387"/>
                <a:gd name="T38" fmla="*/ 89 w 489"/>
                <a:gd name="T39" fmla="*/ 45 h 387"/>
                <a:gd name="T40" fmla="*/ 56 w 489"/>
                <a:gd name="T41" fmla="*/ 70 h 387"/>
                <a:gd name="T42" fmla="*/ 29 w 489"/>
                <a:gd name="T43" fmla="*/ 102 h 387"/>
                <a:gd name="T44" fmla="*/ 12 w 489"/>
                <a:gd name="T45" fmla="*/ 137 h 387"/>
                <a:gd name="T46" fmla="*/ 1 w 489"/>
                <a:gd name="T47" fmla="*/ 174 h 387"/>
                <a:gd name="T48" fmla="*/ 1 w 489"/>
                <a:gd name="T49" fmla="*/ 214 h 387"/>
                <a:gd name="T50" fmla="*/ 12 w 489"/>
                <a:gd name="T51" fmla="*/ 251 h 387"/>
                <a:gd name="T52" fmla="*/ 29 w 489"/>
                <a:gd name="T53" fmla="*/ 286 h 387"/>
                <a:gd name="T54" fmla="*/ 56 w 489"/>
                <a:gd name="T55" fmla="*/ 316 h 387"/>
                <a:gd name="T56" fmla="*/ 89 w 489"/>
                <a:gd name="T57" fmla="*/ 343 h 387"/>
                <a:gd name="T58" fmla="*/ 128 w 489"/>
                <a:gd name="T59" fmla="*/ 364 h 387"/>
                <a:gd name="T60" fmla="*/ 172 w 489"/>
                <a:gd name="T61" fmla="*/ 378 h 387"/>
                <a:gd name="T62" fmla="*/ 221 w 489"/>
                <a:gd name="T63" fmla="*/ 386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9"/>
                <a:gd name="T97" fmla="*/ 0 h 387"/>
                <a:gd name="T98" fmla="*/ 489 w 489"/>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9" h="387">
                  <a:moveTo>
                    <a:pt x="245" y="387"/>
                  </a:moveTo>
                  <a:lnTo>
                    <a:pt x="270" y="386"/>
                  </a:lnTo>
                  <a:lnTo>
                    <a:pt x="294" y="384"/>
                  </a:lnTo>
                  <a:lnTo>
                    <a:pt x="317" y="378"/>
                  </a:lnTo>
                  <a:lnTo>
                    <a:pt x="340" y="371"/>
                  </a:lnTo>
                  <a:lnTo>
                    <a:pt x="361" y="364"/>
                  </a:lnTo>
                  <a:lnTo>
                    <a:pt x="381" y="355"/>
                  </a:lnTo>
                  <a:lnTo>
                    <a:pt x="400" y="343"/>
                  </a:lnTo>
                  <a:lnTo>
                    <a:pt x="417" y="331"/>
                  </a:lnTo>
                  <a:lnTo>
                    <a:pt x="433" y="316"/>
                  </a:lnTo>
                  <a:lnTo>
                    <a:pt x="448" y="302"/>
                  </a:lnTo>
                  <a:lnTo>
                    <a:pt x="460" y="286"/>
                  </a:lnTo>
                  <a:lnTo>
                    <a:pt x="470" y="269"/>
                  </a:lnTo>
                  <a:lnTo>
                    <a:pt x="478" y="251"/>
                  </a:lnTo>
                  <a:lnTo>
                    <a:pt x="485" y="233"/>
                  </a:lnTo>
                  <a:lnTo>
                    <a:pt x="488" y="214"/>
                  </a:lnTo>
                  <a:lnTo>
                    <a:pt x="489" y="194"/>
                  </a:lnTo>
                  <a:lnTo>
                    <a:pt x="488" y="174"/>
                  </a:lnTo>
                  <a:lnTo>
                    <a:pt x="485" y="155"/>
                  </a:lnTo>
                  <a:lnTo>
                    <a:pt x="478" y="137"/>
                  </a:lnTo>
                  <a:lnTo>
                    <a:pt x="470" y="119"/>
                  </a:lnTo>
                  <a:lnTo>
                    <a:pt x="460" y="102"/>
                  </a:lnTo>
                  <a:lnTo>
                    <a:pt x="448" y="86"/>
                  </a:lnTo>
                  <a:lnTo>
                    <a:pt x="433" y="70"/>
                  </a:lnTo>
                  <a:lnTo>
                    <a:pt x="417" y="57"/>
                  </a:lnTo>
                  <a:lnTo>
                    <a:pt x="400" y="45"/>
                  </a:lnTo>
                  <a:lnTo>
                    <a:pt x="381" y="33"/>
                  </a:lnTo>
                  <a:lnTo>
                    <a:pt x="361" y="23"/>
                  </a:lnTo>
                  <a:lnTo>
                    <a:pt x="340" y="15"/>
                  </a:lnTo>
                  <a:lnTo>
                    <a:pt x="317" y="9"/>
                  </a:lnTo>
                  <a:lnTo>
                    <a:pt x="294" y="4"/>
                  </a:lnTo>
                  <a:lnTo>
                    <a:pt x="270" y="1"/>
                  </a:lnTo>
                  <a:lnTo>
                    <a:pt x="245" y="0"/>
                  </a:lnTo>
                  <a:lnTo>
                    <a:pt x="221" y="1"/>
                  </a:lnTo>
                  <a:lnTo>
                    <a:pt x="196" y="4"/>
                  </a:lnTo>
                  <a:lnTo>
                    <a:pt x="172" y="9"/>
                  </a:lnTo>
                  <a:lnTo>
                    <a:pt x="150" y="15"/>
                  </a:lnTo>
                  <a:lnTo>
                    <a:pt x="128" y="23"/>
                  </a:lnTo>
                  <a:lnTo>
                    <a:pt x="108" y="33"/>
                  </a:lnTo>
                  <a:lnTo>
                    <a:pt x="89" y="45"/>
                  </a:lnTo>
                  <a:lnTo>
                    <a:pt x="72" y="57"/>
                  </a:lnTo>
                  <a:lnTo>
                    <a:pt x="56" y="70"/>
                  </a:lnTo>
                  <a:lnTo>
                    <a:pt x="42" y="86"/>
                  </a:lnTo>
                  <a:lnTo>
                    <a:pt x="29" y="102"/>
                  </a:lnTo>
                  <a:lnTo>
                    <a:pt x="19" y="119"/>
                  </a:lnTo>
                  <a:lnTo>
                    <a:pt x="12" y="137"/>
                  </a:lnTo>
                  <a:lnTo>
                    <a:pt x="5" y="155"/>
                  </a:lnTo>
                  <a:lnTo>
                    <a:pt x="1" y="174"/>
                  </a:lnTo>
                  <a:lnTo>
                    <a:pt x="0" y="194"/>
                  </a:lnTo>
                  <a:lnTo>
                    <a:pt x="1" y="214"/>
                  </a:lnTo>
                  <a:lnTo>
                    <a:pt x="5" y="233"/>
                  </a:lnTo>
                  <a:lnTo>
                    <a:pt x="12" y="251"/>
                  </a:lnTo>
                  <a:lnTo>
                    <a:pt x="19" y="269"/>
                  </a:lnTo>
                  <a:lnTo>
                    <a:pt x="29" y="286"/>
                  </a:lnTo>
                  <a:lnTo>
                    <a:pt x="42" y="302"/>
                  </a:lnTo>
                  <a:lnTo>
                    <a:pt x="56" y="316"/>
                  </a:lnTo>
                  <a:lnTo>
                    <a:pt x="72" y="331"/>
                  </a:lnTo>
                  <a:lnTo>
                    <a:pt x="89" y="343"/>
                  </a:lnTo>
                  <a:lnTo>
                    <a:pt x="108" y="355"/>
                  </a:lnTo>
                  <a:lnTo>
                    <a:pt x="128" y="364"/>
                  </a:lnTo>
                  <a:lnTo>
                    <a:pt x="150" y="371"/>
                  </a:lnTo>
                  <a:lnTo>
                    <a:pt x="172" y="378"/>
                  </a:lnTo>
                  <a:lnTo>
                    <a:pt x="196" y="384"/>
                  </a:lnTo>
                  <a:lnTo>
                    <a:pt x="221" y="386"/>
                  </a:lnTo>
                  <a:lnTo>
                    <a:pt x="245" y="387"/>
                  </a:lnTo>
                  <a:close/>
                </a:path>
              </a:pathLst>
            </a:custGeom>
            <a:solidFill>
              <a:srgbClr val="EFF7EF"/>
            </a:solidFill>
            <a:ln w="9525">
              <a:noFill/>
              <a:round/>
              <a:headEnd/>
              <a:tailEnd/>
            </a:ln>
          </p:spPr>
          <p:txBody>
            <a:bodyPr/>
            <a:lstStyle/>
            <a:p>
              <a:endParaRPr lang="de-DE"/>
            </a:p>
          </p:txBody>
        </p:sp>
        <p:sp>
          <p:nvSpPr>
            <p:cNvPr id="72" name="Freeform 63"/>
            <p:cNvSpPr>
              <a:spLocks/>
            </p:cNvSpPr>
            <p:nvPr/>
          </p:nvSpPr>
          <p:spPr bwMode="auto">
            <a:xfrm>
              <a:off x="3934" y="2395"/>
              <a:ext cx="159" cy="127"/>
            </a:xfrm>
            <a:custGeom>
              <a:avLst/>
              <a:gdLst>
                <a:gd name="T0" fmla="*/ 265 w 479"/>
                <a:gd name="T1" fmla="*/ 379 h 380"/>
                <a:gd name="T2" fmla="*/ 311 w 479"/>
                <a:gd name="T3" fmla="*/ 371 h 380"/>
                <a:gd name="T4" fmla="*/ 354 w 479"/>
                <a:gd name="T5" fmla="*/ 357 h 380"/>
                <a:gd name="T6" fmla="*/ 392 w 479"/>
                <a:gd name="T7" fmla="*/ 336 h 380"/>
                <a:gd name="T8" fmla="*/ 425 w 479"/>
                <a:gd name="T9" fmla="*/ 310 h 380"/>
                <a:gd name="T10" fmla="*/ 449 w 479"/>
                <a:gd name="T11" fmla="*/ 280 h 380"/>
                <a:gd name="T12" fmla="*/ 467 w 479"/>
                <a:gd name="T13" fmla="*/ 246 h 380"/>
                <a:gd name="T14" fmla="*/ 477 w 479"/>
                <a:gd name="T15" fmla="*/ 209 h 380"/>
                <a:gd name="T16" fmla="*/ 477 w 479"/>
                <a:gd name="T17" fmla="*/ 171 h 380"/>
                <a:gd name="T18" fmla="*/ 467 w 479"/>
                <a:gd name="T19" fmla="*/ 133 h 380"/>
                <a:gd name="T20" fmla="*/ 449 w 479"/>
                <a:gd name="T21" fmla="*/ 99 h 380"/>
                <a:gd name="T22" fmla="*/ 425 w 479"/>
                <a:gd name="T23" fmla="*/ 69 h 380"/>
                <a:gd name="T24" fmla="*/ 392 w 479"/>
                <a:gd name="T25" fmla="*/ 43 h 380"/>
                <a:gd name="T26" fmla="*/ 354 w 479"/>
                <a:gd name="T27" fmla="*/ 23 h 380"/>
                <a:gd name="T28" fmla="*/ 311 w 479"/>
                <a:gd name="T29" fmla="*/ 9 h 380"/>
                <a:gd name="T30" fmla="*/ 265 w 479"/>
                <a:gd name="T31" fmla="*/ 1 h 380"/>
                <a:gd name="T32" fmla="*/ 216 w 479"/>
                <a:gd name="T33" fmla="*/ 1 h 380"/>
                <a:gd name="T34" fmla="*/ 168 w 479"/>
                <a:gd name="T35" fmla="*/ 9 h 380"/>
                <a:gd name="T36" fmla="*/ 126 w 479"/>
                <a:gd name="T37" fmla="*/ 23 h 380"/>
                <a:gd name="T38" fmla="*/ 87 w 479"/>
                <a:gd name="T39" fmla="*/ 43 h 380"/>
                <a:gd name="T40" fmla="*/ 55 w 479"/>
                <a:gd name="T41" fmla="*/ 69 h 380"/>
                <a:gd name="T42" fmla="*/ 29 w 479"/>
                <a:gd name="T43" fmla="*/ 99 h 380"/>
                <a:gd name="T44" fmla="*/ 11 w 479"/>
                <a:gd name="T45" fmla="*/ 133 h 380"/>
                <a:gd name="T46" fmla="*/ 1 w 479"/>
                <a:gd name="T47" fmla="*/ 171 h 380"/>
                <a:gd name="T48" fmla="*/ 1 w 479"/>
                <a:gd name="T49" fmla="*/ 209 h 380"/>
                <a:gd name="T50" fmla="*/ 11 w 479"/>
                <a:gd name="T51" fmla="*/ 246 h 380"/>
                <a:gd name="T52" fmla="*/ 29 w 479"/>
                <a:gd name="T53" fmla="*/ 280 h 380"/>
                <a:gd name="T54" fmla="*/ 55 w 479"/>
                <a:gd name="T55" fmla="*/ 310 h 380"/>
                <a:gd name="T56" fmla="*/ 87 w 479"/>
                <a:gd name="T57" fmla="*/ 336 h 380"/>
                <a:gd name="T58" fmla="*/ 126 w 479"/>
                <a:gd name="T59" fmla="*/ 357 h 380"/>
                <a:gd name="T60" fmla="*/ 168 w 479"/>
                <a:gd name="T61" fmla="*/ 371 h 380"/>
                <a:gd name="T62" fmla="*/ 216 w 479"/>
                <a:gd name="T63" fmla="*/ 379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79"/>
                <a:gd name="T97" fmla="*/ 0 h 380"/>
                <a:gd name="T98" fmla="*/ 479 w 479"/>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79" h="380">
                  <a:moveTo>
                    <a:pt x="240" y="380"/>
                  </a:moveTo>
                  <a:lnTo>
                    <a:pt x="265" y="379"/>
                  </a:lnTo>
                  <a:lnTo>
                    <a:pt x="289" y="376"/>
                  </a:lnTo>
                  <a:lnTo>
                    <a:pt x="311" y="371"/>
                  </a:lnTo>
                  <a:lnTo>
                    <a:pt x="332" y="365"/>
                  </a:lnTo>
                  <a:lnTo>
                    <a:pt x="354" y="357"/>
                  </a:lnTo>
                  <a:lnTo>
                    <a:pt x="373" y="347"/>
                  </a:lnTo>
                  <a:lnTo>
                    <a:pt x="392" y="336"/>
                  </a:lnTo>
                  <a:lnTo>
                    <a:pt x="409" y="324"/>
                  </a:lnTo>
                  <a:lnTo>
                    <a:pt x="425" y="310"/>
                  </a:lnTo>
                  <a:lnTo>
                    <a:pt x="438" y="296"/>
                  </a:lnTo>
                  <a:lnTo>
                    <a:pt x="449" y="280"/>
                  </a:lnTo>
                  <a:lnTo>
                    <a:pt x="460" y="264"/>
                  </a:lnTo>
                  <a:lnTo>
                    <a:pt x="467" y="246"/>
                  </a:lnTo>
                  <a:lnTo>
                    <a:pt x="474" y="228"/>
                  </a:lnTo>
                  <a:lnTo>
                    <a:pt x="477" y="209"/>
                  </a:lnTo>
                  <a:lnTo>
                    <a:pt x="479" y="190"/>
                  </a:lnTo>
                  <a:lnTo>
                    <a:pt x="477" y="171"/>
                  </a:lnTo>
                  <a:lnTo>
                    <a:pt x="474" y="152"/>
                  </a:lnTo>
                  <a:lnTo>
                    <a:pt x="467" y="133"/>
                  </a:lnTo>
                  <a:lnTo>
                    <a:pt x="460" y="116"/>
                  </a:lnTo>
                  <a:lnTo>
                    <a:pt x="449" y="99"/>
                  </a:lnTo>
                  <a:lnTo>
                    <a:pt x="438" y="83"/>
                  </a:lnTo>
                  <a:lnTo>
                    <a:pt x="425" y="69"/>
                  </a:lnTo>
                  <a:lnTo>
                    <a:pt x="409" y="55"/>
                  </a:lnTo>
                  <a:lnTo>
                    <a:pt x="392" y="43"/>
                  </a:lnTo>
                  <a:lnTo>
                    <a:pt x="373" y="33"/>
                  </a:lnTo>
                  <a:lnTo>
                    <a:pt x="354" y="23"/>
                  </a:lnTo>
                  <a:lnTo>
                    <a:pt x="332" y="15"/>
                  </a:lnTo>
                  <a:lnTo>
                    <a:pt x="311" y="9"/>
                  </a:lnTo>
                  <a:lnTo>
                    <a:pt x="289" y="4"/>
                  </a:lnTo>
                  <a:lnTo>
                    <a:pt x="265" y="1"/>
                  </a:lnTo>
                  <a:lnTo>
                    <a:pt x="240" y="0"/>
                  </a:lnTo>
                  <a:lnTo>
                    <a:pt x="216" y="1"/>
                  </a:lnTo>
                  <a:lnTo>
                    <a:pt x="192" y="4"/>
                  </a:lnTo>
                  <a:lnTo>
                    <a:pt x="168" y="9"/>
                  </a:lnTo>
                  <a:lnTo>
                    <a:pt x="147" y="15"/>
                  </a:lnTo>
                  <a:lnTo>
                    <a:pt x="126" y="23"/>
                  </a:lnTo>
                  <a:lnTo>
                    <a:pt x="105" y="33"/>
                  </a:lnTo>
                  <a:lnTo>
                    <a:pt x="87" y="43"/>
                  </a:lnTo>
                  <a:lnTo>
                    <a:pt x="71" y="55"/>
                  </a:lnTo>
                  <a:lnTo>
                    <a:pt x="55" y="69"/>
                  </a:lnTo>
                  <a:lnTo>
                    <a:pt x="41" y="83"/>
                  </a:lnTo>
                  <a:lnTo>
                    <a:pt x="29" y="99"/>
                  </a:lnTo>
                  <a:lnTo>
                    <a:pt x="19" y="116"/>
                  </a:lnTo>
                  <a:lnTo>
                    <a:pt x="11" y="133"/>
                  </a:lnTo>
                  <a:lnTo>
                    <a:pt x="4" y="152"/>
                  </a:lnTo>
                  <a:lnTo>
                    <a:pt x="1" y="171"/>
                  </a:lnTo>
                  <a:lnTo>
                    <a:pt x="0" y="190"/>
                  </a:lnTo>
                  <a:lnTo>
                    <a:pt x="1" y="209"/>
                  </a:lnTo>
                  <a:lnTo>
                    <a:pt x="4" y="228"/>
                  </a:lnTo>
                  <a:lnTo>
                    <a:pt x="11" y="246"/>
                  </a:lnTo>
                  <a:lnTo>
                    <a:pt x="19" y="264"/>
                  </a:lnTo>
                  <a:lnTo>
                    <a:pt x="29" y="280"/>
                  </a:lnTo>
                  <a:lnTo>
                    <a:pt x="41" y="296"/>
                  </a:lnTo>
                  <a:lnTo>
                    <a:pt x="55" y="310"/>
                  </a:lnTo>
                  <a:lnTo>
                    <a:pt x="71" y="324"/>
                  </a:lnTo>
                  <a:lnTo>
                    <a:pt x="87" y="336"/>
                  </a:lnTo>
                  <a:lnTo>
                    <a:pt x="105" y="347"/>
                  </a:lnTo>
                  <a:lnTo>
                    <a:pt x="126" y="357"/>
                  </a:lnTo>
                  <a:lnTo>
                    <a:pt x="147" y="365"/>
                  </a:lnTo>
                  <a:lnTo>
                    <a:pt x="168" y="371"/>
                  </a:lnTo>
                  <a:lnTo>
                    <a:pt x="192" y="376"/>
                  </a:lnTo>
                  <a:lnTo>
                    <a:pt x="216" y="379"/>
                  </a:lnTo>
                  <a:lnTo>
                    <a:pt x="240" y="380"/>
                  </a:lnTo>
                  <a:close/>
                </a:path>
              </a:pathLst>
            </a:custGeom>
            <a:solidFill>
              <a:srgbClr val="F9FCF9"/>
            </a:solidFill>
            <a:ln w="9525">
              <a:noFill/>
              <a:round/>
              <a:headEnd/>
              <a:tailEnd/>
            </a:ln>
          </p:spPr>
          <p:txBody>
            <a:bodyPr/>
            <a:lstStyle/>
            <a:p>
              <a:endParaRPr lang="de-DE"/>
            </a:p>
          </p:txBody>
        </p:sp>
        <p:sp>
          <p:nvSpPr>
            <p:cNvPr id="73" name="Freeform 64"/>
            <p:cNvSpPr>
              <a:spLocks/>
            </p:cNvSpPr>
            <p:nvPr/>
          </p:nvSpPr>
          <p:spPr bwMode="auto">
            <a:xfrm>
              <a:off x="3935" y="2396"/>
              <a:ext cx="157" cy="124"/>
            </a:xfrm>
            <a:custGeom>
              <a:avLst/>
              <a:gdLst>
                <a:gd name="T0" fmla="*/ 259 w 469"/>
                <a:gd name="T1" fmla="*/ 370 h 371"/>
                <a:gd name="T2" fmla="*/ 305 w 469"/>
                <a:gd name="T3" fmla="*/ 363 h 371"/>
                <a:gd name="T4" fmla="*/ 347 w 469"/>
                <a:gd name="T5" fmla="*/ 349 h 371"/>
                <a:gd name="T6" fmla="*/ 384 w 469"/>
                <a:gd name="T7" fmla="*/ 329 h 371"/>
                <a:gd name="T8" fmla="*/ 415 w 469"/>
                <a:gd name="T9" fmla="*/ 304 h 371"/>
                <a:gd name="T10" fmla="*/ 441 w 469"/>
                <a:gd name="T11" fmla="*/ 275 h 371"/>
                <a:gd name="T12" fmla="*/ 459 w 469"/>
                <a:gd name="T13" fmla="*/ 241 h 371"/>
                <a:gd name="T14" fmla="*/ 468 w 469"/>
                <a:gd name="T15" fmla="*/ 205 h 371"/>
                <a:gd name="T16" fmla="*/ 468 w 469"/>
                <a:gd name="T17" fmla="*/ 167 h 371"/>
                <a:gd name="T18" fmla="*/ 459 w 469"/>
                <a:gd name="T19" fmla="*/ 131 h 371"/>
                <a:gd name="T20" fmla="*/ 441 w 469"/>
                <a:gd name="T21" fmla="*/ 97 h 371"/>
                <a:gd name="T22" fmla="*/ 415 w 469"/>
                <a:gd name="T23" fmla="*/ 67 h 371"/>
                <a:gd name="T24" fmla="*/ 384 w 469"/>
                <a:gd name="T25" fmla="*/ 42 h 371"/>
                <a:gd name="T26" fmla="*/ 347 w 469"/>
                <a:gd name="T27" fmla="*/ 22 h 371"/>
                <a:gd name="T28" fmla="*/ 305 w 469"/>
                <a:gd name="T29" fmla="*/ 7 h 371"/>
                <a:gd name="T30" fmla="*/ 259 w 469"/>
                <a:gd name="T31" fmla="*/ 1 h 371"/>
                <a:gd name="T32" fmla="*/ 212 w 469"/>
                <a:gd name="T33" fmla="*/ 1 h 371"/>
                <a:gd name="T34" fmla="*/ 166 w 469"/>
                <a:gd name="T35" fmla="*/ 7 h 371"/>
                <a:gd name="T36" fmla="*/ 123 w 469"/>
                <a:gd name="T37" fmla="*/ 22 h 371"/>
                <a:gd name="T38" fmla="*/ 86 w 469"/>
                <a:gd name="T39" fmla="*/ 42 h 371"/>
                <a:gd name="T40" fmla="*/ 54 w 469"/>
                <a:gd name="T41" fmla="*/ 67 h 371"/>
                <a:gd name="T42" fmla="*/ 28 w 469"/>
                <a:gd name="T43" fmla="*/ 97 h 371"/>
                <a:gd name="T44" fmla="*/ 10 w 469"/>
                <a:gd name="T45" fmla="*/ 131 h 371"/>
                <a:gd name="T46" fmla="*/ 2 w 469"/>
                <a:gd name="T47" fmla="*/ 167 h 371"/>
                <a:gd name="T48" fmla="*/ 2 w 469"/>
                <a:gd name="T49" fmla="*/ 205 h 371"/>
                <a:gd name="T50" fmla="*/ 10 w 469"/>
                <a:gd name="T51" fmla="*/ 241 h 371"/>
                <a:gd name="T52" fmla="*/ 28 w 469"/>
                <a:gd name="T53" fmla="*/ 275 h 371"/>
                <a:gd name="T54" fmla="*/ 54 w 469"/>
                <a:gd name="T55" fmla="*/ 304 h 371"/>
                <a:gd name="T56" fmla="*/ 86 w 469"/>
                <a:gd name="T57" fmla="*/ 329 h 371"/>
                <a:gd name="T58" fmla="*/ 123 w 469"/>
                <a:gd name="T59" fmla="*/ 349 h 371"/>
                <a:gd name="T60" fmla="*/ 166 w 469"/>
                <a:gd name="T61" fmla="*/ 363 h 371"/>
                <a:gd name="T62" fmla="*/ 212 w 469"/>
                <a:gd name="T63" fmla="*/ 370 h 3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9"/>
                <a:gd name="T97" fmla="*/ 0 h 371"/>
                <a:gd name="T98" fmla="*/ 469 w 469"/>
                <a:gd name="T99" fmla="*/ 371 h 3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9" h="371">
                  <a:moveTo>
                    <a:pt x="235" y="371"/>
                  </a:moveTo>
                  <a:lnTo>
                    <a:pt x="259" y="370"/>
                  </a:lnTo>
                  <a:lnTo>
                    <a:pt x="283" y="368"/>
                  </a:lnTo>
                  <a:lnTo>
                    <a:pt x="305" y="363"/>
                  </a:lnTo>
                  <a:lnTo>
                    <a:pt x="326" y="357"/>
                  </a:lnTo>
                  <a:lnTo>
                    <a:pt x="347" y="349"/>
                  </a:lnTo>
                  <a:lnTo>
                    <a:pt x="366" y="340"/>
                  </a:lnTo>
                  <a:lnTo>
                    <a:pt x="384" y="329"/>
                  </a:lnTo>
                  <a:lnTo>
                    <a:pt x="401" y="317"/>
                  </a:lnTo>
                  <a:lnTo>
                    <a:pt x="415" y="304"/>
                  </a:lnTo>
                  <a:lnTo>
                    <a:pt x="429" y="289"/>
                  </a:lnTo>
                  <a:lnTo>
                    <a:pt x="441" y="275"/>
                  </a:lnTo>
                  <a:lnTo>
                    <a:pt x="451" y="258"/>
                  </a:lnTo>
                  <a:lnTo>
                    <a:pt x="459" y="241"/>
                  </a:lnTo>
                  <a:lnTo>
                    <a:pt x="465" y="223"/>
                  </a:lnTo>
                  <a:lnTo>
                    <a:pt x="468" y="205"/>
                  </a:lnTo>
                  <a:lnTo>
                    <a:pt x="469" y="186"/>
                  </a:lnTo>
                  <a:lnTo>
                    <a:pt x="468" y="167"/>
                  </a:lnTo>
                  <a:lnTo>
                    <a:pt x="465" y="148"/>
                  </a:lnTo>
                  <a:lnTo>
                    <a:pt x="459" y="131"/>
                  </a:lnTo>
                  <a:lnTo>
                    <a:pt x="451" y="113"/>
                  </a:lnTo>
                  <a:lnTo>
                    <a:pt x="441" y="97"/>
                  </a:lnTo>
                  <a:lnTo>
                    <a:pt x="429" y="82"/>
                  </a:lnTo>
                  <a:lnTo>
                    <a:pt x="415" y="67"/>
                  </a:lnTo>
                  <a:lnTo>
                    <a:pt x="401" y="54"/>
                  </a:lnTo>
                  <a:lnTo>
                    <a:pt x="384" y="42"/>
                  </a:lnTo>
                  <a:lnTo>
                    <a:pt x="366" y="31"/>
                  </a:lnTo>
                  <a:lnTo>
                    <a:pt x="347" y="22"/>
                  </a:lnTo>
                  <a:lnTo>
                    <a:pt x="326" y="14"/>
                  </a:lnTo>
                  <a:lnTo>
                    <a:pt x="305" y="7"/>
                  </a:lnTo>
                  <a:lnTo>
                    <a:pt x="283" y="3"/>
                  </a:lnTo>
                  <a:lnTo>
                    <a:pt x="259" y="1"/>
                  </a:lnTo>
                  <a:lnTo>
                    <a:pt x="235" y="0"/>
                  </a:lnTo>
                  <a:lnTo>
                    <a:pt x="212" y="1"/>
                  </a:lnTo>
                  <a:lnTo>
                    <a:pt x="188" y="3"/>
                  </a:lnTo>
                  <a:lnTo>
                    <a:pt x="166" y="7"/>
                  </a:lnTo>
                  <a:lnTo>
                    <a:pt x="143" y="14"/>
                  </a:lnTo>
                  <a:lnTo>
                    <a:pt x="123" y="22"/>
                  </a:lnTo>
                  <a:lnTo>
                    <a:pt x="104" y="31"/>
                  </a:lnTo>
                  <a:lnTo>
                    <a:pt x="86" y="42"/>
                  </a:lnTo>
                  <a:lnTo>
                    <a:pt x="69" y="54"/>
                  </a:lnTo>
                  <a:lnTo>
                    <a:pt x="54" y="67"/>
                  </a:lnTo>
                  <a:lnTo>
                    <a:pt x="41" y="82"/>
                  </a:lnTo>
                  <a:lnTo>
                    <a:pt x="28" y="97"/>
                  </a:lnTo>
                  <a:lnTo>
                    <a:pt x="18" y="113"/>
                  </a:lnTo>
                  <a:lnTo>
                    <a:pt x="10" y="131"/>
                  </a:lnTo>
                  <a:lnTo>
                    <a:pt x="5" y="148"/>
                  </a:lnTo>
                  <a:lnTo>
                    <a:pt x="2" y="167"/>
                  </a:lnTo>
                  <a:lnTo>
                    <a:pt x="0" y="186"/>
                  </a:lnTo>
                  <a:lnTo>
                    <a:pt x="2" y="205"/>
                  </a:lnTo>
                  <a:lnTo>
                    <a:pt x="5" y="223"/>
                  </a:lnTo>
                  <a:lnTo>
                    <a:pt x="10" y="241"/>
                  </a:lnTo>
                  <a:lnTo>
                    <a:pt x="18" y="258"/>
                  </a:lnTo>
                  <a:lnTo>
                    <a:pt x="28" y="275"/>
                  </a:lnTo>
                  <a:lnTo>
                    <a:pt x="41" y="289"/>
                  </a:lnTo>
                  <a:lnTo>
                    <a:pt x="54" y="304"/>
                  </a:lnTo>
                  <a:lnTo>
                    <a:pt x="69" y="317"/>
                  </a:lnTo>
                  <a:lnTo>
                    <a:pt x="86" y="329"/>
                  </a:lnTo>
                  <a:lnTo>
                    <a:pt x="104" y="340"/>
                  </a:lnTo>
                  <a:lnTo>
                    <a:pt x="123" y="349"/>
                  </a:lnTo>
                  <a:lnTo>
                    <a:pt x="143" y="357"/>
                  </a:lnTo>
                  <a:lnTo>
                    <a:pt x="166" y="363"/>
                  </a:lnTo>
                  <a:lnTo>
                    <a:pt x="188" y="368"/>
                  </a:lnTo>
                  <a:lnTo>
                    <a:pt x="212" y="370"/>
                  </a:lnTo>
                  <a:lnTo>
                    <a:pt x="235" y="371"/>
                  </a:lnTo>
                  <a:close/>
                </a:path>
              </a:pathLst>
            </a:custGeom>
            <a:solidFill>
              <a:srgbClr val="FFFFFF"/>
            </a:solidFill>
            <a:ln w="9525">
              <a:noFill/>
              <a:round/>
              <a:headEnd/>
              <a:tailEnd/>
            </a:ln>
          </p:spPr>
          <p:txBody>
            <a:bodyPr/>
            <a:lstStyle/>
            <a:p>
              <a:endParaRPr lang="de-DE"/>
            </a:p>
          </p:txBody>
        </p:sp>
        <p:sp>
          <p:nvSpPr>
            <p:cNvPr id="74" name="Freeform 65"/>
            <p:cNvSpPr>
              <a:spLocks/>
            </p:cNvSpPr>
            <p:nvPr/>
          </p:nvSpPr>
          <p:spPr bwMode="auto">
            <a:xfrm>
              <a:off x="3866" y="2342"/>
              <a:ext cx="193" cy="153"/>
            </a:xfrm>
            <a:custGeom>
              <a:avLst/>
              <a:gdLst>
                <a:gd name="T0" fmla="*/ 320 w 579"/>
                <a:gd name="T1" fmla="*/ 458 h 459"/>
                <a:gd name="T2" fmla="*/ 377 w 579"/>
                <a:gd name="T3" fmla="*/ 449 h 459"/>
                <a:gd name="T4" fmla="*/ 429 w 579"/>
                <a:gd name="T5" fmla="*/ 431 h 459"/>
                <a:gd name="T6" fmla="*/ 475 w 579"/>
                <a:gd name="T7" fmla="*/ 406 h 459"/>
                <a:gd name="T8" fmla="*/ 514 w 579"/>
                <a:gd name="T9" fmla="*/ 375 h 459"/>
                <a:gd name="T10" fmla="*/ 544 w 579"/>
                <a:gd name="T11" fmla="*/ 339 h 459"/>
                <a:gd name="T12" fmla="*/ 567 w 579"/>
                <a:gd name="T13" fmla="*/ 297 h 459"/>
                <a:gd name="T14" fmla="*/ 578 w 579"/>
                <a:gd name="T15" fmla="*/ 253 h 459"/>
                <a:gd name="T16" fmla="*/ 578 w 579"/>
                <a:gd name="T17" fmla="*/ 205 h 459"/>
                <a:gd name="T18" fmla="*/ 567 w 579"/>
                <a:gd name="T19" fmla="*/ 162 h 459"/>
                <a:gd name="T20" fmla="*/ 544 w 579"/>
                <a:gd name="T21" fmla="*/ 120 h 459"/>
                <a:gd name="T22" fmla="*/ 514 w 579"/>
                <a:gd name="T23" fmla="*/ 84 h 459"/>
                <a:gd name="T24" fmla="*/ 475 w 579"/>
                <a:gd name="T25" fmla="*/ 53 h 459"/>
                <a:gd name="T26" fmla="*/ 429 w 579"/>
                <a:gd name="T27" fmla="*/ 28 h 459"/>
                <a:gd name="T28" fmla="*/ 377 w 579"/>
                <a:gd name="T29" fmla="*/ 10 h 459"/>
                <a:gd name="T30" fmla="*/ 320 w 579"/>
                <a:gd name="T31" fmla="*/ 1 h 459"/>
                <a:gd name="T32" fmla="*/ 261 w 579"/>
                <a:gd name="T33" fmla="*/ 1 h 459"/>
                <a:gd name="T34" fmla="*/ 204 w 579"/>
                <a:gd name="T35" fmla="*/ 10 h 459"/>
                <a:gd name="T36" fmla="*/ 152 w 579"/>
                <a:gd name="T37" fmla="*/ 28 h 459"/>
                <a:gd name="T38" fmla="*/ 106 w 579"/>
                <a:gd name="T39" fmla="*/ 53 h 459"/>
                <a:gd name="T40" fmla="*/ 67 w 579"/>
                <a:gd name="T41" fmla="*/ 84 h 459"/>
                <a:gd name="T42" fmla="*/ 35 w 579"/>
                <a:gd name="T43" fmla="*/ 120 h 459"/>
                <a:gd name="T44" fmla="*/ 14 w 579"/>
                <a:gd name="T45" fmla="*/ 162 h 459"/>
                <a:gd name="T46" fmla="*/ 2 w 579"/>
                <a:gd name="T47" fmla="*/ 205 h 459"/>
                <a:gd name="T48" fmla="*/ 2 w 579"/>
                <a:gd name="T49" fmla="*/ 253 h 459"/>
                <a:gd name="T50" fmla="*/ 14 w 579"/>
                <a:gd name="T51" fmla="*/ 297 h 459"/>
                <a:gd name="T52" fmla="*/ 35 w 579"/>
                <a:gd name="T53" fmla="*/ 339 h 459"/>
                <a:gd name="T54" fmla="*/ 67 w 579"/>
                <a:gd name="T55" fmla="*/ 375 h 459"/>
                <a:gd name="T56" fmla="*/ 106 w 579"/>
                <a:gd name="T57" fmla="*/ 406 h 459"/>
                <a:gd name="T58" fmla="*/ 152 w 579"/>
                <a:gd name="T59" fmla="*/ 431 h 459"/>
                <a:gd name="T60" fmla="*/ 204 w 579"/>
                <a:gd name="T61" fmla="*/ 449 h 459"/>
                <a:gd name="T62" fmla="*/ 261 w 579"/>
                <a:gd name="T63" fmla="*/ 458 h 45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9"/>
                <a:gd name="T97" fmla="*/ 0 h 459"/>
                <a:gd name="T98" fmla="*/ 579 w 579"/>
                <a:gd name="T99" fmla="*/ 459 h 45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9" h="459">
                  <a:moveTo>
                    <a:pt x="290" y="459"/>
                  </a:moveTo>
                  <a:lnTo>
                    <a:pt x="320" y="458"/>
                  </a:lnTo>
                  <a:lnTo>
                    <a:pt x="349" y="455"/>
                  </a:lnTo>
                  <a:lnTo>
                    <a:pt x="377" y="449"/>
                  </a:lnTo>
                  <a:lnTo>
                    <a:pt x="403" y="441"/>
                  </a:lnTo>
                  <a:lnTo>
                    <a:pt x="429" y="431"/>
                  </a:lnTo>
                  <a:lnTo>
                    <a:pt x="452" y="420"/>
                  </a:lnTo>
                  <a:lnTo>
                    <a:pt x="475" y="406"/>
                  </a:lnTo>
                  <a:lnTo>
                    <a:pt x="495" y="392"/>
                  </a:lnTo>
                  <a:lnTo>
                    <a:pt x="514" y="375"/>
                  </a:lnTo>
                  <a:lnTo>
                    <a:pt x="530" y="358"/>
                  </a:lnTo>
                  <a:lnTo>
                    <a:pt x="544" y="339"/>
                  </a:lnTo>
                  <a:lnTo>
                    <a:pt x="557" y="319"/>
                  </a:lnTo>
                  <a:lnTo>
                    <a:pt x="567" y="297"/>
                  </a:lnTo>
                  <a:lnTo>
                    <a:pt x="574" y="275"/>
                  </a:lnTo>
                  <a:lnTo>
                    <a:pt x="578" y="253"/>
                  </a:lnTo>
                  <a:lnTo>
                    <a:pt x="579" y="229"/>
                  </a:lnTo>
                  <a:lnTo>
                    <a:pt x="578" y="205"/>
                  </a:lnTo>
                  <a:lnTo>
                    <a:pt x="574" y="183"/>
                  </a:lnTo>
                  <a:lnTo>
                    <a:pt x="567" y="162"/>
                  </a:lnTo>
                  <a:lnTo>
                    <a:pt x="557" y="140"/>
                  </a:lnTo>
                  <a:lnTo>
                    <a:pt x="544" y="120"/>
                  </a:lnTo>
                  <a:lnTo>
                    <a:pt x="530" y="101"/>
                  </a:lnTo>
                  <a:lnTo>
                    <a:pt x="514" y="84"/>
                  </a:lnTo>
                  <a:lnTo>
                    <a:pt x="495" y="67"/>
                  </a:lnTo>
                  <a:lnTo>
                    <a:pt x="475" y="53"/>
                  </a:lnTo>
                  <a:lnTo>
                    <a:pt x="452" y="39"/>
                  </a:lnTo>
                  <a:lnTo>
                    <a:pt x="429" y="28"/>
                  </a:lnTo>
                  <a:lnTo>
                    <a:pt x="403" y="18"/>
                  </a:lnTo>
                  <a:lnTo>
                    <a:pt x="377" y="10"/>
                  </a:lnTo>
                  <a:lnTo>
                    <a:pt x="349" y="4"/>
                  </a:lnTo>
                  <a:lnTo>
                    <a:pt x="320" y="1"/>
                  </a:lnTo>
                  <a:lnTo>
                    <a:pt x="290" y="0"/>
                  </a:lnTo>
                  <a:lnTo>
                    <a:pt x="261" y="1"/>
                  </a:lnTo>
                  <a:lnTo>
                    <a:pt x="232" y="4"/>
                  </a:lnTo>
                  <a:lnTo>
                    <a:pt x="204" y="10"/>
                  </a:lnTo>
                  <a:lnTo>
                    <a:pt x="177" y="18"/>
                  </a:lnTo>
                  <a:lnTo>
                    <a:pt x="152" y="28"/>
                  </a:lnTo>
                  <a:lnTo>
                    <a:pt x="129" y="39"/>
                  </a:lnTo>
                  <a:lnTo>
                    <a:pt x="106" y="53"/>
                  </a:lnTo>
                  <a:lnTo>
                    <a:pt x="85" y="67"/>
                  </a:lnTo>
                  <a:lnTo>
                    <a:pt x="67" y="84"/>
                  </a:lnTo>
                  <a:lnTo>
                    <a:pt x="50" y="101"/>
                  </a:lnTo>
                  <a:lnTo>
                    <a:pt x="35" y="120"/>
                  </a:lnTo>
                  <a:lnTo>
                    <a:pt x="23" y="140"/>
                  </a:lnTo>
                  <a:lnTo>
                    <a:pt x="14" y="162"/>
                  </a:lnTo>
                  <a:lnTo>
                    <a:pt x="6" y="183"/>
                  </a:lnTo>
                  <a:lnTo>
                    <a:pt x="2" y="205"/>
                  </a:lnTo>
                  <a:lnTo>
                    <a:pt x="0" y="229"/>
                  </a:lnTo>
                  <a:lnTo>
                    <a:pt x="2" y="253"/>
                  </a:lnTo>
                  <a:lnTo>
                    <a:pt x="6" y="275"/>
                  </a:lnTo>
                  <a:lnTo>
                    <a:pt x="14" y="297"/>
                  </a:lnTo>
                  <a:lnTo>
                    <a:pt x="23" y="319"/>
                  </a:lnTo>
                  <a:lnTo>
                    <a:pt x="35" y="339"/>
                  </a:lnTo>
                  <a:lnTo>
                    <a:pt x="50" y="358"/>
                  </a:lnTo>
                  <a:lnTo>
                    <a:pt x="67" y="375"/>
                  </a:lnTo>
                  <a:lnTo>
                    <a:pt x="85" y="392"/>
                  </a:lnTo>
                  <a:lnTo>
                    <a:pt x="106" y="406"/>
                  </a:lnTo>
                  <a:lnTo>
                    <a:pt x="129" y="420"/>
                  </a:lnTo>
                  <a:lnTo>
                    <a:pt x="152" y="431"/>
                  </a:lnTo>
                  <a:lnTo>
                    <a:pt x="177" y="441"/>
                  </a:lnTo>
                  <a:lnTo>
                    <a:pt x="204" y="449"/>
                  </a:lnTo>
                  <a:lnTo>
                    <a:pt x="232" y="455"/>
                  </a:lnTo>
                  <a:lnTo>
                    <a:pt x="261" y="458"/>
                  </a:lnTo>
                  <a:lnTo>
                    <a:pt x="290" y="459"/>
                  </a:lnTo>
                  <a:close/>
                </a:path>
              </a:pathLst>
            </a:custGeom>
            <a:solidFill>
              <a:srgbClr val="B2D1B2"/>
            </a:solidFill>
            <a:ln w="9525">
              <a:noFill/>
              <a:round/>
              <a:headEnd/>
              <a:tailEnd/>
            </a:ln>
          </p:spPr>
          <p:txBody>
            <a:bodyPr/>
            <a:lstStyle/>
            <a:p>
              <a:endParaRPr lang="de-DE"/>
            </a:p>
          </p:txBody>
        </p:sp>
        <p:sp>
          <p:nvSpPr>
            <p:cNvPr id="75" name="Freeform 66"/>
            <p:cNvSpPr>
              <a:spLocks/>
            </p:cNvSpPr>
            <p:nvPr/>
          </p:nvSpPr>
          <p:spPr bwMode="auto">
            <a:xfrm>
              <a:off x="3868" y="2344"/>
              <a:ext cx="190" cy="150"/>
            </a:xfrm>
            <a:custGeom>
              <a:avLst/>
              <a:gdLst>
                <a:gd name="T0" fmla="*/ 315 w 570"/>
                <a:gd name="T1" fmla="*/ 450 h 451"/>
                <a:gd name="T2" fmla="*/ 370 w 570"/>
                <a:gd name="T3" fmla="*/ 441 h 451"/>
                <a:gd name="T4" fmla="*/ 421 w 570"/>
                <a:gd name="T5" fmla="*/ 424 h 451"/>
                <a:gd name="T6" fmla="*/ 466 w 570"/>
                <a:gd name="T7" fmla="*/ 399 h 451"/>
                <a:gd name="T8" fmla="*/ 505 w 570"/>
                <a:gd name="T9" fmla="*/ 369 h 451"/>
                <a:gd name="T10" fmla="*/ 536 w 570"/>
                <a:gd name="T11" fmla="*/ 333 h 451"/>
                <a:gd name="T12" fmla="*/ 557 w 570"/>
                <a:gd name="T13" fmla="*/ 292 h 451"/>
                <a:gd name="T14" fmla="*/ 569 w 570"/>
                <a:gd name="T15" fmla="*/ 249 h 451"/>
                <a:gd name="T16" fmla="*/ 569 w 570"/>
                <a:gd name="T17" fmla="*/ 203 h 451"/>
                <a:gd name="T18" fmla="*/ 557 w 570"/>
                <a:gd name="T19" fmla="*/ 159 h 451"/>
                <a:gd name="T20" fmla="*/ 536 w 570"/>
                <a:gd name="T21" fmla="*/ 118 h 451"/>
                <a:gd name="T22" fmla="*/ 505 w 570"/>
                <a:gd name="T23" fmla="*/ 82 h 451"/>
                <a:gd name="T24" fmla="*/ 466 w 570"/>
                <a:gd name="T25" fmla="*/ 52 h 451"/>
                <a:gd name="T26" fmla="*/ 421 w 570"/>
                <a:gd name="T27" fmla="*/ 27 h 451"/>
                <a:gd name="T28" fmla="*/ 370 w 570"/>
                <a:gd name="T29" fmla="*/ 11 h 451"/>
                <a:gd name="T30" fmla="*/ 315 w 570"/>
                <a:gd name="T31" fmla="*/ 2 h 451"/>
                <a:gd name="T32" fmla="*/ 256 w 570"/>
                <a:gd name="T33" fmla="*/ 2 h 451"/>
                <a:gd name="T34" fmla="*/ 201 w 570"/>
                <a:gd name="T35" fmla="*/ 11 h 451"/>
                <a:gd name="T36" fmla="*/ 149 w 570"/>
                <a:gd name="T37" fmla="*/ 27 h 451"/>
                <a:gd name="T38" fmla="*/ 104 w 570"/>
                <a:gd name="T39" fmla="*/ 52 h 451"/>
                <a:gd name="T40" fmla="*/ 65 w 570"/>
                <a:gd name="T41" fmla="*/ 82 h 451"/>
                <a:gd name="T42" fmla="*/ 35 w 570"/>
                <a:gd name="T43" fmla="*/ 118 h 451"/>
                <a:gd name="T44" fmla="*/ 12 w 570"/>
                <a:gd name="T45" fmla="*/ 159 h 451"/>
                <a:gd name="T46" fmla="*/ 1 w 570"/>
                <a:gd name="T47" fmla="*/ 203 h 451"/>
                <a:gd name="T48" fmla="*/ 1 w 570"/>
                <a:gd name="T49" fmla="*/ 249 h 451"/>
                <a:gd name="T50" fmla="*/ 12 w 570"/>
                <a:gd name="T51" fmla="*/ 292 h 451"/>
                <a:gd name="T52" fmla="*/ 35 w 570"/>
                <a:gd name="T53" fmla="*/ 333 h 451"/>
                <a:gd name="T54" fmla="*/ 65 w 570"/>
                <a:gd name="T55" fmla="*/ 369 h 451"/>
                <a:gd name="T56" fmla="*/ 104 w 570"/>
                <a:gd name="T57" fmla="*/ 399 h 451"/>
                <a:gd name="T58" fmla="*/ 149 w 570"/>
                <a:gd name="T59" fmla="*/ 424 h 451"/>
                <a:gd name="T60" fmla="*/ 201 w 570"/>
                <a:gd name="T61" fmla="*/ 441 h 451"/>
                <a:gd name="T62" fmla="*/ 256 w 570"/>
                <a:gd name="T63" fmla="*/ 450 h 4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0"/>
                <a:gd name="T97" fmla="*/ 0 h 451"/>
                <a:gd name="T98" fmla="*/ 570 w 570"/>
                <a:gd name="T99" fmla="*/ 451 h 4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0" h="451">
                  <a:moveTo>
                    <a:pt x="285" y="451"/>
                  </a:moveTo>
                  <a:lnTo>
                    <a:pt x="315" y="450"/>
                  </a:lnTo>
                  <a:lnTo>
                    <a:pt x="343" y="446"/>
                  </a:lnTo>
                  <a:lnTo>
                    <a:pt x="370" y="441"/>
                  </a:lnTo>
                  <a:lnTo>
                    <a:pt x="397" y="433"/>
                  </a:lnTo>
                  <a:lnTo>
                    <a:pt x="421" y="424"/>
                  </a:lnTo>
                  <a:lnTo>
                    <a:pt x="445" y="412"/>
                  </a:lnTo>
                  <a:lnTo>
                    <a:pt x="466" y="399"/>
                  </a:lnTo>
                  <a:lnTo>
                    <a:pt x="487" y="384"/>
                  </a:lnTo>
                  <a:lnTo>
                    <a:pt x="505" y="369"/>
                  </a:lnTo>
                  <a:lnTo>
                    <a:pt x="521" y="351"/>
                  </a:lnTo>
                  <a:lnTo>
                    <a:pt x="536" y="333"/>
                  </a:lnTo>
                  <a:lnTo>
                    <a:pt x="547" y="313"/>
                  </a:lnTo>
                  <a:lnTo>
                    <a:pt x="557" y="292"/>
                  </a:lnTo>
                  <a:lnTo>
                    <a:pt x="564" y="271"/>
                  </a:lnTo>
                  <a:lnTo>
                    <a:pt x="569" y="249"/>
                  </a:lnTo>
                  <a:lnTo>
                    <a:pt x="570" y="225"/>
                  </a:lnTo>
                  <a:lnTo>
                    <a:pt x="569" y="203"/>
                  </a:lnTo>
                  <a:lnTo>
                    <a:pt x="564" y="180"/>
                  </a:lnTo>
                  <a:lnTo>
                    <a:pt x="557" y="159"/>
                  </a:lnTo>
                  <a:lnTo>
                    <a:pt x="547" y="137"/>
                  </a:lnTo>
                  <a:lnTo>
                    <a:pt x="536" y="118"/>
                  </a:lnTo>
                  <a:lnTo>
                    <a:pt x="521" y="99"/>
                  </a:lnTo>
                  <a:lnTo>
                    <a:pt x="505" y="82"/>
                  </a:lnTo>
                  <a:lnTo>
                    <a:pt x="487" y="67"/>
                  </a:lnTo>
                  <a:lnTo>
                    <a:pt x="466" y="52"/>
                  </a:lnTo>
                  <a:lnTo>
                    <a:pt x="445" y="39"/>
                  </a:lnTo>
                  <a:lnTo>
                    <a:pt x="421" y="27"/>
                  </a:lnTo>
                  <a:lnTo>
                    <a:pt x="397" y="18"/>
                  </a:lnTo>
                  <a:lnTo>
                    <a:pt x="370" y="11"/>
                  </a:lnTo>
                  <a:lnTo>
                    <a:pt x="343" y="5"/>
                  </a:lnTo>
                  <a:lnTo>
                    <a:pt x="315" y="2"/>
                  </a:lnTo>
                  <a:lnTo>
                    <a:pt x="285" y="0"/>
                  </a:lnTo>
                  <a:lnTo>
                    <a:pt x="256" y="2"/>
                  </a:lnTo>
                  <a:lnTo>
                    <a:pt x="228" y="5"/>
                  </a:lnTo>
                  <a:lnTo>
                    <a:pt x="201" y="11"/>
                  </a:lnTo>
                  <a:lnTo>
                    <a:pt x="174" y="18"/>
                  </a:lnTo>
                  <a:lnTo>
                    <a:pt x="149" y="27"/>
                  </a:lnTo>
                  <a:lnTo>
                    <a:pt x="126" y="39"/>
                  </a:lnTo>
                  <a:lnTo>
                    <a:pt x="104" y="52"/>
                  </a:lnTo>
                  <a:lnTo>
                    <a:pt x="84" y="67"/>
                  </a:lnTo>
                  <a:lnTo>
                    <a:pt x="65" y="82"/>
                  </a:lnTo>
                  <a:lnTo>
                    <a:pt x="48" y="99"/>
                  </a:lnTo>
                  <a:lnTo>
                    <a:pt x="35" y="118"/>
                  </a:lnTo>
                  <a:lnTo>
                    <a:pt x="22" y="137"/>
                  </a:lnTo>
                  <a:lnTo>
                    <a:pt x="12" y="159"/>
                  </a:lnTo>
                  <a:lnTo>
                    <a:pt x="6" y="180"/>
                  </a:lnTo>
                  <a:lnTo>
                    <a:pt x="1" y="203"/>
                  </a:lnTo>
                  <a:lnTo>
                    <a:pt x="0" y="225"/>
                  </a:lnTo>
                  <a:lnTo>
                    <a:pt x="1" y="249"/>
                  </a:lnTo>
                  <a:lnTo>
                    <a:pt x="6" y="271"/>
                  </a:lnTo>
                  <a:lnTo>
                    <a:pt x="12" y="292"/>
                  </a:lnTo>
                  <a:lnTo>
                    <a:pt x="22" y="313"/>
                  </a:lnTo>
                  <a:lnTo>
                    <a:pt x="35" y="333"/>
                  </a:lnTo>
                  <a:lnTo>
                    <a:pt x="48" y="351"/>
                  </a:lnTo>
                  <a:lnTo>
                    <a:pt x="65" y="369"/>
                  </a:lnTo>
                  <a:lnTo>
                    <a:pt x="84" y="384"/>
                  </a:lnTo>
                  <a:lnTo>
                    <a:pt x="104" y="399"/>
                  </a:lnTo>
                  <a:lnTo>
                    <a:pt x="126" y="412"/>
                  </a:lnTo>
                  <a:lnTo>
                    <a:pt x="149" y="424"/>
                  </a:lnTo>
                  <a:lnTo>
                    <a:pt x="174" y="433"/>
                  </a:lnTo>
                  <a:lnTo>
                    <a:pt x="201" y="441"/>
                  </a:lnTo>
                  <a:lnTo>
                    <a:pt x="228" y="446"/>
                  </a:lnTo>
                  <a:lnTo>
                    <a:pt x="256" y="450"/>
                  </a:lnTo>
                  <a:lnTo>
                    <a:pt x="285" y="451"/>
                  </a:lnTo>
                  <a:close/>
                </a:path>
              </a:pathLst>
            </a:custGeom>
            <a:solidFill>
              <a:srgbClr val="B7D3B7"/>
            </a:solidFill>
            <a:ln w="9525">
              <a:noFill/>
              <a:round/>
              <a:headEnd/>
              <a:tailEnd/>
            </a:ln>
          </p:spPr>
          <p:txBody>
            <a:bodyPr/>
            <a:lstStyle/>
            <a:p>
              <a:endParaRPr lang="de-DE"/>
            </a:p>
          </p:txBody>
        </p:sp>
        <p:sp>
          <p:nvSpPr>
            <p:cNvPr id="76" name="Freeform 67"/>
            <p:cNvSpPr>
              <a:spLocks/>
            </p:cNvSpPr>
            <p:nvPr/>
          </p:nvSpPr>
          <p:spPr bwMode="auto">
            <a:xfrm>
              <a:off x="3870" y="2345"/>
              <a:ext cx="186" cy="148"/>
            </a:xfrm>
            <a:custGeom>
              <a:avLst/>
              <a:gdLst>
                <a:gd name="T0" fmla="*/ 309 w 558"/>
                <a:gd name="T1" fmla="*/ 442 h 443"/>
                <a:gd name="T2" fmla="*/ 363 w 558"/>
                <a:gd name="T3" fmla="*/ 433 h 443"/>
                <a:gd name="T4" fmla="*/ 413 w 558"/>
                <a:gd name="T5" fmla="*/ 416 h 443"/>
                <a:gd name="T6" fmla="*/ 457 w 558"/>
                <a:gd name="T7" fmla="*/ 393 h 443"/>
                <a:gd name="T8" fmla="*/ 495 w 558"/>
                <a:gd name="T9" fmla="*/ 362 h 443"/>
                <a:gd name="T10" fmla="*/ 524 w 558"/>
                <a:gd name="T11" fmla="*/ 327 h 443"/>
                <a:gd name="T12" fmla="*/ 546 w 558"/>
                <a:gd name="T13" fmla="*/ 287 h 443"/>
                <a:gd name="T14" fmla="*/ 557 w 558"/>
                <a:gd name="T15" fmla="*/ 243 h 443"/>
                <a:gd name="T16" fmla="*/ 557 w 558"/>
                <a:gd name="T17" fmla="*/ 199 h 443"/>
                <a:gd name="T18" fmla="*/ 546 w 558"/>
                <a:gd name="T19" fmla="*/ 156 h 443"/>
                <a:gd name="T20" fmla="*/ 524 w 558"/>
                <a:gd name="T21" fmla="*/ 115 h 443"/>
                <a:gd name="T22" fmla="*/ 495 w 558"/>
                <a:gd name="T23" fmla="*/ 81 h 443"/>
                <a:gd name="T24" fmla="*/ 457 w 558"/>
                <a:gd name="T25" fmla="*/ 50 h 443"/>
                <a:gd name="T26" fmla="*/ 413 w 558"/>
                <a:gd name="T27" fmla="*/ 27 h 443"/>
                <a:gd name="T28" fmla="*/ 363 w 558"/>
                <a:gd name="T29" fmla="*/ 10 h 443"/>
                <a:gd name="T30" fmla="*/ 309 w 558"/>
                <a:gd name="T31" fmla="*/ 1 h 443"/>
                <a:gd name="T32" fmla="*/ 250 w 558"/>
                <a:gd name="T33" fmla="*/ 1 h 443"/>
                <a:gd name="T34" fmla="*/ 196 w 558"/>
                <a:gd name="T35" fmla="*/ 10 h 443"/>
                <a:gd name="T36" fmla="*/ 146 w 558"/>
                <a:gd name="T37" fmla="*/ 27 h 443"/>
                <a:gd name="T38" fmla="*/ 101 w 558"/>
                <a:gd name="T39" fmla="*/ 50 h 443"/>
                <a:gd name="T40" fmla="*/ 64 w 558"/>
                <a:gd name="T41" fmla="*/ 81 h 443"/>
                <a:gd name="T42" fmla="*/ 33 w 558"/>
                <a:gd name="T43" fmla="*/ 115 h 443"/>
                <a:gd name="T44" fmla="*/ 12 w 558"/>
                <a:gd name="T45" fmla="*/ 156 h 443"/>
                <a:gd name="T46" fmla="*/ 1 w 558"/>
                <a:gd name="T47" fmla="*/ 199 h 443"/>
                <a:gd name="T48" fmla="*/ 1 w 558"/>
                <a:gd name="T49" fmla="*/ 243 h 443"/>
                <a:gd name="T50" fmla="*/ 12 w 558"/>
                <a:gd name="T51" fmla="*/ 287 h 443"/>
                <a:gd name="T52" fmla="*/ 33 w 558"/>
                <a:gd name="T53" fmla="*/ 327 h 443"/>
                <a:gd name="T54" fmla="*/ 64 w 558"/>
                <a:gd name="T55" fmla="*/ 362 h 443"/>
                <a:gd name="T56" fmla="*/ 101 w 558"/>
                <a:gd name="T57" fmla="*/ 393 h 443"/>
                <a:gd name="T58" fmla="*/ 146 w 558"/>
                <a:gd name="T59" fmla="*/ 416 h 443"/>
                <a:gd name="T60" fmla="*/ 196 w 558"/>
                <a:gd name="T61" fmla="*/ 433 h 443"/>
                <a:gd name="T62" fmla="*/ 250 w 558"/>
                <a:gd name="T63" fmla="*/ 442 h 4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8"/>
                <a:gd name="T97" fmla="*/ 0 h 443"/>
                <a:gd name="T98" fmla="*/ 558 w 558"/>
                <a:gd name="T99" fmla="*/ 443 h 4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8" h="443">
                  <a:moveTo>
                    <a:pt x="279" y="443"/>
                  </a:moveTo>
                  <a:lnTo>
                    <a:pt x="309" y="442"/>
                  </a:lnTo>
                  <a:lnTo>
                    <a:pt x="336" y="439"/>
                  </a:lnTo>
                  <a:lnTo>
                    <a:pt x="363" y="433"/>
                  </a:lnTo>
                  <a:lnTo>
                    <a:pt x="388" y="425"/>
                  </a:lnTo>
                  <a:lnTo>
                    <a:pt x="413" y="416"/>
                  </a:lnTo>
                  <a:lnTo>
                    <a:pt x="436" y="405"/>
                  </a:lnTo>
                  <a:lnTo>
                    <a:pt x="457" y="393"/>
                  </a:lnTo>
                  <a:lnTo>
                    <a:pt x="477" y="378"/>
                  </a:lnTo>
                  <a:lnTo>
                    <a:pt x="495" y="362"/>
                  </a:lnTo>
                  <a:lnTo>
                    <a:pt x="511" y="346"/>
                  </a:lnTo>
                  <a:lnTo>
                    <a:pt x="524" y="327"/>
                  </a:lnTo>
                  <a:lnTo>
                    <a:pt x="537" y="307"/>
                  </a:lnTo>
                  <a:lnTo>
                    <a:pt x="546" y="287"/>
                  </a:lnTo>
                  <a:lnTo>
                    <a:pt x="553" y="266"/>
                  </a:lnTo>
                  <a:lnTo>
                    <a:pt x="557" y="243"/>
                  </a:lnTo>
                  <a:lnTo>
                    <a:pt x="558" y="221"/>
                  </a:lnTo>
                  <a:lnTo>
                    <a:pt x="557" y="199"/>
                  </a:lnTo>
                  <a:lnTo>
                    <a:pt x="553" y="177"/>
                  </a:lnTo>
                  <a:lnTo>
                    <a:pt x="546" y="156"/>
                  </a:lnTo>
                  <a:lnTo>
                    <a:pt x="537" y="136"/>
                  </a:lnTo>
                  <a:lnTo>
                    <a:pt x="524" y="115"/>
                  </a:lnTo>
                  <a:lnTo>
                    <a:pt x="511" y="97"/>
                  </a:lnTo>
                  <a:lnTo>
                    <a:pt x="495" y="81"/>
                  </a:lnTo>
                  <a:lnTo>
                    <a:pt x="477" y="65"/>
                  </a:lnTo>
                  <a:lnTo>
                    <a:pt x="457" y="50"/>
                  </a:lnTo>
                  <a:lnTo>
                    <a:pt x="436" y="38"/>
                  </a:lnTo>
                  <a:lnTo>
                    <a:pt x="413" y="27"/>
                  </a:lnTo>
                  <a:lnTo>
                    <a:pt x="388" y="18"/>
                  </a:lnTo>
                  <a:lnTo>
                    <a:pt x="363" y="10"/>
                  </a:lnTo>
                  <a:lnTo>
                    <a:pt x="336" y="4"/>
                  </a:lnTo>
                  <a:lnTo>
                    <a:pt x="309" y="1"/>
                  </a:lnTo>
                  <a:lnTo>
                    <a:pt x="279" y="0"/>
                  </a:lnTo>
                  <a:lnTo>
                    <a:pt x="250" y="1"/>
                  </a:lnTo>
                  <a:lnTo>
                    <a:pt x="223" y="4"/>
                  </a:lnTo>
                  <a:lnTo>
                    <a:pt x="196" y="10"/>
                  </a:lnTo>
                  <a:lnTo>
                    <a:pt x="170" y="18"/>
                  </a:lnTo>
                  <a:lnTo>
                    <a:pt x="146" y="27"/>
                  </a:lnTo>
                  <a:lnTo>
                    <a:pt x="123" y="38"/>
                  </a:lnTo>
                  <a:lnTo>
                    <a:pt x="101" y="50"/>
                  </a:lnTo>
                  <a:lnTo>
                    <a:pt x="82" y="65"/>
                  </a:lnTo>
                  <a:lnTo>
                    <a:pt x="64" y="81"/>
                  </a:lnTo>
                  <a:lnTo>
                    <a:pt x="47" y="97"/>
                  </a:lnTo>
                  <a:lnTo>
                    <a:pt x="33" y="115"/>
                  </a:lnTo>
                  <a:lnTo>
                    <a:pt x="22" y="136"/>
                  </a:lnTo>
                  <a:lnTo>
                    <a:pt x="12" y="156"/>
                  </a:lnTo>
                  <a:lnTo>
                    <a:pt x="5" y="177"/>
                  </a:lnTo>
                  <a:lnTo>
                    <a:pt x="1" y="199"/>
                  </a:lnTo>
                  <a:lnTo>
                    <a:pt x="0" y="221"/>
                  </a:lnTo>
                  <a:lnTo>
                    <a:pt x="1" y="243"/>
                  </a:lnTo>
                  <a:lnTo>
                    <a:pt x="5" y="266"/>
                  </a:lnTo>
                  <a:lnTo>
                    <a:pt x="12" y="287"/>
                  </a:lnTo>
                  <a:lnTo>
                    <a:pt x="22" y="307"/>
                  </a:lnTo>
                  <a:lnTo>
                    <a:pt x="33" y="327"/>
                  </a:lnTo>
                  <a:lnTo>
                    <a:pt x="47" y="346"/>
                  </a:lnTo>
                  <a:lnTo>
                    <a:pt x="64" y="362"/>
                  </a:lnTo>
                  <a:lnTo>
                    <a:pt x="82" y="378"/>
                  </a:lnTo>
                  <a:lnTo>
                    <a:pt x="101" y="393"/>
                  </a:lnTo>
                  <a:lnTo>
                    <a:pt x="123" y="405"/>
                  </a:lnTo>
                  <a:lnTo>
                    <a:pt x="146" y="416"/>
                  </a:lnTo>
                  <a:lnTo>
                    <a:pt x="170" y="425"/>
                  </a:lnTo>
                  <a:lnTo>
                    <a:pt x="196" y="433"/>
                  </a:lnTo>
                  <a:lnTo>
                    <a:pt x="223" y="439"/>
                  </a:lnTo>
                  <a:lnTo>
                    <a:pt x="250" y="442"/>
                  </a:lnTo>
                  <a:lnTo>
                    <a:pt x="279" y="443"/>
                  </a:lnTo>
                  <a:close/>
                </a:path>
              </a:pathLst>
            </a:custGeom>
            <a:solidFill>
              <a:srgbClr val="C1D8C1"/>
            </a:solidFill>
            <a:ln w="9525">
              <a:noFill/>
              <a:round/>
              <a:headEnd/>
              <a:tailEnd/>
            </a:ln>
          </p:spPr>
          <p:txBody>
            <a:bodyPr/>
            <a:lstStyle/>
            <a:p>
              <a:endParaRPr lang="de-DE"/>
            </a:p>
          </p:txBody>
        </p:sp>
        <p:sp>
          <p:nvSpPr>
            <p:cNvPr id="77" name="Freeform 68"/>
            <p:cNvSpPr>
              <a:spLocks/>
            </p:cNvSpPr>
            <p:nvPr/>
          </p:nvSpPr>
          <p:spPr bwMode="auto">
            <a:xfrm>
              <a:off x="3871" y="2346"/>
              <a:ext cx="183" cy="145"/>
            </a:xfrm>
            <a:custGeom>
              <a:avLst/>
              <a:gdLst>
                <a:gd name="T0" fmla="*/ 304 w 550"/>
                <a:gd name="T1" fmla="*/ 434 h 435"/>
                <a:gd name="T2" fmla="*/ 357 w 550"/>
                <a:gd name="T3" fmla="*/ 425 h 435"/>
                <a:gd name="T4" fmla="*/ 406 w 550"/>
                <a:gd name="T5" fmla="*/ 409 h 435"/>
                <a:gd name="T6" fmla="*/ 450 w 550"/>
                <a:gd name="T7" fmla="*/ 385 h 435"/>
                <a:gd name="T8" fmla="*/ 487 w 550"/>
                <a:gd name="T9" fmla="*/ 355 h 435"/>
                <a:gd name="T10" fmla="*/ 517 w 550"/>
                <a:gd name="T11" fmla="*/ 320 h 435"/>
                <a:gd name="T12" fmla="*/ 537 w 550"/>
                <a:gd name="T13" fmla="*/ 282 h 435"/>
                <a:gd name="T14" fmla="*/ 549 w 550"/>
                <a:gd name="T15" fmla="*/ 239 h 435"/>
                <a:gd name="T16" fmla="*/ 549 w 550"/>
                <a:gd name="T17" fmla="*/ 195 h 435"/>
                <a:gd name="T18" fmla="*/ 537 w 550"/>
                <a:gd name="T19" fmla="*/ 153 h 435"/>
                <a:gd name="T20" fmla="*/ 517 w 550"/>
                <a:gd name="T21" fmla="*/ 114 h 435"/>
                <a:gd name="T22" fmla="*/ 487 w 550"/>
                <a:gd name="T23" fmla="*/ 79 h 435"/>
                <a:gd name="T24" fmla="*/ 450 w 550"/>
                <a:gd name="T25" fmla="*/ 50 h 435"/>
                <a:gd name="T26" fmla="*/ 406 w 550"/>
                <a:gd name="T27" fmla="*/ 26 h 435"/>
                <a:gd name="T28" fmla="*/ 357 w 550"/>
                <a:gd name="T29" fmla="*/ 10 h 435"/>
                <a:gd name="T30" fmla="*/ 304 w 550"/>
                <a:gd name="T31" fmla="*/ 1 h 435"/>
                <a:gd name="T32" fmla="*/ 247 w 550"/>
                <a:gd name="T33" fmla="*/ 1 h 435"/>
                <a:gd name="T34" fmla="*/ 193 w 550"/>
                <a:gd name="T35" fmla="*/ 10 h 435"/>
                <a:gd name="T36" fmla="*/ 144 w 550"/>
                <a:gd name="T37" fmla="*/ 26 h 435"/>
                <a:gd name="T38" fmla="*/ 100 w 550"/>
                <a:gd name="T39" fmla="*/ 50 h 435"/>
                <a:gd name="T40" fmla="*/ 63 w 550"/>
                <a:gd name="T41" fmla="*/ 79 h 435"/>
                <a:gd name="T42" fmla="*/ 34 w 550"/>
                <a:gd name="T43" fmla="*/ 114 h 435"/>
                <a:gd name="T44" fmla="*/ 12 w 550"/>
                <a:gd name="T45" fmla="*/ 153 h 435"/>
                <a:gd name="T46" fmla="*/ 1 w 550"/>
                <a:gd name="T47" fmla="*/ 195 h 435"/>
                <a:gd name="T48" fmla="*/ 1 w 550"/>
                <a:gd name="T49" fmla="*/ 239 h 435"/>
                <a:gd name="T50" fmla="*/ 12 w 550"/>
                <a:gd name="T51" fmla="*/ 282 h 435"/>
                <a:gd name="T52" fmla="*/ 34 w 550"/>
                <a:gd name="T53" fmla="*/ 320 h 435"/>
                <a:gd name="T54" fmla="*/ 63 w 550"/>
                <a:gd name="T55" fmla="*/ 355 h 435"/>
                <a:gd name="T56" fmla="*/ 100 w 550"/>
                <a:gd name="T57" fmla="*/ 385 h 435"/>
                <a:gd name="T58" fmla="*/ 144 w 550"/>
                <a:gd name="T59" fmla="*/ 409 h 435"/>
                <a:gd name="T60" fmla="*/ 193 w 550"/>
                <a:gd name="T61" fmla="*/ 425 h 435"/>
                <a:gd name="T62" fmla="*/ 247 w 550"/>
                <a:gd name="T63" fmla="*/ 434 h 4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0"/>
                <a:gd name="T97" fmla="*/ 0 h 435"/>
                <a:gd name="T98" fmla="*/ 550 w 550"/>
                <a:gd name="T99" fmla="*/ 435 h 43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0" h="435">
                  <a:moveTo>
                    <a:pt x="275" y="435"/>
                  </a:moveTo>
                  <a:lnTo>
                    <a:pt x="304" y="434"/>
                  </a:lnTo>
                  <a:lnTo>
                    <a:pt x="331" y="430"/>
                  </a:lnTo>
                  <a:lnTo>
                    <a:pt x="357" y="425"/>
                  </a:lnTo>
                  <a:lnTo>
                    <a:pt x="382" y="418"/>
                  </a:lnTo>
                  <a:lnTo>
                    <a:pt x="406" y="409"/>
                  </a:lnTo>
                  <a:lnTo>
                    <a:pt x="429" y="398"/>
                  </a:lnTo>
                  <a:lnTo>
                    <a:pt x="450" y="385"/>
                  </a:lnTo>
                  <a:lnTo>
                    <a:pt x="470" y="371"/>
                  </a:lnTo>
                  <a:lnTo>
                    <a:pt x="487" y="355"/>
                  </a:lnTo>
                  <a:lnTo>
                    <a:pt x="502" y="338"/>
                  </a:lnTo>
                  <a:lnTo>
                    <a:pt x="517" y="320"/>
                  </a:lnTo>
                  <a:lnTo>
                    <a:pt x="528" y="301"/>
                  </a:lnTo>
                  <a:lnTo>
                    <a:pt x="537" y="282"/>
                  </a:lnTo>
                  <a:lnTo>
                    <a:pt x="544" y="261"/>
                  </a:lnTo>
                  <a:lnTo>
                    <a:pt x="549" y="239"/>
                  </a:lnTo>
                  <a:lnTo>
                    <a:pt x="550" y="217"/>
                  </a:lnTo>
                  <a:lnTo>
                    <a:pt x="549" y="195"/>
                  </a:lnTo>
                  <a:lnTo>
                    <a:pt x="544" y="173"/>
                  </a:lnTo>
                  <a:lnTo>
                    <a:pt x="537" y="153"/>
                  </a:lnTo>
                  <a:lnTo>
                    <a:pt x="528" y="133"/>
                  </a:lnTo>
                  <a:lnTo>
                    <a:pt x="517" y="114"/>
                  </a:lnTo>
                  <a:lnTo>
                    <a:pt x="502" y="96"/>
                  </a:lnTo>
                  <a:lnTo>
                    <a:pt x="487" y="79"/>
                  </a:lnTo>
                  <a:lnTo>
                    <a:pt x="470" y="64"/>
                  </a:lnTo>
                  <a:lnTo>
                    <a:pt x="450" y="50"/>
                  </a:lnTo>
                  <a:lnTo>
                    <a:pt x="429" y="37"/>
                  </a:lnTo>
                  <a:lnTo>
                    <a:pt x="406" y="26"/>
                  </a:lnTo>
                  <a:lnTo>
                    <a:pt x="382" y="17"/>
                  </a:lnTo>
                  <a:lnTo>
                    <a:pt x="357" y="10"/>
                  </a:lnTo>
                  <a:lnTo>
                    <a:pt x="331" y="5"/>
                  </a:lnTo>
                  <a:lnTo>
                    <a:pt x="304" y="1"/>
                  </a:lnTo>
                  <a:lnTo>
                    <a:pt x="275" y="0"/>
                  </a:lnTo>
                  <a:lnTo>
                    <a:pt x="247" y="1"/>
                  </a:lnTo>
                  <a:lnTo>
                    <a:pt x="220" y="5"/>
                  </a:lnTo>
                  <a:lnTo>
                    <a:pt x="193" y="10"/>
                  </a:lnTo>
                  <a:lnTo>
                    <a:pt x="169" y="17"/>
                  </a:lnTo>
                  <a:lnTo>
                    <a:pt x="144" y="26"/>
                  </a:lnTo>
                  <a:lnTo>
                    <a:pt x="121" y="37"/>
                  </a:lnTo>
                  <a:lnTo>
                    <a:pt x="100" y="50"/>
                  </a:lnTo>
                  <a:lnTo>
                    <a:pt x="81" y="64"/>
                  </a:lnTo>
                  <a:lnTo>
                    <a:pt x="63" y="79"/>
                  </a:lnTo>
                  <a:lnTo>
                    <a:pt x="47" y="96"/>
                  </a:lnTo>
                  <a:lnTo>
                    <a:pt x="34" y="114"/>
                  </a:lnTo>
                  <a:lnTo>
                    <a:pt x="21" y="133"/>
                  </a:lnTo>
                  <a:lnTo>
                    <a:pt x="12" y="153"/>
                  </a:lnTo>
                  <a:lnTo>
                    <a:pt x="6" y="173"/>
                  </a:lnTo>
                  <a:lnTo>
                    <a:pt x="1" y="195"/>
                  </a:lnTo>
                  <a:lnTo>
                    <a:pt x="0" y="217"/>
                  </a:lnTo>
                  <a:lnTo>
                    <a:pt x="1" y="239"/>
                  </a:lnTo>
                  <a:lnTo>
                    <a:pt x="6" y="261"/>
                  </a:lnTo>
                  <a:lnTo>
                    <a:pt x="12" y="282"/>
                  </a:lnTo>
                  <a:lnTo>
                    <a:pt x="21" y="301"/>
                  </a:lnTo>
                  <a:lnTo>
                    <a:pt x="34" y="320"/>
                  </a:lnTo>
                  <a:lnTo>
                    <a:pt x="47" y="338"/>
                  </a:lnTo>
                  <a:lnTo>
                    <a:pt x="63" y="355"/>
                  </a:lnTo>
                  <a:lnTo>
                    <a:pt x="81" y="371"/>
                  </a:lnTo>
                  <a:lnTo>
                    <a:pt x="100" y="385"/>
                  </a:lnTo>
                  <a:lnTo>
                    <a:pt x="121" y="398"/>
                  </a:lnTo>
                  <a:lnTo>
                    <a:pt x="144" y="409"/>
                  </a:lnTo>
                  <a:lnTo>
                    <a:pt x="169" y="418"/>
                  </a:lnTo>
                  <a:lnTo>
                    <a:pt x="193" y="425"/>
                  </a:lnTo>
                  <a:lnTo>
                    <a:pt x="220" y="430"/>
                  </a:lnTo>
                  <a:lnTo>
                    <a:pt x="247" y="434"/>
                  </a:lnTo>
                  <a:lnTo>
                    <a:pt x="275" y="435"/>
                  </a:lnTo>
                  <a:close/>
                </a:path>
              </a:pathLst>
            </a:custGeom>
            <a:solidFill>
              <a:srgbClr val="C6DDC6"/>
            </a:solidFill>
            <a:ln w="9525">
              <a:noFill/>
              <a:round/>
              <a:headEnd/>
              <a:tailEnd/>
            </a:ln>
          </p:spPr>
          <p:txBody>
            <a:bodyPr/>
            <a:lstStyle/>
            <a:p>
              <a:endParaRPr lang="de-DE"/>
            </a:p>
          </p:txBody>
        </p:sp>
        <p:sp>
          <p:nvSpPr>
            <p:cNvPr id="78" name="Freeform 69"/>
            <p:cNvSpPr>
              <a:spLocks/>
            </p:cNvSpPr>
            <p:nvPr/>
          </p:nvSpPr>
          <p:spPr bwMode="auto">
            <a:xfrm>
              <a:off x="3873" y="2348"/>
              <a:ext cx="179" cy="142"/>
            </a:xfrm>
            <a:custGeom>
              <a:avLst/>
              <a:gdLst>
                <a:gd name="T0" fmla="*/ 298 w 538"/>
                <a:gd name="T1" fmla="*/ 425 h 426"/>
                <a:gd name="T2" fmla="*/ 349 w 538"/>
                <a:gd name="T3" fmla="*/ 416 h 426"/>
                <a:gd name="T4" fmla="*/ 398 w 538"/>
                <a:gd name="T5" fmla="*/ 400 h 426"/>
                <a:gd name="T6" fmla="*/ 440 w 538"/>
                <a:gd name="T7" fmla="*/ 378 h 426"/>
                <a:gd name="T8" fmla="*/ 477 w 538"/>
                <a:gd name="T9" fmla="*/ 349 h 426"/>
                <a:gd name="T10" fmla="*/ 505 w 538"/>
                <a:gd name="T11" fmla="*/ 315 h 426"/>
                <a:gd name="T12" fmla="*/ 526 w 538"/>
                <a:gd name="T13" fmla="*/ 277 h 426"/>
                <a:gd name="T14" fmla="*/ 537 w 538"/>
                <a:gd name="T15" fmla="*/ 234 h 426"/>
                <a:gd name="T16" fmla="*/ 537 w 538"/>
                <a:gd name="T17" fmla="*/ 192 h 426"/>
                <a:gd name="T18" fmla="*/ 526 w 538"/>
                <a:gd name="T19" fmla="*/ 149 h 426"/>
                <a:gd name="T20" fmla="*/ 505 w 538"/>
                <a:gd name="T21" fmla="*/ 111 h 426"/>
                <a:gd name="T22" fmla="*/ 477 w 538"/>
                <a:gd name="T23" fmla="*/ 77 h 426"/>
                <a:gd name="T24" fmla="*/ 440 w 538"/>
                <a:gd name="T25" fmla="*/ 48 h 426"/>
                <a:gd name="T26" fmla="*/ 398 w 538"/>
                <a:gd name="T27" fmla="*/ 25 h 426"/>
                <a:gd name="T28" fmla="*/ 349 w 538"/>
                <a:gd name="T29" fmla="*/ 10 h 426"/>
                <a:gd name="T30" fmla="*/ 298 w 538"/>
                <a:gd name="T31" fmla="*/ 1 h 426"/>
                <a:gd name="T32" fmla="*/ 241 w 538"/>
                <a:gd name="T33" fmla="*/ 1 h 426"/>
                <a:gd name="T34" fmla="*/ 189 w 538"/>
                <a:gd name="T35" fmla="*/ 10 h 426"/>
                <a:gd name="T36" fmla="*/ 140 w 538"/>
                <a:gd name="T37" fmla="*/ 25 h 426"/>
                <a:gd name="T38" fmla="*/ 97 w 538"/>
                <a:gd name="T39" fmla="*/ 48 h 426"/>
                <a:gd name="T40" fmla="*/ 61 w 538"/>
                <a:gd name="T41" fmla="*/ 77 h 426"/>
                <a:gd name="T42" fmla="*/ 32 w 538"/>
                <a:gd name="T43" fmla="*/ 111 h 426"/>
                <a:gd name="T44" fmla="*/ 12 w 538"/>
                <a:gd name="T45" fmla="*/ 149 h 426"/>
                <a:gd name="T46" fmla="*/ 1 w 538"/>
                <a:gd name="T47" fmla="*/ 192 h 426"/>
                <a:gd name="T48" fmla="*/ 1 w 538"/>
                <a:gd name="T49" fmla="*/ 234 h 426"/>
                <a:gd name="T50" fmla="*/ 12 w 538"/>
                <a:gd name="T51" fmla="*/ 277 h 426"/>
                <a:gd name="T52" fmla="*/ 32 w 538"/>
                <a:gd name="T53" fmla="*/ 315 h 426"/>
                <a:gd name="T54" fmla="*/ 61 w 538"/>
                <a:gd name="T55" fmla="*/ 349 h 426"/>
                <a:gd name="T56" fmla="*/ 97 w 538"/>
                <a:gd name="T57" fmla="*/ 378 h 426"/>
                <a:gd name="T58" fmla="*/ 140 w 538"/>
                <a:gd name="T59" fmla="*/ 400 h 426"/>
                <a:gd name="T60" fmla="*/ 189 w 538"/>
                <a:gd name="T61" fmla="*/ 416 h 426"/>
                <a:gd name="T62" fmla="*/ 241 w 538"/>
                <a:gd name="T63" fmla="*/ 425 h 4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8"/>
                <a:gd name="T97" fmla="*/ 0 h 426"/>
                <a:gd name="T98" fmla="*/ 538 w 538"/>
                <a:gd name="T99" fmla="*/ 426 h 4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8" h="426">
                  <a:moveTo>
                    <a:pt x="269" y="426"/>
                  </a:moveTo>
                  <a:lnTo>
                    <a:pt x="298" y="425"/>
                  </a:lnTo>
                  <a:lnTo>
                    <a:pt x="323" y="422"/>
                  </a:lnTo>
                  <a:lnTo>
                    <a:pt x="349" y="416"/>
                  </a:lnTo>
                  <a:lnTo>
                    <a:pt x="374" y="409"/>
                  </a:lnTo>
                  <a:lnTo>
                    <a:pt x="398" y="400"/>
                  </a:lnTo>
                  <a:lnTo>
                    <a:pt x="420" y="390"/>
                  </a:lnTo>
                  <a:lnTo>
                    <a:pt x="440" y="378"/>
                  </a:lnTo>
                  <a:lnTo>
                    <a:pt x="459" y="363"/>
                  </a:lnTo>
                  <a:lnTo>
                    <a:pt x="477" y="349"/>
                  </a:lnTo>
                  <a:lnTo>
                    <a:pt x="492" y="332"/>
                  </a:lnTo>
                  <a:lnTo>
                    <a:pt x="505" y="315"/>
                  </a:lnTo>
                  <a:lnTo>
                    <a:pt x="517" y="296"/>
                  </a:lnTo>
                  <a:lnTo>
                    <a:pt x="526" y="277"/>
                  </a:lnTo>
                  <a:lnTo>
                    <a:pt x="532" y="256"/>
                  </a:lnTo>
                  <a:lnTo>
                    <a:pt x="537" y="234"/>
                  </a:lnTo>
                  <a:lnTo>
                    <a:pt x="538" y="213"/>
                  </a:lnTo>
                  <a:lnTo>
                    <a:pt x="537" y="192"/>
                  </a:lnTo>
                  <a:lnTo>
                    <a:pt x="532" y="170"/>
                  </a:lnTo>
                  <a:lnTo>
                    <a:pt x="526" y="149"/>
                  </a:lnTo>
                  <a:lnTo>
                    <a:pt x="517" y="130"/>
                  </a:lnTo>
                  <a:lnTo>
                    <a:pt x="505" y="111"/>
                  </a:lnTo>
                  <a:lnTo>
                    <a:pt x="492" y="94"/>
                  </a:lnTo>
                  <a:lnTo>
                    <a:pt x="477" y="77"/>
                  </a:lnTo>
                  <a:lnTo>
                    <a:pt x="459" y="63"/>
                  </a:lnTo>
                  <a:lnTo>
                    <a:pt x="440" y="48"/>
                  </a:lnTo>
                  <a:lnTo>
                    <a:pt x="420" y="36"/>
                  </a:lnTo>
                  <a:lnTo>
                    <a:pt x="398" y="25"/>
                  </a:lnTo>
                  <a:lnTo>
                    <a:pt x="374" y="17"/>
                  </a:lnTo>
                  <a:lnTo>
                    <a:pt x="349" y="10"/>
                  </a:lnTo>
                  <a:lnTo>
                    <a:pt x="323" y="4"/>
                  </a:lnTo>
                  <a:lnTo>
                    <a:pt x="298" y="1"/>
                  </a:lnTo>
                  <a:lnTo>
                    <a:pt x="269" y="0"/>
                  </a:lnTo>
                  <a:lnTo>
                    <a:pt x="241" y="1"/>
                  </a:lnTo>
                  <a:lnTo>
                    <a:pt x="215" y="4"/>
                  </a:lnTo>
                  <a:lnTo>
                    <a:pt x="189" y="10"/>
                  </a:lnTo>
                  <a:lnTo>
                    <a:pt x="164" y="17"/>
                  </a:lnTo>
                  <a:lnTo>
                    <a:pt x="140" y="25"/>
                  </a:lnTo>
                  <a:lnTo>
                    <a:pt x="119" y="36"/>
                  </a:lnTo>
                  <a:lnTo>
                    <a:pt x="97" y="48"/>
                  </a:lnTo>
                  <a:lnTo>
                    <a:pt x="78" y="63"/>
                  </a:lnTo>
                  <a:lnTo>
                    <a:pt x="61" y="77"/>
                  </a:lnTo>
                  <a:lnTo>
                    <a:pt x="46" y="94"/>
                  </a:lnTo>
                  <a:lnTo>
                    <a:pt x="32" y="111"/>
                  </a:lnTo>
                  <a:lnTo>
                    <a:pt x="21" y="130"/>
                  </a:lnTo>
                  <a:lnTo>
                    <a:pt x="12" y="149"/>
                  </a:lnTo>
                  <a:lnTo>
                    <a:pt x="5" y="170"/>
                  </a:lnTo>
                  <a:lnTo>
                    <a:pt x="1" y="192"/>
                  </a:lnTo>
                  <a:lnTo>
                    <a:pt x="0" y="213"/>
                  </a:lnTo>
                  <a:lnTo>
                    <a:pt x="1" y="234"/>
                  </a:lnTo>
                  <a:lnTo>
                    <a:pt x="5" y="256"/>
                  </a:lnTo>
                  <a:lnTo>
                    <a:pt x="12" y="277"/>
                  </a:lnTo>
                  <a:lnTo>
                    <a:pt x="21" y="296"/>
                  </a:lnTo>
                  <a:lnTo>
                    <a:pt x="32" y="315"/>
                  </a:lnTo>
                  <a:lnTo>
                    <a:pt x="46" y="332"/>
                  </a:lnTo>
                  <a:lnTo>
                    <a:pt x="61" y="349"/>
                  </a:lnTo>
                  <a:lnTo>
                    <a:pt x="78" y="363"/>
                  </a:lnTo>
                  <a:lnTo>
                    <a:pt x="97" y="378"/>
                  </a:lnTo>
                  <a:lnTo>
                    <a:pt x="119" y="390"/>
                  </a:lnTo>
                  <a:lnTo>
                    <a:pt x="140" y="400"/>
                  </a:lnTo>
                  <a:lnTo>
                    <a:pt x="164" y="409"/>
                  </a:lnTo>
                  <a:lnTo>
                    <a:pt x="189" y="416"/>
                  </a:lnTo>
                  <a:lnTo>
                    <a:pt x="215" y="422"/>
                  </a:lnTo>
                  <a:lnTo>
                    <a:pt x="241" y="425"/>
                  </a:lnTo>
                  <a:lnTo>
                    <a:pt x="269" y="426"/>
                  </a:lnTo>
                  <a:close/>
                </a:path>
              </a:pathLst>
            </a:custGeom>
            <a:solidFill>
              <a:srgbClr val="CEE2CE"/>
            </a:solidFill>
            <a:ln w="9525">
              <a:noFill/>
              <a:round/>
              <a:headEnd/>
              <a:tailEnd/>
            </a:ln>
          </p:spPr>
          <p:txBody>
            <a:bodyPr/>
            <a:lstStyle/>
            <a:p>
              <a:endParaRPr lang="de-DE"/>
            </a:p>
          </p:txBody>
        </p:sp>
        <p:sp>
          <p:nvSpPr>
            <p:cNvPr id="79" name="Freeform 70"/>
            <p:cNvSpPr>
              <a:spLocks/>
            </p:cNvSpPr>
            <p:nvPr/>
          </p:nvSpPr>
          <p:spPr bwMode="auto">
            <a:xfrm>
              <a:off x="3874" y="2349"/>
              <a:ext cx="177" cy="140"/>
            </a:xfrm>
            <a:custGeom>
              <a:avLst/>
              <a:gdLst>
                <a:gd name="T0" fmla="*/ 292 w 530"/>
                <a:gd name="T1" fmla="*/ 418 h 419"/>
                <a:gd name="T2" fmla="*/ 344 w 530"/>
                <a:gd name="T3" fmla="*/ 410 h 419"/>
                <a:gd name="T4" fmla="*/ 391 w 530"/>
                <a:gd name="T5" fmla="*/ 393 h 419"/>
                <a:gd name="T6" fmla="*/ 434 w 530"/>
                <a:gd name="T7" fmla="*/ 371 h 419"/>
                <a:gd name="T8" fmla="*/ 469 w 530"/>
                <a:gd name="T9" fmla="*/ 343 h 419"/>
                <a:gd name="T10" fmla="*/ 498 w 530"/>
                <a:gd name="T11" fmla="*/ 309 h 419"/>
                <a:gd name="T12" fmla="*/ 517 w 530"/>
                <a:gd name="T13" fmla="*/ 272 h 419"/>
                <a:gd name="T14" fmla="*/ 528 w 530"/>
                <a:gd name="T15" fmla="*/ 230 h 419"/>
                <a:gd name="T16" fmla="*/ 528 w 530"/>
                <a:gd name="T17" fmla="*/ 188 h 419"/>
                <a:gd name="T18" fmla="*/ 517 w 530"/>
                <a:gd name="T19" fmla="*/ 147 h 419"/>
                <a:gd name="T20" fmla="*/ 498 w 530"/>
                <a:gd name="T21" fmla="*/ 109 h 419"/>
                <a:gd name="T22" fmla="*/ 469 w 530"/>
                <a:gd name="T23" fmla="*/ 77 h 419"/>
                <a:gd name="T24" fmla="*/ 434 w 530"/>
                <a:gd name="T25" fmla="*/ 47 h 419"/>
                <a:gd name="T26" fmla="*/ 391 w 530"/>
                <a:gd name="T27" fmla="*/ 25 h 419"/>
                <a:gd name="T28" fmla="*/ 344 w 530"/>
                <a:gd name="T29" fmla="*/ 9 h 419"/>
                <a:gd name="T30" fmla="*/ 292 w 530"/>
                <a:gd name="T31" fmla="*/ 1 h 419"/>
                <a:gd name="T32" fmla="*/ 238 w 530"/>
                <a:gd name="T33" fmla="*/ 1 h 419"/>
                <a:gd name="T34" fmla="*/ 187 w 530"/>
                <a:gd name="T35" fmla="*/ 9 h 419"/>
                <a:gd name="T36" fmla="*/ 140 w 530"/>
                <a:gd name="T37" fmla="*/ 25 h 419"/>
                <a:gd name="T38" fmla="*/ 97 w 530"/>
                <a:gd name="T39" fmla="*/ 47 h 419"/>
                <a:gd name="T40" fmla="*/ 61 w 530"/>
                <a:gd name="T41" fmla="*/ 77 h 419"/>
                <a:gd name="T42" fmla="*/ 33 w 530"/>
                <a:gd name="T43" fmla="*/ 109 h 419"/>
                <a:gd name="T44" fmla="*/ 13 w 530"/>
                <a:gd name="T45" fmla="*/ 147 h 419"/>
                <a:gd name="T46" fmla="*/ 1 w 530"/>
                <a:gd name="T47" fmla="*/ 188 h 419"/>
                <a:gd name="T48" fmla="*/ 1 w 530"/>
                <a:gd name="T49" fmla="*/ 230 h 419"/>
                <a:gd name="T50" fmla="*/ 13 w 530"/>
                <a:gd name="T51" fmla="*/ 272 h 419"/>
                <a:gd name="T52" fmla="*/ 33 w 530"/>
                <a:gd name="T53" fmla="*/ 309 h 419"/>
                <a:gd name="T54" fmla="*/ 61 w 530"/>
                <a:gd name="T55" fmla="*/ 343 h 419"/>
                <a:gd name="T56" fmla="*/ 97 w 530"/>
                <a:gd name="T57" fmla="*/ 371 h 419"/>
                <a:gd name="T58" fmla="*/ 140 w 530"/>
                <a:gd name="T59" fmla="*/ 393 h 419"/>
                <a:gd name="T60" fmla="*/ 187 w 530"/>
                <a:gd name="T61" fmla="*/ 410 h 419"/>
                <a:gd name="T62" fmla="*/ 238 w 530"/>
                <a:gd name="T63" fmla="*/ 418 h 4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0"/>
                <a:gd name="T97" fmla="*/ 0 h 419"/>
                <a:gd name="T98" fmla="*/ 530 w 530"/>
                <a:gd name="T99" fmla="*/ 419 h 4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0" h="419">
                  <a:moveTo>
                    <a:pt x="265" y="419"/>
                  </a:moveTo>
                  <a:lnTo>
                    <a:pt x="292" y="418"/>
                  </a:lnTo>
                  <a:lnTo>
                    <a:pt x="318" y="414"/>
                  </a:lnTo>
                  <a:lnTo>
                    <a:pt x="344" y="410"/>
                  </a:lnTo>
                  <a:lnTo>
                    <a:pt x="369" y="402"/>
                  </a:lnTo>
                  <a:lnTo>
                    <a:pt x="391" y="393"/>
                  </a:lnTo>
                  <a:lnTo>
                    <a:pt x="413" y="383"/>
                  </a:lnTo>
                  <a:lnTo>
                    <a:pt x="434" y="371"/>
                  </a:lnTo>
                  <a:lnTo>
                    <a:pt x="452" y="357"/>
                  </a:lnTo>
                  <a:lnTo>
                    <a:pt x="469" y="343"/>
                  </a:lnTo>
                  <a:lnTo>
                    <a:pt x="485" y="326"/>
                  </a:lnTo>
                  <a:lnTo>
                    <a:pt x="498" y="309"/>
                  </a:lnTo>
                  <a:lnTo>
                    <a:pt x="509" y="291"/>
                  </a:lnTo>
                  <a:lnTo>
                    <a:pt x="517" y="272"/>
                  </a:lnTo>
                  <a:lnTo>
                    <a:pt x="524" y="252"/>
                  </a:lnTo>
                  <a:lnTo>
                    <a:pt x="528" y="230"/>
                  </a:lnTo>
                  <a:lnTo>
                    <a:pt x="530" y="209"/>
                  </a:lnTo>
                  <a:lnTo>
                    <a:pt x="528" y="188"/>
                  </a:lnTo>
                  <a:lnTo>
                    <a:pt x="524" y="166"/>
                  </a:lnTo>
                  <a:lnTo>
                    <a:pt x="517" y="147"/>
                  </a:lnTo>
                  <a:lnTo>
                    <a:pt x="509" y="127"/>
                  </a:lnTo>
                  <a:lnTo>
                    <a:pt x="498" y="109"/>
                  </a:lnTo>
                  <a:lnTo>
                    <a:pt x="485" y="92"/>
                  </a:lnTo>
                  <a:lnTo>
                    <a:pt x="469" y="77"/>
                  </a:lnTo>
                  <a:lnTo>
                    <a:pt x="452" y="61"/>
                  </a:lnTo>
                  <a:lnTo>
                    <a:pt x="434" y="47"/>
                  </a:lnTo>
                  <a:lnTo>
                    <a:pt x="413" y="36"/>
                  </a:lnTo>
                  <a:lnTo>
                    <a:pt x="391" y="25"/>
                  </a:lnTo>
                  <a:lnTo>
                    <a:pt x="369" y="17"/>
                  </a:lnTo>
                  <a:lnTo>
                    <a:pt x="344" y="9"/>
                  </a:lnTo>
                  <a:lnTo>
                    <a:pt x="318" y="5"/>
                  </a:lnTo>
                  <a:lnTo>
                    <a:pt x="292" y="1"/>
                  </a:lnTo>
                  <a:lnTo>
                    <a:pt x="265" y="0"/>
                  </a:lnTo>
                  <a:lnTo>
                    <a:pt x="238" y="1"/>
                  </a:lnTo>
                  <a:lnTo>
                    <a:pt x="213" y="5"/>
                  </a:lnTo>
                  <a:lnTo>
                    <a:pt x="187" y="9"/>
                  </a:lnTo>
                  <a:lnTo>
                    <a:pt x="162" y="17"/>
                  </a:lnTo>
                  <a:lnTo>
                    <a:pt x="140" y="25"/>
                  </a:lnTo>
                  <a:lnTo>
                    <a:pt x="117" y="36"/>
                  </a:lnTo>
                  <a:lnTo>
                    <a:pt x="97" y="47"/>
                  </a:lnTo>
                  <a:lnTo>
                    <a:pt x="78" y="61"/>
                  </a:lnTo>
                  <a:lnTo>
                    <a:pt x="61" y="77"/>
                  </a:lnTo>
                  <a:lnTo>
                    <a:pt x="45" y="92"/>
                  </a:lnTo>
                  <a:lnTo>
                    <a:pt x="33" y="109"/>
                  </a:lnTo>
                  <a:lnTo>
                    <a:pt x="22" y="127"/>
                  </a:lnTo>
                  <a:lnTo>
                    <a:pt x="13" y="147"/>
                  </a:lnTo>
                  <a:lnTo>
                    <a:pt x="6" y="166"/>
                  </a:lnTo>
                  <a:lnTo>
                    <a:pt x="1" y="188"/>
                  </a:lnTo>
                  <a:lnTo>
                    <a:pt x="0" y="209"/>
                  </a:lnTo>
                  <a:lnTo>
                    <a:pt x="1" y="230"/>
                  </a:lnTo>
                  <a:lnTo>
                    <a:pt x="6" y="252"/>
                  </a:lnTo>
                  <a:lnTo>
                    <a:pt x="13" y="272"/>
                  </a:lnTo>
                  <a:lnTo>
                    <a:pt x="22" y="291"/>
                  </a:lnTo>
                  <a:lnTo>
                    <a:pt x="33" y="309"/>
                  </a:lnTo>
                  <a:lnTo>
                    <a:pt x="45" y="326"/>
                  </a:lnTo>
                  <a:lnTo>
                    <a:pt x="61" y="343"/>
                  </a:lnTo>
                  <a:lnTo>
                    <a:pt x="78" y="357"/>
                  </a:lnTo>
                  <a:lnTo>
                    <a:pt x="97" y="371"/>
                  </a:lnTo>
                  <a:lnTo>
                    <a:pt x="117" y="383"/>
                  </a:lnTo>
                  <a:lnTo>
                    <a:pt x="140" y="393"/>
                  </a:lnTo>
                  <a:lnTo>
                    <a:pt x="162" y="402"/>
                  </a:lnTo>
                  <a:lnTo>
                    <a:pt x="187" y="410"/>
                  </a:lnTo>
                  <a:lnTo>
                    <a:pt x="213" y="414"/>
                  </a:lnTo>
                  <a:lnTo>
                    <a:pt x="238" y="418"/>
                  </a:lnTo>
                  <a:lnTo>
                    <a:pt x="265" y="419"/>
                  </a:lnTo>
                  <a:close/>
                </a:path>
              </a:pathLst>
            </a:custGeom>
            <a:solidFill>
              <a:srgbClr val="D3E5D3"/>
            </a:solidFill>
            <a:ln w="9525">
              <a:noFill/>
              <a:round/>
              <a:headEnd/>
              <a:tailEnd/>
            </a:ln>
          </p:spPr>
          <p:txBody>
            <a:bodyPr/>
            <a:lstStyle/>
            <a:p>
              <a:endParaRPr lang="de-DE"/>
            </a:p>
          </p:txBody>
        </p:sp>
        <p:sp>
          <p:nvSpPr>
            <p:cNvPr id="80" name="Freeform 71"/>
            <p:cNvSpPr>
              <a:spLocks/>
            </p:cNvSpPr>
            <p:nvPr/>
          </p:nvSpPr>
          <p:spPr bwMode="auto">
            <a:xfrm>
              <a:off x="3876" y="2350"/>
              <a:ext cx="173" cy="137"/>
            </a:xfrm>
            <a:custGeom>
              <a:avLst/>
              <a:gdLst>
                <a:gd name="T0" fmla="*/ 286 w 518"/>
                <a:gd name="T1" fmla="*/ 409 h 410"/>
                <a:gd name="T2" fmla="*/ 337 w 518"/>
                <a:gd name="T3" fmla="*/ 401 h 410"/>
                <a:gd name="T4" fmla="*/ 383 w 518"/>
                <a:gd name="T5" fmla="*/ 386 h 410"/>
                <a:gd name="T6" fmla="*/ 425 w 518"/>
                <a:gd name="T7" fmla="*/ 363 h 410"/>
                <a:gd name="T8" fmla="*/ 460 w 518"/>
                <a:gd name="T9" fmla="*/ 335 h 410"/>
                <a:gd name="T10" fmla="*/ 486 w 518"/>
                <a:gd name="T11" fmla="*/ 303 h 410"/>
                <a:gd name="T12" fmla="*/ 507 w 518"/>
                <a:gd name="T13" fmla="*/ 266 h 410"/>
                <a:gd name="T14" fmla="*/ 517 w 518"/>
                <a:gd name="T15" fmla="*/ 226 h 410"/>
                <a:gd name="T16" fmla="*/ 517 w 518"/>
                <a:gd name="T17" fmla="*/ 184 h 410"/>
                <a:gd name="T18" fmla="*/ 507 w 518"/>
                <a:gd name="T19" fmla="*/ 144 h 410"/>
                <a:gd name="T20" fmla="*/ 486 w 518"/>
                <a:gd name="T21" fmla="*/ 107 h 410"/>
                <a:gd name="T22" fmla="*/ 460 w 518"/>
                <a:gd name="T23" fmla="*/ 75 h 410"/>
                <a:gd name="T24" fmla="*/ 425 w 518"/>
                <a:gd name="T25" fmla="*/ 47 h 410"/>
                <a:gd name="T26" fmla="*/ 383 w 518"/>
                <a:gd name="T27" fmla="*/ 24 h 410"/>
                <a:gd name="T28" fmla="*/ 337 w 518"/>
                <a:gd name="T29" fmla="*/ 9 h 410"/>
                <a:gd name="T30" fmla="*/ 286 w 518"/>
                <a:gd name="T31" fmla="*/ 1 h 410"/>
                <a:gd name="T32" fmla="*/ 232 w 518"/>
                <a:gd name="T33" fmla="*/ 1 h 410"/>
                <a:gd name="T34" fmla="*/ 182 w 518"/>
                <a:gd name="T35" fmla="*/ 9 h 410"/>
                <a:gd name="T36" fmla="*/ 136 w 518"/>
                <a:gd name="T37" fmla="*/ 24 h 410"/>
                <a:gd name="T38" fmla="*/ 94 w 518"/>
                <a:gd name="T39" fmla="*/ 47 h 410"/>
                <a:gd name="T40" fmla="*/ 59 w 518"/>
                <a:gd name="T41" fmla="*/ 75 h 410"/>
                <a:gd name="T42" fmla="*/ 31 w 518"/>
                <a:gd name="T43" fmla="*/ 107 h 410"/>
                <a:gd name="T44" fmla="*/ 11 w 518"/>
                <a:gd name="T45" fmla="*/ 144 h 410"/>
                <a:gd name="T46" fmla="*/ 1 w 518"/>
                <a:gd name="T47" fmla="*/ 184 h 410"/>
                <a:gd name="T48" fmla="*/ 1 w 518"/>
                <a:gd name="T49" fmla="*/ 226 h 410"/>
                <a:gd name="T50" fmla="*/ 11 w 518"/>
                <a:gd name="T51" fmla="*/ 266 h 410"/>
                <a:gd name="T52" fmla="*/ 31 w 518"/>
                <a:gd name="T53" fmla="*/ 303 h 410"/>
                <a:gd name="T54" fmla="*/ 59 w 518"/>
                <a:gd name="T55" fmla="*/ 335 h 410"/>
                <a:gd name="T56" fmla="*/ 94 w 518"/>
                <a:gd name="T57" fmla="*/ 363 h 410"/>
                <a:gd name="T58" fmla="*/ 136 w 518"/>
                <a:gd name="T59" fmla="*/ 386 h 410"/>
                <a:gd name="T60" fmla="*/ 182 w 518"/>
                <a:gd name="T61" fmla="*/ 401 h 410"/>
                <a:gd name="T62" fmla="*/ 232 w 518"/>
                <a:gd name="T63" fmla="*/ 409 h 4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8"/>
                <a:gd name="T97" fmla="*/ 0 h 410"/>
                <a:gd name="T98" fmla="*/ 518 w 518"/>
                <a:gd name="T99" fmla="*/ 410 h 4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8" h="410">
                  <a:moveTo>
                    <a:pt x="259" y="410"/>
                  </a:moveTo>
                  <a:lnTo>
                    <a:pt x="286" y="409"/>
                  </a:lnTo>
                  <a:lnTo>
                    <a:pt x="312" y="406"/>
                  </a:lnTo>
                  <a:lnTo>
                    <a:pt x="337" y="401"/>
                  </a:lnTo>
                  <a:lnTo>
                    <a:pt x="361" y="395"/>
                  </a:lnTo>
                  <a:lnTo>
                    <a:pt x="383" y="386"/>
                  </a:lnTo>
                  <a:lnTo>
                    <a:pt x="404" y="376"/>
                  </a:lnTo>
                  <a:lnTo>
                    <a:pt x="425" y="363"/>
                  </a:lnTo>
                  <a:lnTo>
                    <a:pt x="443" y="350"/>
                  </a:lnTo>
                  <a:lnTo>
                    <a:pt x="460" y="335"/>
                  </a:lnTo>
                  <a:lnTo>
                    <a:pt x="474" y="320"/>
                  </a:lnTo>
                  <a:lnTo>
                    <a:pt x="486" y="303"/>
                  </a:lnTo>
                  <a:lnTo>
                    <a:pt x="498" y="285"/>
                  </a:lnTo>
                  <a:lnTo>
                    <a:pt x="507" y="266"/>
                  </a:lnTo>
                  <a:lnTo>
                    <a:pt x="512" y="247"/>
                  </a:lnTo>
                  <a:lnTo>
                    <a:pt x="517" y="226"/>
                  </a:lnTo>
                  <a:lnTo>
                    <a:pt x="518" y="205"/>
                  </a:lnTo>
                  <a:lnTo>
                    <a:pt x="517" y="184"/>
                  </a:lnTo>
                  <a:lnTo>
                    <a:pt x="512" y="163"/>
                  </a:lnTo>
                  <a:lnTo>
                    <a:pt x="507" y="144"/>
                  </a:lnTo>
                  <a:lnTo>
                    <a:pt x="498" y="125"/>
                  </a:lnTo>
                  <a:lnTo>
                    <a:pt x="486" y="107"/>
                  </a:lnTo>
                  <a:lnTo>
                    <a:pt x="474" y="90"/>
                  </a:lnTo>
                  <a:lnTo>
                    <a:pt x="460" y="75"/>
                  </a:lnTo>
                  <a:lnTo>
                    <a:pt x="443" y="60"/>
                  </a:lnTo>
                  <a:lnTo>
                    <a:pt x="425" y="47"/>
                  </a:lnTo>
                  <a:lnTo>
                    <a:pt x="404" y="34"/>
                  </a:lnTo>
                  <a:lnTo>
                    <a:pt x="383" y="24"/>
                  </a:lnTo>
                  <a:lnTo>
                    <a:pt x="361" y="15"/>
                  </a:lnTo>
                  <a:lnTo>
                    <a:pt x="337" y="9"/>
                  </a:lnTo>
                  <a:lnTo>
                    <a:pt x="312" y="4"/>
                  </a:lnTo>
                  <a:lnTo>
                    <a:pt x="286" y="1"/>
                  </a:lnTo>
                  <a:lnTo>
                    <a:pt x="259" y="0"/>
                  </a:lnTo>
                  <a:lnTo>
                    <a:pt x="232" y="1"/>
                  </a:lnTo>
                  <a:lnTo>
                    <a:pt x="207" y="4"/>
                  </a:lnTo>
                  <a:lnTo>
                    <a:pt x="182" y="9"/>
                  </a:lnTo>
                  <a:lnTo>
                    <a:pt x="158" y="15"/>
                  </a:lnTo>
                  <a:lnTo>
                    <a:pt x="136" y="24"/>
                  </a:lnTo>
                  <a:lnTo>
                    <a:pt x="114" y="34"/>
                  </a:lnTo>
                  <a:lnTo>
                    <a:pt x="94" y="47"/>
                  </a:lnTo>
                  <a:lnTo>
                    <a:pt x="76" y="60"/>
                  </a:lnTo>
                  <a:lnTo>
                    <a:pt x="59" y="75"/>
                  </a:lnTo>
                  <a:lnTo>
                    <a:pt x="44" y="90"/>
                  </a:lnTo>
                  <a:lnTo>
                    <a:pt x="31" y="107"/>
                  </a:lnTo>
                  <a:lnTo>
                    <a:pt x="20" y="125"/>
                  </a:lnTo>
                  <a:lnTo>
                    <a:pt x="11" y="144"/>
                  </a:lnTo>
                  <a:lnTo>
                    <a:pt x="5" y="163"/>
                  </a:lnTo>
                  <a:lnTo>
                    <a:pt x="1" y="184"/>
                  </a:lnTo>
                  <a:lnTo>
                    <a:pt x="0" y="205"/>
                  </a:lnTo>
                  <a:lnTo>
                    <a:pt x="1" y="226"/>
                  </a:lnTo>
                  <a:lnTo>
                    <a:pt x="5" y="247"/>
                  </a:lnTo>
                  <a:lnTo>
                    <a:pt x="11" y="266"/>
                  </a:lnTo>
                  <a:lnTo>
                    <a:pt x="20" y="285"/>
                  </a:lnTo>
                  <a:lnTo>
                    <a:pt x="31" y="303"/>
                  </a:lnTo>
                  <a:lnTo>
                    <a:pt x="44" y="320"/>
                  </a:lnTo>
                  <a:lnTo>
                    <a:pt x="59" y="335"/>
                  </a:lnTo>
                  <a:lnTo>
                    <a:pt x="76" y="350"/>
                  </a:lnTo>
                  <a:lnTo>
                    <a:pt x="94" y="363"/>
                  </a:lnTo>
                  <a:lnTo>
                    <a:pt x="114" y="376"/>
                  </a:lnTo>
                  <a:lnTo>
                    <a:pt x="136" y="386"/>
                  </a:lnTo>
                  <a:lnTo>
                    <a:pt x="158" y="395"/>
                  </a:lnTo>
                  <a:lnTo>
                    <a:pt x="182" y="401"/>
                  </a:lnTo>
                  <a:lnTo>
                    <a:pt x="207" y="406"/>
                  </a:lnTo>
                  <a:lnTo>
                    <a:pt x="232" y="409"/>
                  </a:lnTo>
                  <a:lnTo>
                    <a:pt x="259" y="410"/>
                  </a:lnTo>
                  <a:close/>
                </a:path>
              </a:pathLst>
            </a:custGeom>
            <a:solidFill>
              <a:srgbClr val="DDEADD"/>
            </a:solidFill>
            <a:ln w="9525">
              <a:noFill/>
              <a:round/>
              <a:headEnd/>
              <a:tailEnd/>
            </a:ln>
          </p:spPr>
          <p:txBody>
            <a:bodyPr/>
            <a:lstStyle/>
            <a:p>
              <a:endParaRPr lang="de-DE"/>
            </a:p>
          </p:txBody>
        </p:sp>
        <p:sp>
          <p:nvSpPr>
            <p:cNvPr id="81" name="Freeform 72"/>
            <p:cNvSpPr>
              <a:spLocks/>
            </p:cNvSpPr>
            <p:nvPr/>
          </p:nvSpPr>
          <p:spPr bwMode="auto">
            <a:xfrm>
              <a:off x="3878" y="2352"/>
              <a:ext cx="169" cy="134"/>
            </a:xfrm>
            <a:custGeom>
              <a:avLst/>
              <a:gdLst>
                <a:gd name="T0" fmla="*/ 281 w 509"/>
                <a:gd name="T1" fmla="*/ 402 h 403"/>
                <a:gd name="T2" fmla="*/ 331 w 509"/>
                <a:gd name="T3" fmla="*/ 394 h 403"/>
                <a:gd name="T4" fmla="*/ 377 w 509"/>
                <a:gd name="T5" fmla="*/ 378 h 403"/>
                <a:gd name="T6" fmla="*/ 417 w 509"/>
                <a:gd name="T7" fmla="*/ 357 h 403"/>
                <a:gd name="T8" fmla="*/ 451 w 509"/>
                <a:gd name="T9" fmla="*/ 330 h 403"/>
                <a:gd name="T10" fmla="*/ 479 w 509"/>
                <a:gd name="T11" fmla="*/ 298 h 403"/>
                <a:gd name="T12" fmla="*/ 498 w 509"/>
                <a:gd name="T13" fmla="*/ 262 h 403"/>
                <a:gd name="T14" fmla="*/ 508 w 509"/>
                <a:gd name="T15" fmla="*/ 222 h 403"/>
                <a:gd name="T16" fmla="*/ 508 w 509"/>
                <a:gd name="T17" fmla="*/ 181 h 403"/>
                <a:gd name="T18" fmla="*/ 498 w 509"/>
                <a:gd name="T19" fmla="*/ 141 h 403"/>
                <a:gd name="T20" fmla="*/ 479 w 509"/>
                <a:gd name="T21" fmla="*/ 106 h 403"/>
                <a:gd name="T22" fmla="*/ 451 w 509"/>
                <a:gd name="T23" fmla="*/ 73 h 403"/>
                <a:gd name="T24" fmla="*/ 417 w 509"/>
                <a:gd name="T25" fmla="*/ 46 h 403"/>
                <a:gd name="T26" fmla="*/ 377 w 509"/>
                <a:gd name="T27" fmla="*/ 25 h 403"/>
                <a:gd name="T28" fmla="*/ 331 w 509"/>
                <a:gd name="T29" fmla="*/ 9 h 403"/>
                <a:gd name="T30" fmla="*/ 281 w 509"/>
                <a:gd name="T31" fmla="*/ 1 h 403"/>
                <a:gd name="T32" fmla="*/ 230 w 509"/>
                <a:gd name="T33" fmla="*/ 1 h 403"/>
                <a:gd name="T34" fmla="*/ 180 w 509"/>
                <a:gd name="T35" fmla="*/ 9 h 403"/>
                <a:gd name="T36" fmla="*/ 134 w 509"/>
                <a:gd name="T37" fmla="*/ 25 h 403"/>
                <a:gd name="T38" fmla="*/ 94 w 509"/>
                <a:gd name="T39" fmla="*/ 46 h 403"/>
                <a:gd name="T40" fmla="*/ 59 w 509"/>
                <a:gd name="T41" fmla="*/ 73 h 403"/>
                <a:gd name="T42" fmla="*/ 31 w 509"/>
                <a:gd name="T43" fmla="*/ 106 h 403"/>
                <a:gd name="T44" fmla="*/ 12 w 509"/>
                <a:gd name="T45" fmla="*/ 141 h 403"/>
                <a:gd name="T46" fmla="*/ 1 w 509"/>
                <a:gd name="T47" fmla="*/ 181 h 403"/>
                <a:gd name="T48" fmla="*/ 1 w 509"/>
                <a:gd name="T49" fmla="*/ 222 h 403"/>
                <a:gd name="T50" fmla="*/ 12 w 509"/>
                <a:gd name="T51" fmla="*/ 262 h 403"/>
                <a:gd name="T52" fmla="*/ 31 w 509"/>
                <a:gd name="T53" fmla="*/ 298 h 403"/>
                <a:gd name="T54" fmla="*/ 59 w 509"/>
                <a:gd name="T55" fmla="*/ 330 h 403"/>
                <a:gd name="T56" fmla="*/ 94 w 509"/>
                <a:gd name="T57" fmla="*/ 357 h 403"/>
                <a:gd name="T58" fmla="*/ 134 w 509"/>
                <a:gd name="T59" fmla="*/ 378 h 403"/>
                <a:gd name="T60" fmla="*/ 180 w 509"/>
                <a:gd name="T61" fmla="*/ 394 h 403"/>
                <a:gd name="T62" fmla="*/ 230 w 509"/>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9"/>
                <a:gd name="T97" fmla="*/ 0 h 403"/>
                <a:gd name="T98" fmla="*/ 509 w 509"/>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9" h="403">
                  <a:moveTo>
                    <a:pt x="255" y="403"/>
                  </a:moveTo>
                  <a:lnTo>
                    <a:pt x="281" y="402"/>
                  </a:lnTo>
                  <a:lnTo>
                    <a:pt x="307" y="399"/>
                  </a:lnTo>
                  <a:lnTo>
                    <a:pt x="331" y="394"/>
                  </a:lnTo>
                  <a:lnTo>
                    <a:pt x="354" y="387"/>
                  </a:lnTo>
                  <a:lnTo>
                    <a:pt x="377" y="378"/>
                  </a:lnTo>
                  <a:lnTo>
                    <a:pt x="397" y="368"/>
                  </a:lnTo>
                  <a:lnTo>
                    <a:pt x="417" y="357"/>
                  </a:lnTo>
                  <a:lnTo>
                    <a:pt x="435" y="344"/>
                  </a:lnTo>
                  <a:lnTo>
                    <a:pt x="451" y="330"/>
                  </a:lnTo>
                  <a:lnTo>
                    <a:pt x="466" y="314"/>
                  </a:lnTo>
                  <a:lnTo>
                    <a:pt x="479" y="298"/>
                  </a:lnTo>
                  <a:lnTo>
                    <a:pt x="489" y="280"/>
                  </a:lnTo>
                  <a:lnTo>
                    <a:pt x="498" y="262"/>
                  </a:lnTo>
                  <a:lnTo>
                    <a:pt x="504" y="241"/>
                  </a:lnTo>
                  <a:lnTo>
                    <a:pt x="508" y="222"/>
                  </a:lnTo>
                  <a:lnTo>
                    <a:pt x="509" y="201"/>
                  </a:lnTo>
                  <a:lnTo>
                    <a:pt x="508" y="181"/>
                  </a:lnTo>
                  <a:lnTo>
                    <a:pt x="504" y="161"/>
                  </a:lnTo>
                  <a:lnTo>
                    <a:pt x="498" y="141"/>
                  </a:lnTo>
                  <a:lnTo>
                    <a:pt x="489" y="122"/>
                  </a:lnTo>
                  <a:lnTo>
                    <a:pt x="479" y="106"/>
                  </a:lnTo>
                  <a:lnTo>
                    <a:pt x="466" y="89"/>
                  </a:lnTo>
                  <a:lnTo>
                    <a:pt x="451" y="73"/>
                  </a:lnTo>
                  <a:lnTo>
                    <a:pt x="435" y="58"/>
                  </a:lnTo>
                  <a:lnTo>
                    <a:pt x="417" y="46"/>
                  </a:lnTo>
                  <a:lnTo>
                    <a:pt x="397" y="35"/>
                  </a:lnTo>
                  <a:lnTo>
                    <a:pt x="377" y="25"/>
                  </a:lnTo>
                  <a:lnTo>
                    <a:pt x="354" y="16"/>
                  </a:lnTo>
                  <a:lnTo>
                    <a:pt x="331" y="9"/>
                  </a:lnTo>
                  <a:lnTo>
                    <a:pt x="307" y="5"/>
                  </a:lnTo>
                  <a:lnTo>
                    <a:pt x="281" y="1"/>
                  </a:lnTo>
                  <a:lnTo>
                    <a:pt x="255" y="0"/>
                  </a:lnTo>
                  <a:lnTo>
                    <a:pt x="230" y="1"/>
                  </a:lnTo>
                  <a:lnTo>
                    <a:pt x="204" y="5"/>
                  </a:lnTo>
                  <a:lnTo>
                    <a:pt x="180" y="9"/>
                  </a:lnTo>
                  <a:lnTo>
                    <a:pt x="157" y="16"/>
                  </a:lnTo>
                  <a:lnTo>
                    <a:pt x="134" y="25"/>
                  </a:lnTo>
                  <a:lnTo>
                    <a:pt x="113" y="35"/>
                  </a:lnTo>
                  <a:lnTo>
                    <a:pt x="94" y="46"/>
                  </a:lnTo>
                  <a:lnTo>
                    <a:pt x="76" y="58"/>
                  </a:lnTo>
                  <a:lnTo>
                    <a:pt x="59" y="73"/>
                  </a:lnTo>
                  <a:lnTo>
                    <a:pt x="44" y="89"/>
                  </a:lnTo>
                  <a:lnTo>
                    <a:pt x="31" y="106"/>
                  </a:lnTo>
                  <a:lnTo>
                    <a:pt x="21" y="122"/>
                  </a:lnTo>
                  <a:lnTo>
                    <a:pt x="12" y="141"/>
                  </a:lnTo>
                  <a:lnTo>
                    <a:pt x="6" y="161"/>
                  </a:lnTo>
                  <a:lnTo>
                    <a:pt x="1" y="181"/>
                  </a:lnTo>
                  <a:lnTo>
                    <a:pt x="0" y="201"/>
                  </a:lnTo>
                  <a:lnTo>
                    <a:pt x="1" y="222"/>
                  </a:lnTo>
                  <a:lnTo>
                    <a:pt x="6" y="241"/>
                  </a:lnTo>
                  <a:lnTo>
                    <a:pt x="12" y="262"/>
                  </a:lnTo>
                  <a:lnTo>
                    <a:pt x="21" y="280"/>
                  </a:lnTo>
                  <a:lnTo>
                    <a:pt x="31" y="298"/>
                  </a:lnTo>
                  <a:lnTo>
                    <a:pt x="44" y="314"/>
                  </a:lnTo>
                  <a:lnTo>
                    <a:pt x="59" y="330"/>
                  </a:lnTo>
                  <a:lnTo>
                    <a:pt x="76" y="344"/>
                  </a:lnTo>
                  <a:lnTo>
                    <a:pt x="94" y="357"/>
                  </a:lnTo>
                  <a:lnTo>
                    <a:pt x="113" y="368"/>
                  </a:lnTo>
                  <a:lnTo>
                    <a:pt x="134" y="378"/>
                  </a:lnTo>
                  <a:lnTo>
                    <a:pt x="157" y="387"/>
                  </a:lnTo>
                  <a:lnTo>
                    <a:pt x="180" y="394"/>
                  </a:lnTo>
                  <a:lnTo>
                    <a:pt x="204" y="399"/>
                  </a:lnTo>
                  <a:lnTo>
                    <a:pt x="230" y="402"/>
                  </a:lnTo>
                  <a:lnTo>
                    <a:pt x="255" y="403"/>
                  </a:lnTo>
                  <a:close/>
                </a:path>
              </a:pathLst>
            </a:custGeom>
            <a:solidFill>
              <a:srgbClr val="E2EDE2"/>
            </a:solidFill>
            <a:ln w="9525">
              <a:noFill/>
              <a:round/>
              <a:headEnd/>
              <a:tailEnd/>
            </a:ln>
          </p:spPr>
          <p:txBody>
            <a:bodyPr/>
            <a:lstStyle/>
            <a:p>
              <a:endParaRPr lang="de-DE"/>
            </a:p>
          </p:txBody>
        </p:sp>
        <p:sp>
          <p:nvSpPr>
            <p:cNvPr id="82" name="Freeform 73"/>
            <p:cNvSpPr>
              <a:spLocks/>
            </p:cNvSpPr>
            <p:nvPr/>
          </p:nvSpPr>
          <p:spPr bwMode="auto">
            <a:xfrm>
              <a:off x="3880" y="2353"/>
              <a:ext cx="166" cy="132"/>
            </a:xfrm>
            <a:custGeom>
              <a:avLst/>
              <a:gdLst>
                <a:gd name="T0" fmla="*/ 275 w 498"/>
                <a:gd name="T1" fmla="*/ 394 h 396"/>
                <a:gd name="T2" fmla="*/ 324 w 498"/>
                <a:gd name="T3" fmla="*/ 387 h 396"/>
                <a:gd name="T4" fmla="*/ 369 w 498"/>
                <a:gd name="T5" fmla="*/ 372 h 396"/>
                <a:gd name="T6" fmla="*/ 408 w 498"/>
                <a:gd name="T7" fmla="*/ 351 h 396"/>
                <a:gd name="T8" fmla="*/ 442 w 498"/>
                <a:gd name="T9" fmla="*/ 324 h 396"/>
                <a:gd name="T10" fmla="*/ 469 w 498"/>
                <a:gd name="T11" fmla="*/ 292 h 396"/>
                <a:gd name="T12" fmla="*/ 487 w 498"/>
                <a:gd name="T13" fmla="*/ 257 h 396"/>
                <a:gd name="T14" fmla="*/ 497 w 498"/>
                <a:gd name="T15" fmla="*/ 218 h 396"/>
                <a:gd name="T16" fmla="*/ 497 w 498"/>
                <a:gd name="T17" fmla="*/ 178 h 396"/>
                <a:gd name="T18" fmla="*/ 487 w 498"/>
                <a:gd name="T19" fmla="*/ 140 h 396"/>
                <a:gd name="T20" fmla="*/ 469 w 498"/>
                <a:gd name="T21" fmla="*/ 104 h 396"/>
                <a:gd name="T22" fmla="*/ 442 w 498"/>
                <a:gd name="T23" fmla="*/ 72 h 396"/>
                <a:gd name="T24" fmla="*/ 408 w 498"/>
                <a:gd name="T25" fmla="*/ 45 h 396"/>
                <a:gd name="T26" fmla="*/ 369 w 498"/>
                <a:gd name="T27" fmla="*/ 24 h 396"/>
                <a:gd name="T28" fmla="*/ 324 w 498"/>
                <a:gd name="T29" fmla="*/ 9 h 396"/>
                <a:gd name="T30" fmla="*/ 275 w 498"/>
                <a:gd name="T31" fmla="*/ 2 h 396"/>
                <a:gd name="T32" fmla="*/ 224 w 498"/>
                <a:gd name="T33" fmla="*/ 2 h 396"/>
                <a:gd name="T34" fmla="*/ 175 w 498"/>
                <a:gd name="T35" fmla="*/ 9 h 396"/>
                <a:gd name="T36" fmla="*/ 130 w 498"/>
                <a:gd name="T37" fmla="*/ 24 h 396"/>
                <a:gd name="T38" fmla="*/ 91 w 498"/>
                <a:gd name="T39" fmla="*/ 45 h 396"/>
                <a:gd name="T40" fmla="*/ 57 w 498"/>
                <a:gd name="T41" fmla="*/ 72 h 396"/>
                <a:gd name="T42" fmla="*/ 30 w 498"/>
                <a:gd name="T43" fmla="*/ 104 h 396"/>
                <a:gd name="T44" fmla="*/ 11 w 498"/>
                <a:gd name="T45" fmla="*/ 140 h 396"/>
                <a:gd name="T46" fmla="*/ 1 w 498"/>
                <a:gd name="T47" fmla="*/ 178 h 396"/>
                <a:gd name="T48" fmla="*/ 1 w 498"/>
                <a:gd name="T49" fmla="*/ 218 h 396"/>
                <a:gd name="T50" fmla="*/ 11 w 498"/>
                <a:gd name="T51" fmla="*/ 257 h 396"/>
                <a:gd name="T52" fmla="*/ 30 w 498"/>
                <a:gd name="T53" fmla="*/ 292 h 396"/>
                <a:gd name="T54" fmla="*/ 57 w 498"/>
                <a:gd name="T55" fmla="*/ 324 h 396"/>
                <a:gd name="T56" fmla="*/ 91 w 498"/>
                <a:gd name="T57" fmla="*/ 351 h 396"/>
                <a:gd name="T58" fmla="*/ 130 w 498"/>
                <a:gd name="T59" fmla="*/ 372 h 396"/>
                <a:gd name="T60" fmla="*/ 175 w 498"/>
                <a:gd name="T61" fmla="*/ 387 h 396"/>
                <a:gd name="T62" fmla="*/ 224 w 498"/>
                <a:gd name="T63" fmla="*/ 394 h 3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8"/>
                <a:gd name="T97" fmla="*/ 0 h 396"/>
                <a:gd name="T98" fmla="*/ 498 w 498"/>
                <a:gd name="T99" fmla="*/ 396 h 3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8" h="396">
                  <a:moveTo>
                    <a:pt x="249" y="396"/>
                  </a:moveTo>
                  <a:lnTo>
                    <a:pt x="275" y="394"/>
                  </a:lnTo>
                  <a:lnTo>
                    <a:pt x="300" y="391"/>
                  </a:lnTo>
                  <a:lnTo>
                    <a:pt x="324" y="387"/>
                  </a:lnTo>
                  <a:lnTo>
                    <a:pt x="346" y="380"/>
                  </a:lnTo>
                  <a:lnTo>
                    <a:pt x="369" y="372"/>
                  </a:lnTo>
                  <a:lnTo>
                    <a:pt x="389" y="362"/>
                  </a:lnTo>
                  <a:lnTo>
                    <a:pt x="408" y="351"/>
                  </a:lnTo>
                  <a:lnTo>
                    <a:pt x="426" y="338"/>
                  </a:lnTo>
                  <a:lnTo>
                    <a:pt x="442" y="324"/>
                  </a:lnTo>
                  <a:lnTo>
                    <a:pt x="456" y="309"/>
                  </a:lnTo>
                  <a:lnTo>
                    <a:pt x="469" y="292"/>
                  </a:lnTo>
                  <a:lnTo>
                    <a:pt x="479" y="275"/>
                  </a:lnTo>
                  <a:lnTo>
                    <a:pt x="487" y="257"/>
                  </a:lnTo>
                  <a:lnTo>
                    <a:pt x="493" y="238"/>
                  </a:lnTo>
                  <a:lnTo>
                    <a:pt x="497" y="218"/>
                  </a:lnTo>
                  <a:lnTo>
                    <a:pt x="498" y="198"/>
                  </a:lnTo>
                  <a:lnTo>
                    <a:pt x="497" y="178"/>
                  </a:lnTo>
                  <a:lnTo>
                    <a:pt x="493" y="159"/>
                  </a:lnTo>
                  <a:lnTo>
                    <a:pt x="487" y="140"/>
                  </a:lnTo>
                  <a:lnTo>
                    <a:pt x="479" y="122"/>
                  </a:lnTo>
                  <a:lnTo>
                    <a:pt x="469" y="104"/>
                  </a:lnTo>
                  <a:lnTo>
                    <a:pt x="456" y="88"/>
                  </a:lnTo>
                  <a:lnTo>
                    <a:pt x="442" y="72"/>
                  </a:lnTo>
                  <a:lnTo>
                    <a:pt x="426" y="59"/>
                  </a:lnTo>
                  <a:lnTo>
                    <a:pt x="408" y="45"/>
                  </a:lnTo>
                  <a:lnTo>
                    <a:pt x="389" y="34"/>
                  </a:lnTo>
                  <a:lnTo>
                    <a:pt x="369" y="24"/>
                  </a:lnTo>
                  <a:lnTo>
                    <a:pt x="346" y="16"/>
                  </a:lnTo>
                  <a:lnTo>
                    <a:pt x="324" y="9"/>
                  </a:lnTo>
                  <a:lnTo>
                    <a:pt x="300" y="5"/>
                  </a:lnTo>
                  <a:lnTo>
                    <a:pt x="275" y="2"/>
                  </a:lnTo>
                  <a:lnTo>
                    <a:pt x="249" y="0"/>
                  </a:lnTo>
                  <a:lnTo>
                    <a:pt x="224" y="2"/>
                  </a:lnTo>
                  <a:lnTo>
                    <a:pt x="199" y="5"/>
                  </a:lnTo>
                  <a:lnTo>
                    <a:pt x="175" y="9"/>
                  </a:lnTo>
                  <a:lnTo>
                    <a:pt x="152" y="16"/>
                  </a:lnTo>
                  <a:lnTo>
                    <a:pt x="130" y="24"/>
                  </a:lnTo>
                  <a:lnTo>
                    <a:pt x="110" y="34"/>
                  </a:lnTo>
                  <a:lnTo>
                    <a:pt x="91" y="45"/>
                  </a:lnTo>
                  <a:lnTo>
                    <a:pt x="73" y="59"/>
                  </a:lnTo>
                  <a:lnTo>
                    <a:pt x="57" y="72"/>
                  </a:lnTo>
                  <a:lnTo>
                    <a:pt x="43" y="88"/>
                  </a:lnTo>
                  <a:lnTo>
                    <a:pt x="30" y="104"/>
                  </a:lnTo>
                  <a:lnTo>
                    <a:pt x="19" y="122"/>
                  </a:lnTo>
                  <a:lnTo>
                    <a:pt x="11" y="140"/>
                  </a:lnTo>
                  <a:lnTo>
                    <a:pt x="4" y="159"/>
                  </a:lnTo>
                  <a:lnTo>
                    <a:pt x="1" y="178"/>
                  </a:lnTo>
                  <a:lnTo>
                    <a:pt x="0" y="198"/>
                  </a:lnTo>
                  <a:lnTo>
                    <a:pt x="1" y="218"/>
                  </a:lnTo>
                  <a:lnTo>
                    <a:pt x="4" y="238"/>
                  </a:lnTo>
                  <a:lnTo>
                    <a:pt x="11" y="257"/>
                  </a:lnTo>
                  <a:lnTo>
                    <a:pt x="19" y="275"/>
                  </a:lnTo>
                  <a:lnTo>
                    <a:pt x="30" y="292"/>
                  </a:lnTo>
                  <a:lnTo>
                    <a:pt x="43" y="309"/>
                  </a:lnTo>
                  <a:lnTo>
                    <a:pt x="57" y="324"/>
                  </a:lnTo>
                  <a:lnTo>
                    <a:pt x="73" y="338"/>
                  </a:lnTo>
                  <a:lnTo>
                    <a:pt x="91" y="351"/>
                  </a:lnTo>
                  <a:lnTo>
                    <a:pt x="110" y="362"/>
                  </a:lnTo>
                  <a:lnTo>
                    <a:pt x="130" y="372"/>
                  </a:lnTo>
                  <a:lnTo>
                    <a:pt x="152" y="380"/>
                  </a:lnTo>
                  <a:lnTo>
                    <a:pt x="175" y="387"/>
                  </a:lnTo>
                  <a:lnTo>
                    <a:pt x="199" y="391"/>
                  </a:lnTo>
                  <a:lnTo>
                    <a:pt x="224" y="394"/>
                  </a:lnTo>
                  <a:lnTo>
                    <a:pt x="249" y="396"/>
                  </a:lnTo>
                  <a:close/>
                </a:path>
              </a:pathLst>
            </a:custGeom>
            <a:solidFill>
              <a:srgbClr val="EAF2EA"/>
            </a:solidFill>
            <a:ln w="9525">
              <a:noFill/>
              <a:round/>
              <a:headEnd/>
              <a:tailEnd/>
            </a:ln>
          </p:spPr>
          <p:txBody>
            <a:bodyPr/>
            <a:lstStyle/>
            <a:p>
              <a:endParaRPr lang="de-DE"/>
            </a:p>
          </p:txBody>
        </p:sp>
        <p:sp>
          <p:nvSpPr>
            <p:cNvPr id="83" name="Freeform 74"/>
            <p:cNvSpPr>
              <a:spLocks/>
            </p:cNvSpPr>
            <p:nvPr/>
          </p:nvSpPr>
          <p:spPr bwMode="auto">
            <a:xfrm>
              <a:off x="3881" y="2354"/>
              <a:ext cx="163" cy="129"/>
            </a:xfrm>
            <a:custGeom>
              <a:avLst/>
              <a:gdLst>
                <a:gd name="T0" fmla="*/ 270 w 489"/>
                <a:gd name="T1" fmla="*/ 386 h 387"/>
                <a:gd name="T2" fmla="*/ 318 w 489"/>
                <a:gd name="T3" fmla="*/ 378 h 387"/>
                <a:gd name="T4" fmla="*/ 362 w 489"/>
                <a:gd name="T5" fmla="*/ 364 h 387"/>
                <a:gd name="T6" fmla="*/ 401 w 489"/>
                <a:gd name="T7" fmla="*/ 343 h 387"/>
                <a:gd name="T8" fmla="*/ 433 w 489"/>
                <a:gd name="T9" fmla="*/ 316 h 387"/>
                <a:gd name="T10" fmla="*/ 460 w 489"/>
                <a:gd name="T11" fmla="*/ 286 h 387"/>
                <a:gd name="T12" fmla="*/ 478 w 489"/>
                <a:gd name="T13" fmla="*/ 251 h 387"/>
                <a:gd name="T14" fmla="*/ 488 w 489"/>
                <a:gd name="T15" fmla="*/ 213 h 387"/>
                <a:gd name="T16" fmla="*/ 488 w 489"/>
                <a:gd name="T17" fmla="*/ 173 h 387"/>
                <a:gd name="T18" fmla="*/ 478 w 489"/>
                <a:gd name="T19" fmla="*/ 136 h 387"/>
                <a:gd name="T20" fmla="*/ 460 w 489"/>
                <a:gd name="T21" fmla="*/ 101 h 387"/>
                <a:gd name="T22" fmla="*/ 433 w 489"/>
                <a:gd name="T23" fmla="*/ 71 h 387"/>
                <a:gd name="T24" fmla="*/ 401 w 489"/>
                <a:gd name="T25" fmla="*/ 44 h 387"/>
                <a:gd name="T26" fmla="*/ 362 w 489"/>
                <a:gd name="T27" fmla="*/ 23 h 387"/>
                <a:gd name="T28" fmla="*/ 318 w 489"/>
                <a:gd name="T29" fmla="*/ 9 h 387"/>
                <a:gd name="T30" fmla="*/ 270 w 489"/>
                <a:gd name="T31" fmla="*/ 1 h 387"/>
                <a:gd name="T32" fmla="*/ 221 w 489"/>
                <a:gd name="T33" fmla="*/ 1 h 387"/>
                <a:gd name="T34" fmla="*/ 172 w 489"/>
                <a:gd name="T35" fmla="*/ 9 h 387"/>
                <a:gd name="T36" fmla="*/ 129 w 489"/>
                <a:gd name="T37" fmla="*/ 23 h 387"/>
                <a:gd name="T38" fmla="*/ 89 w 489"/>
                <a:gd name="T39" fmla="*/ 44 h 387"/>
                <a:gd name="T40" fmla="*/ 57 w 489"/>
                <a:gd name="T41" fmla="*/ 71 h 387"/>
                <a:gd name="T42" fmla="*/ 30 w 489"/>
                <a:gd name="T43" fmla="*/ 101 h 387"/>
                <a:gd name="T44" fmla="*/ 12 w 489"/>
                <a:gd name="T45" fmla="*/ 136 h 387"/>
                <a:gd name="T46" fmla="*/ 2 w 489"/>
                <a:gd name="T47" fmla="*/ 173 h 387"/>
                <a:gd name="T48" fmla="*/ 2 w 489"/>
                <a:gd name="T49" fmla="*/ 213 h 387"/>
                <a:gd name="T50" fmla="*/ 12 w 489"/>
                <a:gd name="T51" fmla="*/ 251 h 387"/>
                <a:gd name="T52" fmla="*/ 30 w 489"/>
                <a:gd name="T53" fmla="*/ 286 h 387"/>
                <a:gd name="T54" fmla="*/ 57 w 489"/>
                <a:gd name="T55" fmla="*/ 316 h 387"/>
                <a:gd name="T56" fmla="*/ 89 w 489"/>
                <a:gd name="T57" fmla="*/ 343 h 387"/>
                <a:gd name="T58" fmla="*/ 129 w 489"/>
                <a:gd name="T59" fmla="*/ 364 h 387"/>
                <a:gd name="T60" fmla="*/ 172 w 489"/>
                <a:gd name="T61" fmla="*/ 378 h 387"/>
                <a:gd name="T62" fmla="*/ 221 w 489"/>
                <a:gd name="T63" fmla="*/ 386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9"/>
                <a:gd name="T97" fmla="*/ 0 h 387"/>
                <a:gd name="T98" fmla="*/ 489 w 489"/>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9" h="387">
                  <a:moveTo>
                    <a:pt x="245" y="387"/>
                  </a:moveTo>
                  <a:lnTo>
                    <a:pt x="270" y="386"/>
                  </a:lnTo>
                  <a:lnTo>
                    <a:pt x="295" y="384"/>
                  </a:lnTo>
                  <a:lnTo>
                    <a:pt x="318" y="378"/>
                  </a:lnTo>
                  <a:lnTo>
                    <a:pt x="341" y="372"/>
                  </a:lnTo>
                  <a:lnTo>
                    <a:pt x="362" y="364"/>
                  </a:lnTo>
                  <a:lnTo>
                    <a:pt x="381" y="355"/>
                  </a:lnTo>
                  <a:lnTo>
                    <a:pt x="401" y="343"/>
                  </a:lnTo>
                  <a:lnTo>
                    <a:pt x="419" y="330"/>
                  </a:lnTo>
                  <a:lnTo>
                    <a:pt x="433" y="316"/>
                  </a:lnTo>
                  <a:lnTo>
                    <a:pt x="448" y="302"/>
                  </a:lnTo>
                  <a:lnTo>
                    <a:pt x="460" y="286"/>
                  </a:lnTo>
                  <a:lnTo>
                    <a:pt x="470" y="269"/>
                  </a:lnTo>
                  <a:lnTo>
                    <a:pt x="478" y="251"/>
                  </a:lnTo>
                  <a:lnTo>
                    <a:pt x="485" y="232"/>
                  </a:lnTo>
                  <a:lnTo>
                    <a:pt x="488" y="213"/>
                  </a:lnTo>
                  <a:lnTo>
                    <a:pt x="489" y="193"/>
                  </a:lnTo>
                  <a:lnTo>
                    <a:pt x="488" y="173"/>
                  </a:lnTo>
                  <a:lnTo>
                    <a:pt x="485" y="154"/>
                  </a:lnTo>
                  <a:lnTo>
                    <a:pt x="478" y="136"/>
                  </a:lnTo>
                  <a:lnTo>
                    <a:pt x="470" y="118"/>
                  </a:lnTo>
                  <a:lnTo>
                    <a:pt x="460" y="101"/>
                  </a:lnTo>
                  <a:lnTo>
                    <a:pt x="448" y="85"/>
                  </a:lnTo>
                  <a:lnTo>
                    <a:pt x="433" y="71"/>
                  </a:lnTo>
                  <a:lnTo>
                    <a:pt x="419" y="56"/>
                  </a:lnTo>
                  <a:lnTo>
                    <a:pt x="401" y="44"/>
                  </a:lnTo>
                  <a:lnTo>
                    <a:pt x="381" y="32"/>
                  </a:lnTo>
                  <a:lnTo>
                    <a:pt x="362" y="23"/>
                  </a:lnTo>
                  <a:lnTo>
                    <a:pt x="341" y="16"/>
                  </a:lnTo>
                  <a:lnTo>
                    <a:pt x="318" y="9"/>
                  </a:lnTo>
                  <a:lnTo>
                    <a:pt x="295" y="3"/>
                  </a:lnTo>
                  <a:lnTo>
                    <a:pt x="270" y="1"/>
                  </a:lnTo>
                  <a:lnTo>
                    <a:pt x="245" y="0"/>
                  </a:lnTo>
                  <a:lnTo>
                    <a:pt x="221" y="1"/>
                  </a:lnTo>
                  <a:lnTo>
                    <a:pt x="196" y="3"/>
                  </a:lnTo>
                  <a:lnTo>
                    <a:pt x="172" y="9"/>
                  </a:lnTo>
                  <a:lnTo>
                    <a:pt x="150" y="16"/>
                  </a:lnTo>
                  <a:lnTo>
                    <a:pt x="129" y="23"/>
                  </a:lnTo>
                  <a:lnTo>
                    <a:pt x="108" y="32"/>
                  </a:lnTo>
                  <a:lnTo>
                    <a:pt x="89" y="44"/>
                  </a:lnTo>
                  <a:lnTo>
                    <a:pt x="72" y="56"/>
                  </a:lnTo>
                  <a:lnTo>
                    <a:pt x="57" y="71"/>
                  </a:lnTo>
                  <a:lnTo>
                    <a:pt x="42" y="85"/>
                  </a:lnTo>
                  <a:lnTo>
                    <a:pt x="30" y="101"/>
                  </a:lnTo>
                  <a:lnTo>
                    <a:pt x="19" y="118"/>
                  </a:lnTo>
                  <a:lnTo>
                    <a:pt x="12" y="136"/>
                  </a:lnTo>
                  <a:lnTo>
                    <a:pt x="5" y="154"/>
                  </a:lnTo>
                  <a:lnTo>
                    <a:pt x="2" y="173"/>
                  </a:lnTo>
                  <a:lnTo>
                    <a:pt x="0" y="193"/>
                  </a:lnTo>
                  <a:lnTo>
                    <a:pt x="2" y="213"/>
                  </a:lnTo>
                  <a:lnTo>
                    <a:pt x="5" y="232"/>
                  </a:lnTo>
                  <a:lnTo>
                    <a:pt x="12" y="251"/>
                  </a:lnTo>
                  <a:lnTo>
                    <a:pt x="19" y="269"/>
                  </a:lnTo>
                  <a:lnTo>
                    <a:pt x="30" y="286"/>
                  </a:lnTo>
                  <a:lnTo>
                    <a:pt x="42" y="302"/>
                  </a:lnTo>
                  <a:lnTo>
                    <a:pt x="57" y="316"/>
                  </a:lnTo>
                  <a:lnTo>
                    <a:pt x="72" y="330"/>
                  </a:lnTo>
                  <a:lnTo>
                    <a:pt x="89" y="343"/>
                  </a:lnTo>
                  <a:lnTo>
                    <a:pt x="108" y="355"/>
                  </a:lnTo>
                  <a:lnTo>
                    <a:pt x="129" y="364"/>
                  </a:lnTo>
                  <a:lnTo>
                    <a:pt x="150" y="372"/>
                  </a:lnTo>
                  <a:lnTo>
                    <a:pt x="172" y="378"/>
                  </a:lnTo>
                  <a:lnTo>
                    <a:pt x="196" y="384"/>
                  </a:lnTo>
                  <a:lnTo>
                    <a:pt x="221" y="386"/>
                  </a:lnTo>
                  <a:lnTo>
                    <a:pt x="245" y="387"/>
                  </a:lnTo>
                  <a:close/>
                </a:path>
              </a:pathLst>
            </a:custGeom>
            <a:solidFill>
              <a:srgbClr val="EFF7EF"/>
            </a:solidFill>
            <a:ln w="9525">
              <a:noFill/>
              <a:round/>
              <a:headEnd/>
              <a:tailEnd/>
            </a:ln>
          </p:spPr>
          <p:txBody>
            <a:bodyPr/>
            <a:lstStyle/>
            <a:p>
              <a:endParaRPr lang="de-DE"/>
            </a:p>
          </p:txBody>
        </p:sp>
        <p:sp>
          <p:nvSpPr>
            <p:cNvPr id="84" name="Freeform 75"/>
            <p:cNvSpPr>
              <a:spLocks/>
            </p:cNvSpPr>
            <p:nvPr/>
          </p:nvSpPr>
          <p:spPr bwMode="auto">
            <a:xfrm>
              <a:off x="3883" y="2356"/>
              <a:ext cx="160" cy="126"/>
            </a:xfrm>
            <a:custGeom>
              <a:avLst/>
              <a:gdLst>
                <a:gd name="T0" fmla="*/ 265 w 480"/>
                <a:gd name="T1" fmla="*/ 378 h 379"/>
                <a:gd name="T2" fmla="*/ 311 w 480"/>
                <a:gd name="T3" fmla="*/ 370 h 379"/>
                <a:gd name="T4" fmla="*/ 355 w 480"/>
                <a:gd name="T5" fmla="*/ 356 h 379"/>
                <a:gd name="T6" fmla="*/ 393 w 480"/>
                <a:gd name="T7" fmla="*/ 336 h 379"/>
                <a:gd name="T8" fmla="*/ 425 w 480"/>
                <a:gd name="T9" fmla="*/ 310 h 379"/>
                <a:gd name="T10" fmla="*/ 451 w 480"/>
                <a:gd name="T11" fmla="*/ 280 h 379"/>
                <a:gd name="T12" fmla="*/ 469 w 480"/>
                <a:gd name="T13" fmla="*/ 246 h 379"/>
                <a:gd name="T14" fmla="*/ 479 w 480"/>
                <a:gd name="T15" fmla="*/ 208 h 379"/>
                <a:gd name="T16" fmla="*/ 479 w 480"/>
                <a:gd name="T17" fmla="*/ 170 h 379"/>
                <a:gd name="T18" fmla="*/ 469 w 480"/>
                <a:gd name="T19" fmla="*/ 133 h 379"/>
                <a:gd name="T20" fmla="*/ 451 w 480"/>
                <a:gd name="T21" fmla="*/ 99 h 379"/>
                <a:gd name="T22" fmla="*/ 425 w 480"/>
                <a:gd name="T23" fmla="*/ 69 h 379"/>
                <a:gd name="T24" fmla="*/ 393 w 480"/>
                <a:gd name="T25" fmla="*/ 43 h 379"/>
                <a:gd name="T26" fmla="*/ 355 w 480"/>
                <a:gd name="T27" fmla="*/ 23 h 379"/>
                <a:gd name="T28" fmla="*/ 311 w 480"/>
                <a:gd name="T29" fmla="*/ 9 h 379"/>
                <a:gd name="T30" fmla="*/ 265 w 480"/>
                <a:gd name="T31" fmla="*/ 1 h 379"/>
                <a:gd name="T32" fmla="*/ 216 w 480"/>
                <a:gd name="T33" fmla="*/ 1 h 379"/>
                <a:gd name="T34" fmla="*/ 168 w 480"/>
                <a:gd name="T35" fmla="*/ 9 h 379"/>
                <a:gd name="T36" fmla="*/ 126 w 480"/>
                <a:gd name="T37" fmla="*/ 23 h 379"/>
                <a:gd name="T38" fmla="*/ 88 w 480"/>
                <a:gd name="T39" fmla="*/ 43 h 379"/>
                <a:gd name="T40" fmla="*/ 55 w 480"/>
                <a:gd name="T41" fmla="*/ 69 h 379"/>
                <a:gd name="T42" fmla="*/ 29 w 480"/>
                <a:gd name="T43" fmla="*/ 99 h 379"/>
                <a:gd name="T44" fmla="*/ 11 w 480"/>
                <a:gd name="T45" fmla="*/ 133 h 379"/>
                <a:gd name="T46" fmla="*/ 1 w 480"/>
                <a:gd name="T47" fmla="*/ 170 h 379"/>
                <a:gd name="T48" fmla="*/ 1 w 480"/>
                <a:gd name="T49" fmla="*/ 208 h 379"/>
                <a:gd name="T50" fmla="*/ 11 w 480"/>
                <a:gd name="T51" fmla="*/ 246 h 379"/>
                <a:gd name="T52" fmla="*/ 29 w 480"/>
                <a:gd name="T53" fmla="*/ 280 h 379"/>
                <a:gd name="T54" fmla="*/ 55 w 480"/>
                <a:gd name="T55" fmla="*/ 310 h 379"/>
                <a:gd name="T56" fmla="*/ 88 w 480"/>
                <a:gd name="T57" fmla="*/ 336 h 379"/>
                <a:gd name="T58" fmla="*/ 126 w 480"/>
                <a:gd name="T59" fmla="*/ 356 h 379"/>
                <a:gd name="T60" fmla="*/ 168 w 480"/>
                <a:gd name="T61" fmla="*/ 370 h 379"/>
                <a:gd name="T62" fmla="*/ 216 w 480"/>
                <a:gd name="T63" fmla="*/ 378 h 3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0"/>
                <a:gd name="T97" fmla="*/ 0 h 379"/>
                <a:gd name="T98" fmla="*/ 480 w 480"/>
                <a:gd name="T99" fmla="*/ 379 h 37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0" h="379">
                  <a:moveTo>
                    <a:pt x="240" y="379"/>
                  </a:moveTo>
                  <a:lnTo>
                    <a:pt x="265" y="378"/>
                  </a:lnTo>
                  <a:lnTo>
                    <a:pt x="289" y="375"/>
                  </a:lnTo>
                  <a:lnTo>
                    <a:pt x="311" y="370"/>
                  </a:lnTo>
                  <a:lnTo>
                    <a:pt x="334" y="364"/>
                  </a:lnTo>
                  <a:lnTo>
                    <a:pt x="355" y="356"/>
                  </a:lnTo>
                  <a:lnTo>
                    <a:pt x="374" y="346"/>
                  </a:lnTo>
                  <a:lnTo>
                    <a:pt x="393" y="336"/>
                  </a:lnTo>
                  <a:lnTo>
                    <a:pt x="410" y="324"/>
                  </a:lnTo>
                  <a:lnTo>
                    <a:pt x="425" y="310"/>
                  </a:lnTo>
                  <a:lnTo>
                    <a:pt x="439" y="296"/>
                  </a:lnTo>
                  <a:lnTo>
                    <a:pt x="451" y="280"/>
                  </a:lnTo>
                  <a:lnTo>
                    <a:pt x="461" y="263"/>
                  </a:lnTo>
                  <a:lnTo>
                    <a:pt x="469" y="246"/>
                  </a:lnTo>
                  <a:lnTo>
                    <a:pt x="475" y="227"/>
                  </a:lnTo>
                  <a:lnTo>
                    <a:pt x="479" y="208"/>
                  </a:lnTo>
                  <a:lnTo>
                    <a:pt x="480" y="189"/>
                  </a:lnTo>
                  <a:lnTo>
                    <a:pt x="479" y="170"/>
                  </a:lnTo>
                  <a:lnTo>
                    <a:pt x="475" y="151"/>
                  </a:lnTo>
                  <a:lnTo>
                    <a:pt x="469" y="133"/>
                  </a:lnTo>
                  <a:lnTo>
                    <a:pt x="461" y="116"/>
                  </a:lnTo>
                  <a:lnTo>
                    <a:pt x="451" y="99"/>
                  </a:lnTo>
                  <a:lnTo>
                    <a:pt x="439" y="83"/>
                  </a:lnTo>
                  <a:lnTo>
                    <a:pt x="425" y="69"/>
                  </a:lnTo>
                  <a:lnTo>
                    <a:pt x="410" y="55"/>
                  </a:lnTo>
                  <a:lnTo>
                    <a:pt x="393" y="43"/>
                  </a:lnTo>
                  <a:lnTo>
                    <a:pt x="374" y="33"/>
                  </a:lnTo>
                  <a:lnTo>
                    <a:pt x="355" y="23"/>
                  </a:lnTo>
                  <a:lnTo>
                    <a:pt x="334" y="15"/>
                  </a:lnTo>
                  <a:lnTo>
                    <a:pt x="311" y="9"/>
                  </a:lnTo>
                  <a:lnTo>
                    <a:pt x="289" y="4"/>
                  </a:lnTo>
                  <a:lnTo>
                    <a:pt x="265" y="1"/>
                  </a:lnTo>
                  <a:lnTo>
                    <a:pt x="240" y="0"/>
                  </a:lnTo>
                  <a:lnTo>
                    <a:pt x="216" y="1"/>
                  </a:lnTo>
                  <a:lnTo>
                    <a:pt x="192" y="4"/>
                  </a:lnTo>
                  <a:lnTo>
                    <a:pt x="168" y="9"/>
                  </a:lnTo>
                  <a:lnTo>
                    <a:pt x="147" y="15"/>
                  </a:lnTo>
                  <a:lnTo>
                    <a:pt x="126" y="23"/>
                  </a:lnTo>
                  <a:lnTo>
                    <a:pt x="106" y="33"/>
                  </a:lnTo>
                  <a:lnTo>
                    <a:pt x="88" y="43"/>
                  </a:lnTo>
                  <a:lnTo>
                    <a:pt x="71" y="55"/>
                  </a:lnTo>
                  <a:lnTo>
                    <a:pt x="55" y="69"/>
                  </a:lnTo>
                  <a:lnTo>
                    <a:pt x="41" y="83"/>
                  </a:lnTo>
                  <a:lnTo>
                    <a:pt x="29" y="99"/>
                  </a:lnTo>
                  <a:lnTo>
                    <a:pt x="19" y="116"/>
                  </a:lnTo>
                  <a:lnTo>
                    <a:pt x="11" y="133"/>
                  </a:lnTo>
                  <a:lnTo>
                    <a:pt x="4" y="151"/>
                  </a:lnTo>
                  <a:lnTo>
                    <a:pt x="1" y="170"/>
                  </a:lnTo>
                  <a:lnTo>
                    <a:pt x="0" y="189"/>
                  </a:lnTo>
                  <a:lnTo>
                    <a:pt x="1" y="208"/>
                  </a:lnTo>
                  <a:lnTo>
                    <a:pt x="4" y="227"/>
                  </a:lnTo>
                  <a:lnTo>
                    <a:pt x="11" y="246"/>
                  </a:lnTo>
                  <a:lnTo>
                    <a:pt x="19" y="263"/>
                  </a:lnTo>
                  <a:lnTo>
                    <a:pt x="29" y="280"/>
                  </a:lnTo>
                  <a:lnTo>
                    <a:pt x="41" y="296"/>
                  </a:lnTo>
                  <a:lnTo>
                    <a:pt x="55" y="310"/>
                  </a:lnTo>
                  <a:lnTo>
                    <a:pt x="71" y="324"/>
                  </a:lnTo>
                  <a:lnTo>
                    <a:pt x="88" y="336"/>
                  </a:lnTo>
                  <a:lnTo>
                    <a:pt x="106" y="346"/>
                  </a:lnTo>
                  <a:lnTo>
                    <a:pt x="126" y="356"/>
                  </a:lnTo>
                  <a:lnTo>
                    <a:pt x="147" y="364"/>
                  </a:lnTo>
                  <a:lnTo>
                    <a:pt x="168" y="370"/>
                  </a:lnTo>
                  <a:lnTo>
                    <a:pt x="192" y="375"/>
                  </a:lnTo>
                  <a:lnTo>
                    <a:pt x="216" y="378"/>
                  </a:lnTo>
                  <a:lnTo>
                    <a:pt x="240" y="379"/>
                  </a:lnTo>
                  <a:close/>
                </a:path>
              </a:pathLst>
            </a:custGeom>
            <a:solidFill>
              <a:srgbClr val="F9FCF9"/>
            </a:solidFill>
            <a:ln w="9525">
              <a:noFill/>
              <a:round/>
              <a:headEnd/>
              <a:tailEnd/>
            </a:ln>
          </p:spPr>
          <p:txBody>
            <a:bodyPr/>
            <a:lstStyle/>
            <a:p>
              <a:endParaRPr lang="de-DE"/>
            </a:p>
          </p:txBody>
        </p:sp>
        <p:sp>
          <p:nvSpPr>
            <p:cNvPr id="85" name="Freeform 76"/>
            <p:cNvSpPr>
              <a:spLocks/>
            </p:cNvSpPr>
            <p:nvPr/>
          </p:nvSpPr>
          <p:spPr bwMode="auto">
            <a:xfrm>
              <a:off x="3885" y="2357"/>
              <a:ext cx="156" cy="124"/>
            </a:xfrm>
            <a:custGeom>
              <a:avLst/>
              <a:gdLst>
                <a:gd name="T0" fmla="*/ 258 w 468"/>
                <a:gd name="T1" fmla="*/ 370 h 371"/>
                <a:gd name="T2" fmla="*/ 304 w 468"/>
                <a:gd name="T3" fmla="*/ 364 h 371"/>
                <a:gd name="T4" fmla="*/ 346 w 468"/>
                <a:gd name="T5" fmla="*/ 349 h 371"/>
                <a:gd name="T6" fmla="*/ 383 w 468"/>
                <a:gd name="T7" fmla="*/ 329 h 371"/>
                <a:gd name="T8" fmla="*/ 415 w 468"/>
                <a:gd name="T9" fmla="*/ 304 h 371"/>
                <a:gd name="T10" fmla="*/ 440 w 468"/>
                <a:gd name="T11" fmla="*/ 274 h 371"/>
                <a:gd name="T12" fmla="*/ 458 w 468"/>
                <a:gd name="T13" fmla="*/ 240 h 371"/>
                <a:gd name="T14" fmla="*/ 467 w 468"/>
                <a:gd name="T15" fmla="*/ 204 h 371"/>
                <a:gd name="T16" fmla="*/ 467 w 468"/>
                <a:gd name="T17" fmla="*/ 166 h 371"/>
                <a:gd name="T18" fmla="*/ 458 w 468"/>
                <a:gd name="T19" fmla="*/ 130 h 371"/>
                <a:gd name="T20" fmla="*/ 440 w 468"/>
                <a:gd name="T21" fmla="*/ 96 h 371"/>
                <a:gd name="T22" fmla="*/ 415 w 468"/>
                <a:gd name="T23" fmla="*/ 67 h 371"/>
                <a:gd name="T24" fmla="*/ 383 w 468"/>
                <a:gd name="T25" fmla="*/ 42 h 371"/>
                <a:gd name="T26" fmla="*/ 346 w 468"/>
                <a:gd name="T27" fmla="*/ 22 h 371"/>
                <a:gd name="T28" fmla="*/ 304 w 468"/>
                <a:gd name="T29" fmla="*/ 8 h 371"/>
                <a:gd name="T30" fmla="*/ 258 w 468"/>
                <a:gd name="T31" fmla="*/ 1 h 371"/>
                <a:gd name="T32" fmla="*/ 211 w 468"/>
                <a:gd name="T33" fmla="*/ 1 h 371"/>
                <a:gd name="T34" fmla="*/ 165 w 468"/>
                <a:gd name="T35" fmla="*/ 8 h 371"/>
                <a:gd name="T36" fmla="*/ 123 w 468"/>
                <a:gd name="T37" fmla="*/ 22 h 371"/>
                <a:gd name="T38" fmla="*/ 85 w 468"/>
                <a:gd name="T39" fmla="*/ 42 h 371"/>
                <a:gd name="T40" fmla="*/ 53 w 468"/>
                <a:gd name="T41" fmla="*/ 67 h 371"/>
                <a:gd name="T42" fmla="*/ 28 w 468"/>
                <a:gd name="T43" fmla="*/ 96 h 371"/>
                <a:gd name="T44" fmla="*/ 10 w 468"/>
                <a:gd name="T45" fmla="*/ 130 h 371"/>
                <a:gd name="T46" fmla="*/ 1 w 468"/>
                <a:gd name="T47" fmla="*/ 166 h 371"/>
                <a:gd name="T48" fmla="*/ 1 w 468"/>
                <a:gd name="T49" fmla="*/ 204 h 371"/>
                <a:gd name="T50" fmla="*/ 10 w 468"/>
                <a:gd name="T51" fmla="*/ 240 h 371"/>
                <a:gd name="T52" fmla="*/ 28 w 468"/>
                <a:gd name="T53" fmla="*/ 274 h 371"/>
                <a:gd name="T54" fmla="*/ 53 w 468"/>
                <a:gd name="T55" fmla="*/ 304 h 371"/>
                <a:gd name="T56" fmla="*/ 85 w 468"/>
                <a:gd name="T57" fmla="*/ 329 h 371"/>
                <a:gd name="T58" fmla="*/ 123 w 468"/>
                <a:gd name="T59" fmla="*/ 349 h 371"/>
                <a:gd name="T60" fmla="*/ 165 w 468"/>
                <a:gd name="T61" fmla="*/ 364 h 371"/>
                <a:gd name="T62" fmla="*/ 211 w 468"/>
                <a:gd name="T63" fmla="*/ 370 h 3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8"/>
                <a:gd name="T97" fmla="*/ 0 h 371"/>
                <a:gd name="T98" fmla="*/ 468 w 468"/>
                <a:gd name="T99" fmla="*/ 371 h 3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8" h="371">
                  <a:moveTo>
                    <a:pt x="234" y="371"/>
                  </a:moveTo>
                  <a:lnTo>
                    <a:pt x="258" y="370"/>
                  </a:lnTo>
                  <a:lnTo>
                    <a:pt x="282" y="368"/>
                  </a:lnTo>
                  <a:lnTo>
                    <a:pt x="304" y="364"/>
                  </a:lnTo>
                  <a:lnTo>
                    <a:pt x="325" y="357"/>
                  </a:lnTo>
                  <a:lnTo>
                    <a:pt x="346" y="349"/>
                  </a:lnTo>
                  <a:lnTo>
                    <a:pt x="365" y="340"/>
                  </a:lnTo>
                  <a:lnTo>
                    <a:pt x="383" y="329"/>
                  </a:lnTo>
                  <a:lnTo>
                    <a:pt x="400" y="316"/>
                  </a:lnTo>
                  <a:lnTo>
                    <a:pt x="415" y="304"/>
                  </a:lnTo>
                  <a:lnTo>
                    <a:pt x="429" y="289"/>
                  </a:lnTo>
                  <a:lnTo>
                    <a:pt x="440" y="274"/>
                  </a:lnTo>
                  <a:lnTo>
                    <a:pt x="450" y="258"/>
                  </a:lnTo>
                  <a:lnTo>
                    <a:pt x="458" y="240"/>
                  </a:lnTo>
                  <a:lnTo>
                    <a:pt x="464" y="223"/>
                  </a:lnTo>
                  <a:lnTo>
                    <a:pt x="467" y="204"/>
                  </a:lnTo>
                  <a:lnTo>
                    <a:pt x="468" y="185"/>
                  </a:lnTo>
                  <a:lnTo>
                    <a:pt x="467" y="166"/>
                  </a:lnTo>
                  <a:lnTo>
                    <a:pt x="464" y="148"/>
                  </a:lnTo>
                  <a:lnTo>
                    <a:pt x="458" y="130"/>
                  </a:lnTo>
                  <a:lnTo>
                    <a:pt x="450" y="113"/>
                  </a:lnTo>
                  <a:lnTo>
                    <a:pt x="440" y="96"/>
                  </a:lnTo>
                  <a:lnTo>
                    <a:pt x="429" y="82"/>
                  </a:lnTo>
                  <a:lnTo>
                    <a:pt x="415" y="67"/>
                  </a:lnTo>
                  <a:lnTo>
                    <a:pt x="400" y="54"/>
                  </a:lnTo>
                  <a:lnTo>
                    <a:pt x="383" y="42"/>
                  </a:lnTo>
                  <a:lnTo>
                    <a:pt x="365" y="31"/>
                  </a:lnTo>
                  <a:lnTo>
                    <a:pt x="346" y="22"/>
                  </a:lnTo>
                  <a:lnTo>
                    <a:pt x="325" y="14"/>
                  </a:lnTo>
                  <a:lnTo>
                    <a:pt x="304" y="8"/>
                  </a:lnTo>
                  <a:lnTo>
                    <a:pt x="282" y="3"/>
                  </a:lnTo>
                  <a:lnTo>
                    <a:pt x="258" y="1"/>
                  </a:lnTo>
                  <a:lnTo>
                    <a:pt x="234" y="0"/>
                  </a:lnTo>
                  <a:lnTo>
                    <a:pt x="211" y="1"/>
                  </a:lnTo>
                  <a:lnTo>
                    <a:pt x="187" y="3"/>
                  </a:lnTo>
                  <a:lnTo>
                    <a:pt x="165" y="8"/>
                  </a:lnTo>
                  <a:lnTo>
                    <a:pt x="143" y="14"/>
                  </a:lnTo>
                  <a:lnTo>
                    <a:pt x="123" y="22"/>
                  </a:lnTo>
                  <a:lnTo>
                    <a:pt x="103" y="31"/>
                  </a:lnTo>
                  <a:lnTo>
                    <a:pt x="85" y="42"/>
                  </a:lnTo>
                  <a:lnTo>
                    <a:pt x="68" y="54"/>
                  </a:lnTo>
                  <a:lnTo>
                    <a:pt x="53" y="67"/>
                  </a:lnTo>
                  <a:lnTo>
                    <a:pt x="40" y="82"/>
                  </a:lnTo>
                  <a:lnTo>
                    <a:pt x="28" y="96"/>
                  </a:lnTo>
                  <a:lnTo>
                    <a:pt x="17" y="113"/>
                  </a:lnTo>
                  <a:lnTo>
                    <a:pt x="10" y="130"/>
                  </a:lnTo>
                  <a:lnTo>
                    <a:pt x="4" y="148"/>
                  </a:lnTo>
                  <a:lnTo>
                    <a:pt x="1" y="166"/>
                  </a:lnTo>
                  <a:lnTo>
                    <a:pt x="0" y="185"/>
                  </a:lnTo>
                  <a:lnTo>
                    <a:pt x="1" y="204"/>
                  </a:lnTo>
                  <a:lnTo>
                    <a:pt x="4" y="223"/>
                  </a:lnTo>
                  <a:lnTo>
                    <a:pt x="10" y="240"/>
                  </a:lnTo>
                  <a:lnTo>
                    <a:pt x="17" y="258"/>
                  </a:lnTo>
                  <a:lnTo>
                    <a:pt x="28" y="274"/>
                  </a:lnTo>
                  <a:lnTo>
                    <a:pt x="40" y="289"/>
                  </a:lnTo>
                  <a:lnTo>
                    <a:pt x="53" y="304"/>
                  </a:lnTo>
                  <a:lnTo>
                    <a:pt x="68" y="316"/>
                  </a:lnTo>
                  <a:lnTo>
                    <a:pt x="85" y="329"/>
                  </a:lnTo>
                  <a:lnTo>
                    <a:pt x="103" y="340"/>
                  </a:lnTo>
                  <a:lnTo>
                    <a:pt x="123" y="349"/>
                  </a:lnTo>
                  <a:lnTo>
                    <a:pt x="143" y="357"/>
                  </a:lnTo>
                  <a:lnTo>
                    <a:pt x="165" y="364"/>
                  </a:lnTo>
                  <a:lnTo>
                    <a:pt x="187" y="368"/>
                  </a:lnTo>
                  <a:lnTo>
                    <a:pt x="211" y="370"/>
                  </a:lnTo>
                  <a:lnTo>
                    <a:pt x="234" y="371"/>
                  </a:lnTo>
                  <a:close/>
                </a:path>
              </a:pathLst>
            </a:custGeom>
            <a:solidFill>
              <a:srgbClr val="FFFFFF"/>
            </a:solidFill>
            <a:ln w="9525">
              <a:noFill/>
              <a:round/>
              <a:headEnd/>
              <a:tailEnd/>
            </a:ln>
          </p:spPr>
          <p:txBody>
            <a:bodyPr/>
            <a:lstStyle/>
            <a:p>
              <a:endParaRPr lang="de-DE"/>
            </a:p>
          </p:txBody>
        </p:sp>
        <p:sp>
          <p:nvSpPr>
            <p:cNvPr id="86" name="Freeform 77"/>
            <p:cNvSpPr>
              <a:spLocks/>
            </p:cNvSpPr>
            <p:nvPr/>
          </p:nvSpPr>
          <p:spPr bwMode="auto">
            <a:xfrm>
              <a:off x="3755" y="2369"/>
              <a:ext cx="194" cy="153"/>
            </a:xfrm>
            <a:custGeom>
              <a:avLst/>
              <a:gdLst>
                <a:gd name="T0" fmla="*/ 320 w 581"/>
                <a:gd name="T1" fmla="*/ 457 h 458"/>
                <a:gd name="T2" fmla="*/ 377 w 581"/>
                <a:gd name="T3" fmla="*/ 448 h 458"/>
                <a:gd name="T4" fmla="*/ 429 w 581"/>
                <a:gd name="T5" fmla="*/ 430 h 458"/>
                <a:gd name="T6" fmla="*/ 475 w 581"/>
                <a:gd name="T7" fmla="*/ 406 h 458"/>
                <a:gd name="T8" fmla="*/ 515 w 581"/>
                <a:gd name="T9" fmla="*/ 375 h 458"/>
                <a:gd name="T10" fmla="*/ 546 w 581"/>
                <a:gd name="T11" fmla="*/ 338 h 458"/>
                <a:gd name="T12" fmla="*/ 567 w 581"/>
                <a:gd name="T13" fmla="*/ 297 h 458"/>
                <a:gd name="T14" fmla="*/ 580 w 581"/>
                <a:gd name="T15" fmla="*/ 252 h 458"/>
                <a:gd name="T16" fmla="*/ 580 w 581"/>
                <a:gd name="T17" fmla="*/ 205 h 458"/>
                <a:gd name="T18" fmla="*/ 567 w 581"/>
                <a:gd name="T19" fmla="*/ 160 h 458"/>
                <a:gd name="T20" fmla="*/ 546 w 581"/>
                <a:gd name="T21" fmla="*/ 120 h 458"/>
                <a:gd name="T22" fmla="*/ 515 w 581"/>
                <a:gd name="T23" fmla="*/ 83 h 458"/>
                <a:gd name="T24" fmla="*/ 475 w 581"/>
                <a:gd name="T25" fmla="*/ 51 h 458"/>
                <a:gd name="T26" fmla="*/ 429 w 581"/>
                <a:gd name="T27" fmla="*/ 28 h 458"/>
                <a:gd name="T28" fmla="*/ 377 w 581"/>
                <a:gd name="T29" fmla="*/ 10 h 458"/>
                <a:gd name="T30" fmla="*/ 320 w 581"/>
                <a:gd name="T31" fmla="*/ 1 h 458"/>
                <a:gd name="T32" fmla="*/ 262 w 581"/>
                <a:gd name="T33" fmla="*/ 1 h 458"/>
                <a:gd name="T34" fmla="*/ 204 w 581"/>
                <a:gd name="T35" fmla="*/ 10 h 458"/>
                <a:gd name="T36" fmla="*/ 153 w 581"/>
                <a:gd name="T37" fmla="*/ 28 h 458"/>
                <a:gd name="T38" fmla="*/ 105 w 581"/>
                <a:gd name="T39" fmla="*/ 51 h 458"/>
                <a:gd name="T40" fmla="*/ 66 w 581"/>
                <a:gd name="T41" fmla="*/ 83 h 458"/>
                <a:gd name="T42" fmla="*/ 35 w 581"/>
                <a:gd name="T43" fmla="*/ 120 h 458"/>
                <a:gd name="T44" fmla="*/ 13 w 581"/>
                <a:gd name="T45" fmla="*/ 160 h 458"/>
                <a:gd name="T46" fmla="*/ 1 w 581"/>
                <a:gd name="T47" fmla="*/ 205 h 458"/>
                <a:gd name="T48" fmla="*/ 1 w 581"/>
                <a:gd name="T49" fmla="*/ 252 h 458"/>
                <a:gd name="T50" fmla="*/ 13 w 581"/>
                <a:gd name="T51" fmla="*/ 297 h 458"/>
                <a:gd name="T52" fmla="*/ 35 w 581"/>
                <a:gd name="T53" fmla="*/ 338 h 458"/>
                <a:gd name="T54" fmla="*/ 66 w 581"/>
                <a:gd name="T55" fmla="*/ 375 h 458"/>
                <a:gd name="T56" fmla="*/ 105 w 581"/>
                <a:gd name="T57" fmla="*/ 406 h 458"/>
                <a:gd name="T58" fmla="*/ 153 w 581"/>
                <a:gd name="T59" fmla="*/ 430 h 458"/>
                <a:gd name="T60" fmla="*/ 204 w 581"/>
                <a:gd name="T61" fmla="*/ 448 h 458"/>
                <a:gd name="T62" fmla="*/ 262 w 581"/>
                <a:gd name="T63" fmla="*/ 457 h 4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1"/>
                <a:gd name="T97" fmla="*/ 0 h 458"/>
                <a:gd name="T98" fmla="*/ 581 w 581"/>
                <a:gd name="T99" fmla="*/ 458 h 45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1" h="458">
                  <a:moveTo>
                    <a:pt x="291" y="458"/>
                  </a:moveTo>
                  <a:lnTo>
                    <a:pt x="320" y="457"/>
                  </a:lnTo>
                  <a:lnTo>
                    <a:pt x="349" y="453"/>
                  </a:lnTo>
                  <a:lnTo>
                    <a:pt x="377" y="448"/>
                  </a:lnTo>
                  <a:lnTo>
                    <a:pt x="403" y="440"/>
                  </a:lnTo>
                  <a:lnTo>
                    <a:pt x="429" y="430"/>
                  </a:lnTo>
                  <a:lnTo>
                    <a:pt x="453" y="419"/>
                  </a:lnTo>
                  <a:lnTo>
                    <a:pt x="475" y="406"/>
                  </a:lnTo>
                  <a:lnTo>
                    <a:pt x="495" y="390"/>
                  </a:lnTo>
                  <a:lnTo>
                    <a:pt x="515" y="375"/>
                  </a:lnTo>
                  <a:lnTo>
                    <a:pt x="531" y="357"/>
                  </a:lnTo>
                  <a:lnTo>
                    <a:pt x="546" y="338"/>
                  </a:lnTo>
                  <a:lnTo>
                    <a:pt x="558" y="319"/>
                  </a:lnTo>
                  <a:lnTo>
                    <a:pt x="567" y="297"/>
                  </a:lnTo>
                  <a:lnTo>
                    <a:pt x="575" y="275"/>
                  </a:lnTo>
                  <a:lnTo>
                    <a:pt x="580" y="252"/>
                  </a:lnTo>
                  <a:lnTo>
                    <a:pt x="581" y="229"/>
                  </a:lnTo>
                  <a:lnTo>
                    <a:pt x="580" y="205"/>
                  </a:lnTo>
                  <a:lnTo>
                    <a:pt x="575" y="183"/>
                  </a:lnTo>
                  <a:lnTo>
                    <a:pt x="567" y="160"/>
                  </a:lnTo>
                  <a:lnTo>
                    <a:pt x="558" y="139"/>
                  </a:lnTo>
                  <a:lnTo>
                    <a:pt x="546" y="120"/>
                  </a:lnTo>
                  <a:lnTo>
                    <a:pt x="531" y="101"/>
                  </a:lnTo>
                  <a:lnTo>
                    <a:pt x="515" y="83"/>
                  </a:lnTo>
                  <a:lnTo>
                    <a:pt x="495" y="67"/>
                  </a:lnTo>
                  <a:lnTo>
                    <a:pt x="475" y="51"/>
                  </a:lnTo>
                  <a:lnTo>
                    <a:pt x="453" y="39"/>
                  </a:lnTo>
                  <a:lnTo>
                    <a:pt x="429" y="28"/>
                  </a:lnTo>
                  <a:lnTo>
                    <a:pt x="403" y="18"/>
                  </a:lnTo>
                  <a:lnTo>
                    <a:pt x="377" y="10"/>
                  </a:lnTo>
                  <a:lnTo>
                    <a:pt x="349" y="4"/>
                  </a:lnTo>
                  <a:lnTo>
                    <a:pt x="320" y="1"/>
                  </a:lnTo>
                  <a:lnTo>
                    <a:pt x="291" y="0"/>
                  </a:lnTo>
                  <a:lnTo>
                    <a:pt x="262" y="1"/>
                  </a:lnTo>
                  <a:lnTo>
                    <a:pt x="232" y="4"/>
                  </a:lnTo>
                  <a:lnTo>
                    <a:pt x="204" y="10"/>
                  </a:lnTo>
                  <a:lnTo>
                    <a:pt x="177" y="18"/>
                  </a:lnTo>
                  <a:lnTo>
                    <a:pt x="153" y="28"/>
                  </a:lnTo>
                  <a:lnTo>
                    <a:pt x="128" y="39"/>
                  </a:lnTo>
                  <a:lnTo>
                    <a:pt x="105" y="51"/>
                  </a:lnTo>
                  <a:lnTo>
                    <a:pt x="85" y="67"/>
                  </a:lnTo>
                  <a:lnTo>
                    <a:pt x="66" y="83"/>
                  </a:lnTo>
                  <a:lnTo>
                    <a:pt x="49" y="101"/>
                  </a:lnTo>
                  <a:lnTo>
                    <a:pt x="35" y="120"/>
                  </a:lnTo>
                  <a:lnTo>
                    <a:pt x="22" y="139"/>
                  </a:lnTo>
                  <a:lnTo>
                    <a:pt x="13" y="160"/>
                  </a:lnTo>
                  <a:lnTo>
                    <a:pt x="5" y="183"/>
                  </a:lnTo>
                  <a:lnTo>
                    <a:pt x="1" y="205"/>
                  </a:lnTo>
                  <a:lnTo>
                    <a:pt x="0" y="229"/>
                  </a:lnTo>
                  <a:lnTo>
                    <a:pt x="1" y="252"/>
                  </a:lnTo>
                  <a:lnTo>
                    <a:pt x="5" y="275"/>
                  </a:lnTo>
                  <a:lnTo>
                    <a:pt x="13" y="297"/>
                  </a:lnTo>
                  <a:lnTo>
                    <a:pt x="22" y="319"/>
                  </a:lnTo>
                  <a:lnTo>
                    <a:pt x="35" y="338"/>
                  </a:lnTo>
                  <a:lnTo>
                    <a:pt x="49" y="357"/>
                  </a:lnTo>
                  <a:lnTo>
                    <a:pt x="66" y="375"/>
                  </a:lnTo>
                  <a:lnTo>
                    <a:pt x="85" y="390"/>
                  </a:lnTo>
                  <a:lnTo>
                    <a:pt x="105" y="406"/>
                  </a:lnTo>
                  <a:lnTo>
                    <a:pt x="128" y="419"/>
                  </a:lnTo>
                  <a:lnTo>
                    <a:pt x="153" y="430"/>
                  </a:lnTo>
                  <a:lnTo>
                    <a:pt x="177" y="440"/>
                  </a:lnTo>
                  <a:lnTo>
                    <a:pt x="204" y="448"/>
                  </a:lnTo>
                  <a:lnTo>
                    <a:pt x="232" y="453"/>
                  </a:lnTo>
                  <a:lnTo>
                    <a:pt x="262" y="457"/>
                  </a:lnTo>
                  <a:lnTo>
                    <a:pt x="291" y="458"/>
                  </a:lnTo>
                  <a:close/>
                </a:path>
              </a:pathLst>
            </a:custGeom>
            <a:solidFill>
              <a:srgbClr val="B2D1B2"/>
            </a:solidFill>
            <a:ln w="9525">
              <a:noFill/>
              <a:round/>
              <a:headEnd/>
              <a:tailEnd/>
            </a:ln>
          </p:spPr>
          <p:txBody>
            <a:bodyPr/>
            <a:lstStyle/>
            <a:p>
              <a:endParaRPr lang="de-DE"/>
            </a:p>
          </p:txBody>
        </p:sp>
        <p:sp>
          <p:nvSpPr>
            <p:cNvPr id="87" name="Freeform 78"/>
            <p:cNvSpPr>
              <a:spLocks/>
            </p:cNvSpPr>
            <p:nvPr/>
          </p:nvSpPr>
          <p:spPr bwMode="auto">
            <a:xfrm>
              <a:off x="3757" y="2371"/>
              <a:ext cx="190" cy="150"/>
            </a:xfrm>
            <a:custGeom>
              <a:avLst/>
              <a:gdLst>
                <a:gd name="T0" fmla="*/ 315 w 570"/>
                <a:gd name="T1" fmla="*/ 449 h 450"/>
                <a:gd name="T2" fmla="*/ 370 w 570"/>
                <a:gd name="T3" fmla="*/ 440 h 450"/>
                <a:gd name="T4" fmla="*/ 422 w 570"/>
                <a:gd name="T5" fmla="*/ 424 h 450"/>
                <a:gd name="T6" fmla="*/ 467 w 570"/>
                <a:gd name="T7" fmla="*/ 399 h 450"/>
                <a:gd name="T8" fmla="*/ 505 w 570"/>
                <a:gd name="T9" fmla="*/ 369 h 450"/>
                <a:gd name="T10" fmla="*/ 537 w 570"/>
                <a:gd name="T11" fmla="*/ 333 h 450"/>
                <a:gd name="T12" fmla="*/ 558 w 570"/>
                <a:gd name="T13" fmla="*/ 292 h 450"/>
                <a:gd name="T14" fmla="*/ 569 w 570"/>
                <a:gd name="T15" fmla="*/ 248 h 450"/>
                <a:gd name="T16" fmla="*/ 569 w 570"/>
                <a:gd name="T17" fmla="*/ 201 h 450"/>
                <a:gd name="T18" fmla="*/ 558 w 570"/>
                <a:gd name="T19" fmla="*/ 157 h 450"/>
                <a:gd name="T20" fmla="*/ 537 w 570"/>
                <a:gd name="T21" fmla="*/ 117 h 450"/>
                <a:gd name="T22" fmla="*/ 505 w 570"/>
                <a:gd name="T23" fmla="*/ 82 h 450"/>
                <a:gd name="T24" fmla="*/ 467 w 570"/>
                <a:gd name="T25" fmla="*/ 51 h 450"/>
                <a:gd name="T26" fmla="*/ 422 w 570"/>
                <a:gd name="T27" fmla="*/ 27 h 450"/>
                <a:gd name="T28" fmla="*/ 370 w 570"/>
                <a:gd name="T29" fmla="*/ 10 h 450"/>
                <a:gd name="T30" fmla="*/ 315 w 570"/>
                <a:gd name="T31" fmla="*/ 1 h 450"/>
                <a:gd name="T32" fmla="*/ 257 w 570"/>
                <a:gd name="T33" fmla="*/ 1 h 450"/>
                <a:gd name="T34" fmla="*/ 200 w 570"/>
                <a:gd name="T35" fmla="*/ 10 h 450"/>
                <a:gd name="T36" fmla="*/ 150 w 570"/>
                <a:gd name="T37" fmla="*/ 27 h 450"/>
                <a:gd name="T38" fmla="*/ 104 w 570"/>
                <a:gd name="T39" fmla="*/ 51 h 450"/>
                <a:gd name="T40" fmla="*/ 66 w 570"/>
                <a:gd name="T41" fmla="*/ 82 h 450"/>
                <a:gd name="T42" fmla="*/ 35 w 570"/>
                <a:gd name="T43" fmla="*/ 117 h 450"/>
                <a:gd name="T44" fmla="*/ 13 w 570"/>
                <a:gd name="T45" fmla="*/ 157 h 450"/>
                <a:gd name="T46" fmla="*/ 1 w 570"/>
                <a:gd name="T47" fmla="*/ 201 h 450"/>
                <a:gd name="T48" fmla="*/ 1 w 570"/>
                <a:gd name="T49" fmla="*/ 248 h 450"/>
                <a:gd name="T50" fmla="*/ 13 w 570"/>
                <a:gd name="T51" fmla="*/ 292 h 450"/>
                <a:gd name="T52" fmla="*/ 35 w 570"/>
                <a:gd name="T53" fmla="*/ 333 h 450"/>
                <a:gd name="T54" fmla="*/ 66 w 570"/>
                <a:gd name="T55" fmla="*/ 369 h 450"/>
                <a:gd name="T56" fmla="*/ 104 w 570"/>
                <a:gd name="T57" fmla="*/ 399 h 450"/>
                <a:gd name="T58" fmla="*/ 150 w 570"/>
                <a:gd name="T59" fmla="*/ 424 h 450"/>
                <a:gd name="T60" fmla="*/ 200 w 570"/>
                <a:gd name="T61" fmla="*/ 440 h 450"/>
                <a:gd name="T62" fmla="*/ 257 w 570"/>
                <a:gd name="T63" fmla="*/ 449 h 45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0"/>
                <a:gd name="T97" fmla="*/ 0 h 450"/>
                <a:gd name="T98" fmla="*/ 570 w 570"/>
                <a:gd name="T99" fmla="*/ 450 h 45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0" h="450">
                  <a:moveTo>
                    <a:pt x="286" y="450"/>
                  </a:moveTo>
                  <a:lnTo>
                    <a:pt x="315" y="449"/>
                  </a:lnTo>
                  <a:lnTo>
                    <a:pt x="343" y="446"/>
                  </a:lnTo>
                  <a:lnTo>
                    <a:pt x="370" y="440"/>
                  </a:lnTo>
                  <a:lnTo>
                    <a:pt x="397" y="433"/>
                  </a:lnTo>
                  <a:lnTo>
                    <a:pt x="422" y="424"/>
                  </a:lnTo>
                  <a:lnTo>
                    <a:pt x="445" y="412"/>
                  </a:lnTo>
                  <a:lnTo>
                    <a:pt x="467" y="399"/>
                  </a:lnTo>
                  <a:lnTo>
                    <a:pt x="487" y="384"/>
                  </a:lnTo>
                  <a:lnTo>
                    <a:pt x="505" y="369"/>
                  </a:lnTo>
                  <a:lnTo>
                    <a:pt x="522" y="351"/>
                  </a:lnTo>
                  <a:lnTo>
                    <a:pt x="537" y="333"/>
                  </a:lnTo>
                  <a:lnTo>
                    <a:pt x="548" y="312"/>
                  </a:lnTo>
                  <a:lnTo>
                    <a:pt x="558" y="292"/>
                  </a:lnTo>
                  <a:lnTo>
                    <a:pt x="565" y="271"/>
                  </a:lnTo>
                  <a:lnTo>
                    <a:pt x="569" y="248"/>
                  </a:lnTo>
                  <a:lnTo>
                    <a:pt x="570" y="225"/>
                  </a:lnTo>
                  <a:lnTo>
                    <a:pt x="569" y="201"/>
                  </a:lnTo>
                  <a:lnTo>
                    <a:pt x="565" y="180"/>
                  </a:lnTo>
                  <a:lnTo>
                    <a:pt x="558" y="157"/>
                  </a:lnTo>
                  <a:lnTo>
                    <a:pt x="548" y="137"/>
                  </a:lnTo>
                  <a:lnTo>
                    <a:pt x="537" y="117"/>
                  </a:lnTo>
                  <a:lnTo>
                    <a:pt x="522" y="99"/>
                  </a:lnTo>
                  <a:lnTo>
                    <a:pt x="505" y="82"/>
                  </a:lnTo>
                  <a:lnTo>
                    <a:pt x="487" y="65"/>
                  </a:lnTo>
                  <a:lnTo>
                    <a:pt x="467" y="51"/>
                  </a:lnTo>
                  <a:lnTo>
                    <a:pt x="445" y="38"/>
                  </a:lnTo>
                  <a:lnTo>
                    <a:pt x="422" y="27"/>
                  </a:lnTo>
                  <a:lnTo>
                    <a:pt x="397" y="18"/>
                  </a:lnTo>
                  <a:lnTo>
                    <a:pt x="370" y="10"/>
                  </a:lnTo>
                  <a:lnTo>
                    <a:pt x="343" y="5"/>
                  </a:lnTo>
                  <a:lnTo>
                    <a:pt x="315" y="1"/>
                  </a:lnTo>
                  <a:lnTo>
                    <a:pt x="286" y="0"/>
                  </a:lnTo>
                  <a:lnTo>
                    <a:pt x="257" y="1"/>
                  </a:lnTo>
                  <a:lnTo>
                    <a:pt x="229" y="5"/>
                  </a:lnTo>
                  <a:lnTo>
                    <a:pt x="200" y="10"/>
                  </a:lnTo>
                  <a:lnTo>
                    <a:pt x="175" y="18"/>
                  </a:lnTo>
                  <a:lnTo>
                    <a:pt x="150" y="27"/>
                  </a:lnTo>
                  <a:lnTo>
                    <a:pt x="126" y="38"/>
                  </a:lnTo>
                  <a:lnTo>
                    <a:pt x="104" y="51"/>
                  </a:lnTo>
                  <a:lnTo>
                    <a:pt x="84" y="65"/>
                  </a:lnTo>
                  <a:lnTo>
                    <a:pt x="66" y="82"/>
                  </a:lnTo>
                  <a:lnTo>
                    <a:pt x="49" y="99"/>
                  </a:lnTo>
                  <a:lnTo>
                    <a:pt x="35" y="117"/>
                  </a:lnTo>
                  <a:lnTo>
                    <a:pt x="23" y="137"/>
                  </a:lnTo>
                  <a:lnTo>
                    <a:pt x="13" y="157"/>
                  </a:lnTo>
                  <a:lnTo>
                    <a:pt x="6" y="180"/>
                  </a:lnTo>
                  <a:lnTo>
                    <a:pt x="1" y="201"/>
                  </a:lnTo>
                  <a:lnTo>
                    <a:pt x="0" y="225"/>
                  </a:lnTo>
                  <a:lnTo>
                    <a:pt x="1" y="248"/>
                  </a:lnTo>
                  <a:lnTo>
                    <a:pt x="6" y="271"/>
                  </a:lnTo>
                  <a:lnTo>
                    <a:pt x="13" y="292"/>
                  </a:lnTo>
                  <a:lnTo>
                    <a:pt x="23" y="312"/>
                  </a:lnTo>
                  <a:lnTo>
                    <a:pt x="35" y="333"/>
                  </a:lnTo>
                  <a:lnTo>
                    <a:pt x="49" y="351"/>
                  </a:lnTo>
                  <a:lnTo>
                    <a:pt x="66" y="369"/>
                  </a:lnTo>
                  <a:lnTo>
                    <a:pt x="84" y="384"/>
                  </a:lnTo>
                  <a:lnTo>
                    <a:pt x="104" y="399"/>
                  </a:lnTo>
                  <a:lnTo>
                    <a:pt x="126" y="412"/>
                  </a:lnTo>
                  <a:lnTo>
                    <a:pt x="150" y="424"/>
                  </a:lnTo>
                  <a:lnTo>
                    <a:pt x="175" y="433"/>
                  </a:lnTo>
                  <a:lnTo>
                    <a:pt x="200" y="440"/>
                  </a:lnTo>
                  <a:lnTo>
                    <a:pt x="229" y="446"/>
                  </a:lnTo>
                  <a:lnTo>
                    <a:pt x="257" y="449"/>
                  </a:lnTo>
                  <a:lnTo>
                    <a:pt x="286" y="450"/>
                  </a:lnTo>
                  <a:close/>
                </a:path>
              </a:pathLst>
            </a:custGeom>
            <a:solidFill>
              <a:srgbClr val="B7D3B7"/>
            </a:solidFill>
            <a:ln w="9525">
              <a:noFill/>
              <a:round/>
              <a:headEnd/>
              <a:tailEnd/>
            </a:ln>
          </p:spPr>
          <p:txBody>
            <a:bodyPr/>
            <a:lstStyle/>
            <a:p>
              <a:endParaRPr lang="de-DE"/>
            </a:p>
          </p:txBody>
        </p:sp>
        <p:sp>
          <p:nvSpPr>
            <p:cNvPr id="88" name="Freeform 79"/>
            <p:cNvSpPr>
              <a:spLocks/>
            </p:cNvSpPr>
            <p:nvPr/>
          </p:nvSpPr>
          <p:spPr bwMode="auto">
            <a:xfrm>
              <a:off x="3759" y="2372"/>
              <a:ext cx="187" cy="147"/>
            </a:xfrm>
            <a:custGeom>
              <a:avLst/>
              <a:gdLst>
                <a:gd name="T0" fmla="*/ 309 w 561"/>
                <a:gd name="T1" fmla="*/ 441 h 442"/>
                <a:gd name="T2" fmla="*/ 364 w 561"/>
                <a:gd name="T3" fmla="*/ 432 h 442"/>
                <a:gd name="T4" fmla="*/ 413 w 561"/>
                <a:gd name="T5" fmla="*/ 415 h 442"/>
                <a:gd name="T6" fmla="*/ 458 w 561"/>
                <a:gd name="T7" fmla="*/ 391 h 442"/>
                <a:gd name="T8" fmla="*/ 497 w 561"/>
                <a:gd name="T9" fmla="*/ 361 h 442"/>
                <a:gd name="T10" fmla="*/ 527 w 561"/>
                <a:gd name="T11" fmla="*/ 326 h 442"/>
                <a:gd name="T12" fmla="*/ 548 w 561"/>
                <a:gd name="T13" fmla="*/ 287 h 442"/>
                <a:gd name="T14" fmla="*/ 560 w 561"/>
                <a:gd name="T15" fmla="*/ 243 h 442"/>
                <a:gd name="T16" fmla="*/ 560 w 561"/>
                <a:gd name="T17" fmla="*/ 198 h 442"/>
                <a:gd name="T18" fmla="*/ 548 w 561"/>
                <a:gd name="T19" fmla="*/ 155 h 442"/>
                <a:gd name="T20" fmla="*/ 527 w 561"/>
                <a:gd name="T21" fmla="*/ 115 h 442"/>
                <a:gd name="T22" fmla="*/ 497 w 561"/>
                <a:gd name="T23" fmla="*/ 80 h 442"/>
                <a:gd name="T24" fmla="*/ 458 w 561"/>
                <a:gd name="T25" fmla="*/ 50 h 442"/>
                <a:gd name="T26" fmla="*/ 413 w 561"/>
                <a:gd name="T27" fmla="*/ 27 h 442"/>
                <a:gd name="T28" fmla="*/ 364 w 561"/>
                <a:gd name="T29" fmla="*/ 10 h 442"/>
                <a:gd name="T30" fmla="*/ 309 w 561"/>
                <a:gd name="T31" fmla="*/ 1 h 442"/>
                <a:gd name="T32" fmla="*/ 252 w 561"/>
                <a:gd name="T33" fmla="*/ 1 h 442"/>
                <a:gd name="T34" fmla="*/ 198 w 561"/>
                <a:gd name="T35" fmla="*/ 10 h 442"/>
                <a:gd name="T36" fmla="*/ 147 w 561"/>
                <a:gd name="T37" fmla="*/ 27 h 442"/>
                <a:gd name="T38" fmla="*/ 102 w 561"/>
                <a:gd name="T39" fmla="*/ 50 h 442"/>
                <a:gd name="T40" fmla="*/ 64 w 561"/>
                <a:gd name="T41" fmla="*/ 80 h 442"/>
                <a:gd name="T42" fmla="*/ 34 w 561"/>
                <a:gd name="T43" fmla="*/ 115 h 442"/>
                <a:gd name="T44" fmla="*/ 12 w 561"/>
                <a:gd name="T45" fmla="*/ 155 h 442"/>
                <a:gd name="T46" fmla="*/ 1 w 561"/>
                <a:gd name="T47" fmla="*/ 198 h 442"/>
                <a:gd name="T48" fmla="*/ 1 w 561"/>
                <a:gd name="T49" fmla="*/ 243 h 442"/>
                <a:gd name="T50" fmla="*/ 12 w 561"/>
                <a:gd name="T51" fmla="*/ 287 h 442"/>
                <a:gd name="T52" fmla="*/ 34 w 561"/>
                <a:gd name="T53" fmla="*/ 326 h 442"/>
                <a:gd name="T54" fmla="*/ 64 w 561"/>
                <a:gd name="T55" fmla="*/ 361 h 442"/>
                <a:gd name="T56" fmla="*/ 102 w 561"/>
                <a:gd name="T57" fmla="*/ 391 h 442"/>
                <a:gd name="T58" fmla="*/ 147 w 561"/>
                <a:gd name="T59" fmla="*/ 415 h 442"/>
                <a:gd name="T60" fmla="*/ 198 w 561"/>
                <a:gd name="T61" fmla="*/ 432 h 442"/>
                <a:gd name="T62" fmla="*/ 252 w 561"/>
                <a:gd name="T63" fmla="*/ 441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61"/>
                <a:gd name="T97" fmla="*/ 0 h 442"/>
                <a:gd name="T98" fmla="*/ 561 w 561"/>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61" h="442">
                  <a:moveTo>
                    <a:pt x="281" y="442"/>
                  </a:moveTo>
                  <a:lnTo>
                    <a:pt x="309" y="441"/>
                  </a:lnTo>
                  <a:lnTo>
                    <a:pt x="337" y="438"/>
                  </a:lnTo>
                  <a:lnTo>
                    <a:pt x="364" y="432"/>
                  </a:lnTo>
                  <a:lnTo>
                    <a:pt x="390" y="425"/>
                  </a:lnTo>
                  <a:lnTo>
                    <a:pt x="413" y="415"/>
                  </a:lnTo>
                  <a:lnTo>
                    <a:pt x="437" y="404"/>
                  </a:lnTo>
                  <a:lnTo>
                    <a:pt x="458" y="391"/>
                  </a:lnTo>
                  <a:lnTo>
                    <a:pt x="479" y="377"/>
                  </a:lnTo>
                  <a:lnTo>
                    <a:pt x="497" y="361"/>
                  </a:lnTo>
                  <a:lnTo>
                    <a:pt x="512" y="344"/>
                  </a:lnTo>
                  <a:lnTo>
                    <a:pt x="527" y="326"/>
                  </a:lnTo>
                  <a:lnTo>
                    <a:pt x="538" y="307"/>
                  </a:lnTo>
                  <a:lnTo>
                    <a:pt x="548" y="287"/>
                  </a:lnTo>
                  <a:lnTo>
                    <a:pt x="555" y="266"/>
                  </a:lnTo>
                  <a:lnTo>
                    <a:pt x="560" y="243"/>
                  </a:lnTo>
                  <a:lnTo>
                    <a:pt x="561" y="221"/>
                  </a:lnTo>
                  <a:lnTo>
                    <a:pt x="560" y="198"/>
                  </a:lnTo>
                  <a:lnTo>
                    <a:pt x="555" y="176"/>
                  </a:lnTo>
                  <a:lnTo>
                    <a:pt x="548" y="155"/>
                  </a:lnTo>
                  <a:lnTo>
                    <a:pt x="538" y="134"/>
                  </a:lnTo>
                  <a:lnTo>
                    <a:pt x="527" y="115"/>
                  </a:lnTo>
                  <a:lnTo>
                    <a:pt x="512" y="97"/>
                  </a:lnTo>
                  <a:lnTo>
                    <a:pt x="497" y="80"/>
                  </a:lnTo>
                  <a:lnTo>
                    <a:pt x="479" y="65"/>
                  </a:lnTo>
                  <a:lnTo>
                    <a:pt x="458" y="50"/>
                  </a:lnTo>
                  <a:lnTo>
                    <a:pt x="437" y="38"/>
                  </a:lnTo>
                  <a:lnTo>
                    <a:pt x="413" y="27"/>
                  </a:lnTo>
                  <a:lnTo>
                    <a:pt x="390" y="16"/>
                  </a:lnTo>
                  <a:lnTo>
                    <a:pt x="364" y="10"/>
                  </a:lnTo>
                  <a:lnTo>
                    <a:pt x="337" y="4"/>
                  </a:lnTo>
                  <a:lnTo>
                    <a:pt x="309" y="1"/>
                  </a:lnTo>
                  <a:lnTo>
                    <a:pt x="281" y="0"/>
                  </a:lnTo>
                  <a:lnTo>
                    <a:pt x="252" y="1"/>
                  </a:lnTo>
                  <a:lnTo>
                    <a:pt x="225" y="4"/>
                  </a:lnTo>
                  <a:lnTo>
                    <a:pt x="198" y="10"/>
                  </a:lnTo>
                  <a:lnTo>
                    <a:pt x="172" y="16"/>
                  </a:lnTo>
                  <a:lnTo>
                    <a:pt x="147" y="27"/>
                  </a:lnTo>
                  <a:lnTo>
                    <a:pt x="123" y="38"/>
                  </a:lnTo>
                  <a:lnTo>
                    <a:pt x="102" y="50"/>
                  </a:lnTo>
                  <a:lnTo>
                    <a:pt x="82" y="65"/>
                  </a:lnTo>
                  <a:lnTo>
                    <a:pt x="64" y="80"/>
                  </a:lnTo>
                  <a:lnTo>
                    <a:pt x="48" y="97"/>
                  </a:lnTo>
                  <a:lnTo>
                    <a:pt x="34" y="115"/>
                  </a:lnTo>
                  <a:lnTo>
                    <a:pt x="22" y="134"/>
                  </a:lnTo>
                  <a:lnTo>
                    <a:pt x="12" y="155"/>
                  </a:lnTo>
                  <a:lnTo>
                    <a:pt x="5" y="176"/>
                  </a:lnTo>
                  <a:lnTo>
                    <a:pt x="1" y="198"/>
                  </a:lnTo>
                  <a:lnTo>
                    <a:pt x="0" y="221"/>
                  </a:lnTo>
                  <a:lnTo>
                    <a:pt x="1" y="243"/>
                  </a:lnTo>
                  <a:lnTo>
                    <a:pt x="5" y="266"/>
                  </a:lnTo>
                  <a:lnTo>
                    <a:pt x="12" y="287"/>
                  </a:lnTo>
                  <a:lnTo>
                    <a:pt x="22" y="307"/>
                  </a:lnTo>
                  <a:lnTo>
                    <a:pt x="34" y="326"/>
                  </a:lnTo>
                  <a:lnTo>
                    <a:pt x="48" y="344"/>
                  </a:lnTo>
                  <a:lnTo>
                    <a:pt x="64" y="361"/>
                  </a:lnTo>
                  <a:lnTo>
                    <a:pt x="82" y="377"/>
                  </a:lnTo>
                  <a:lnTo>
                    <a:pt x="102" y="391"/>
                  </a:lnTo>
                  <a:lnTo>
                    <a:pt x="123" y="404"/>
                  </a:lnTo>
                  <a:lnTo>
                    <a:pt x="147" y="415"/>
                  </a:lnTo>
                  <a:lnTo>
                    <a:pt x="172" y="425"/>
                  </a:lnTo>
                  <a:lnTo>
                    <a:pt x="198" y="432"/>
                  </a:lnTo>
                  <a:lnTo>
                    <a:pt x="225" y="438"/>
                  </a:lnTo>
                  <a:lnTo>
                    <a:pt x="252" y="441"/>
                  </a:lnTo>
                  <a:lnTo>
                    <a:pt x="281" y="442"/>
                  </a:lnTo>
                  <a:close/>
                </a:path>
              </a:pathLst>
            </a:custGeom>
            <a:solidFill>
              <a:srgbClr val="C1D8C1"/>
            </a:solidFill>
            <a:ln w="9525">
              <a:noFill/>
              <a:round/>
              <a:headEnd/>
              <a:tailEnd/>
            </a:ln>
          </p:spPr>
          <p:txBody>
            <a:bodyPr/>
            <a:lstStyle/>
            <a:p>
              <a:endParaRPr lang="de-DE"/>
            </a:p>
          </p:txBody>
        </p:sp>
        <p:sp>
          <p:nvSpPr>
            <p:cNvPr id="89" name="Freeform 80"/>
            <p:cNvSpPr>
              <a:spLocks/>
            </p:cNvSpPr>
            <p:nvPr/>
          </p:nvSpPr>
          <p:spPr bwMode="auto">
            <a:xfrm>
              <a:off x="3760" y="2373"/>
              <a:ext cx="184" cy="145"/>
            </a:xfrm>
            <a:custGeom>
              <a:avLst/>
              <a:gdLst>
                <a:gd name="T0" fmla="*/ 304 w 550"/>
                <a:gd name="T1" fmla="*/ 434 h 435"/>
                <a:gd name="T2" fmla="*/ 358 w 550"/>
                <a:gd name="T3" fmla="*/ 425 h 435"/>
                <a:gd name="T4" fmla="*/ 406 w 550"/>
                <a:gd name="T5" fmla="*/ 409 h 435"/>
                <a:gd name="T6" fmla="*/ 450 w 550"/>
                <a:gd name="T7" fmla="*/ 385 h 435"/>
                <a:gd name="T8" fmla="*/ 487 w 550"/>
                <a:gd name="T9" fmla="*/ 355 h 435"/>
                <a:gd name="T10" fmla="*/ 518 w 550"/>
                <a:gd name="T11" fmla="*/ 320 h 435"/>
                <a:gd name="T12" fmla="*/ 538 w 550"/>
                <a:gd name="T13" fmla="*/ 282 h 435"/>
                <a:gd name="T14" fmla="*/ 549 w 550"/>
                <a:gd name="T15" fmla="*/ 239 h 435"/>
                <a:gd name="T16" fmla="*/ 549 w 550"/>
                <a:gd name="T17" fmla="*/ 194 h 435"/>
                <a:gd name="T18" fmla="*/ 538 w 550"/>
                <a:gd name="T19" fmla="*/ 152 h 435"/>
                <a:gd name="T20" fmla="*/ 518 w 550"/>
                <a:gd name="T21" fmla="*/ 114 h 435"/>
                <a:gd name="T22" fmla="*/ 487 w 550"/>
                <a:gd name="T23" fmla="*/ 79 h 435"/>
                <a:gd name="T24" fmla="*/ 450 w 550"/>
                <a:gd name="T25" fmla="*/ 50 h 435"/>
                <a:gd name="T26" fmla="*/ 406 w 550"/>
                <a:gd name="T27" fmla="*/ 26 h 435"/>
                <a:gd name="T28" fmla="*/ 358 w 550"/>
                <a:gd name="T29" fmla="*/ 10 h 435"/>
                <a:gd name="T30" fmla="*/ 304 w 550"/>
                <a:gd name="T31" fmla="*/ 1 h 435"/>
                <a:gd name="T32" fmla="*/ 248 w 550"/>
                <a:gd name="T33" fmla="*/ 1 h 435"/>
                <a:gd name="T34" fmla="*/ 194 w 550"/>
                <a:gd name="T35" fmla="*/ 10 h 435"/>
                <a:gd name="T36" fmla="*/ 144 w 550"/>
                <a:gd name="T37" fmla="*/ 26 h 435"/>
                <a:gd name="T38" fmla="*/ 100 w 550"/>
                <a:gd name="T39" fmla="*/ 50 h 435"/>
                <a:gd name="T40" fmla="*/ 63 w 550"/>
                <a:gd name="T41" fmla="*/ 79 h 435"/>
                <a:gd name="T42" fmla="*/ 33 w 550"/>
                <a:gd name="T43" fmla="*/ 114 h 435"/>
                <a:gd name="T44" fmla="*/ 13 w 550"/>
                <a:gd name="T45" fmla="*/ 152 h 435"/>
                <a:gd name="T46" fmla="*/ 2 w 550"/>
                <a:gd name="T47" fmla="*/ 194 h 435"/>
                <a:gd name="T48" fmla="*/ 2 w 550"/>
                <a:gd name="T49" fmla="*/ 239 h 435"/>
                <a:gd name="T50" fmla="*/ 13 w 550"/>
                <a:gd name="T51" fmla="*/ 282 h 435"/>
                <a:gd name="T52" fmla="*/ 33 w 550"/>
                <a:gd name="T53" fmla="*/ 320 h 435"/>
                <a:gd name="T54" fmla="*/ 63 w 550"/>
                <a:gd name="T55" fmla="*/ 355 h 435"/>
                <a:gd name="T56" fmla="*/ 100 w 550"/>
                <a:gd name="T57" fmla="*/ 385 h 435"/>
                <a:gd name="T58" fmla="*/ 144 w 550"/>
                <a:gd name="T59" fmla="*/ 409 h 435"/>
                <a:gd name="T60" fmla="*/ 194 w 550"/>
                <a:gd name="T61" fmla="*/ 425 h 435"/>
                <a:gd name="T62" fmla="*/ 248 w 550"/>
                <a:gd name="T63" fmla="*/ 434 h 4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0"/>
                <a:gd name="T97" fmla="*/ 0 h 435"/>
                <a:gd name="T98" fmla="*/ 550 w 550"/>
                <a:gd name="T99" fmla="*/ 435 h 43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0" h="435">
                  <a:moveTo>
                    <a:pt x="276" y="435"/>
                  </a:moveTo>
                  <a:lnTo>
                    <a:pt x="304" y="434"/>
                  </a:lnTo>
                  <a:lnTo>
                    <a:pt x="331" y="430"/>
                  </a:lnTo>
                  <a:lnTo>
                    <a:pt x="358" y="425"/>
                  </a:lnTo>
                  <a:lnTo>
                    <a:pt x="383" y="418"/>
                  </a:lnTo>
                  <a:lnTo>
                    <a:pt x="406" y="409"/>
                  </a:lnTo>
                  <a:lnTo>
                    <a:pt x="430" y="398"/>
                  </a:lnTo>
                  <a:lnTo>
                    <a:pt x="450" y="385"/>
                  </a:lnTo>
                  <a:lnTo>
                    <a:pt x="470" y="371"/>
                  </a:lnTo>
                  <a:lnTo>
                    <a:pt x="487" y="355"/>
                  </a:lnTo>
                  <a:lnTo>
                    <a:pt x="503" y="338"/>
                  </a:lnTo>
                  <a:lnTo>
                    <a:pt x="518" y="320"/>
                  </a:lnTo>
                  <a:lnTo>
                    <a:pt x="529" y="301"/>
                  </a:lnTo>
                  <a:lnTo>
                    <a:pt x="538" y="282"/>
                  </a:lnTo>
                  <a:lnTo>
                    <a:pt x="544" y="261"/>
                  </a:lnTo>
                  <a:lnTo>
                    <a:pt x="549" y="239"/>
                  </a:lnTo>
                  <a:lnTo>
                    <a:pt x="550" y="217"/>
                  </a:lnTo>
                  <a:lnTo>
                    <a:pt x="549" y="194"/>
                  </a:lnTo>
                  <a:lnTo>
                    <a:pt x="544" y="173"/>
                  </a:lnTo>
                  <a:lnTo>
                    <a:pt x="538" y="152"/>
                  </a:lnTo>
                  <a:lnTo>
                    <a:pt x="529" y="133"/>
                  </a:lnTo>
                  <a:lnTo>
                    <a:pt x="518" y="114"/>
                  </a:lnTo>
                  <a:lnTo>
                    <a:pt x="503" y="96"/>
                  </a:lnTo>
                  <a:lnTo>
                    <a:pt x="487" y="79"/>
                  </a:lnTo>
                  <a:lnTo>
                    <a:pt x="470" y="63"/>
                  </a:lnTo>
                  <a:lnTo>
                    <a:pt x="450" y="50"/>
                  </a:lnTo>
                  <a:lnTo>
                    <a:pt x="430" y="37"/>
                  </a:lnTo>
                  <a:lnTo>
                    <a:pt x="406" y="26"/>
                  </a:lnTo>
                  <a:lnTo>
                    <a:pt x="383" y="17"/>
                  </a:lnTo>
                  <a:lnTo>
                    <a:pt x="358" y="10"/>
                  </a:lnTo>
                  <a:lnTo>
                    <a:pt x="331" y="5"/>
                  </a:lnTo>
                  <a:lnTo>
                    <a:pt x="304" y="1"/>
                  </a:lnTo>
                  <a:lnTo>
                    <a:pt x="276" y="0"/>
                  </a:lnTo>
                  <a:lnTo>
                    <a:pt x="248" y="1"/>
                  </a:lnTo>
                  <a:lnTo>
                    <a:pt x="220" y="5"/>
                  </a:lnTo>
                  <a:lnTo>
                    <a:pt x="194" y="10"/>
                  </a:lnTo>
                  <a:lnTo>
                    <a:pt x="168" y="17"/>
                  </a:lnTo>
                  <a:lnTo>
                    <a:pt x="144" y="26"/>
                  </a:lnTo>
                  <a:lnTo>
                    <a:pt x="122" y="37"/>
                  </a:lnTo>
                  <a:lnTo>
                    <a:pt x="100" y="50"/>
                  </a:lnTo>
                  <a:lnTo>
                    <a:pt x="81" y="63"/>
                  </a:lnTo>
                  <a:lnTo>
                    <a:pt x="63" y="79"/>
                  </a:lnTo>
                  <a:lnTo>
                    <a:pt x="48" y="96"/>
                  </a:lnTo>
                  <a:lnTo>
                    <a:pt x="33" y="114"/>
                  </a:lnTo>
                  <a:lnTo>
                    <a:pt x="22" y="133"/>
                  </a:lnTo>
                  <a:lnTo>
                    <a:pt x="13" y="152"/>
                  </a:lnTo>
                  <a:lnTo>
                    <a:pt x="6" y="173"/>
                  </a:lnTo>
                  <a:lnTo>
                    <a:pt x="2" y="194"/>
                  </a:lnTo>
                  <a:lnTo>
                    <a:pt x="0" y="217"/>
                  </a:lnTo>
                  <a:lnTo>
                    <a:pt x="2" y="239"/>
                  </a:lnTo>
                  <a:lnTo>
                    <a:pt x="6" y="261"/>
                  </a:lnTo>
                  <a:lnTo>
                    <a:pt x="13" y="282"/>
                  </a:lnTo>
                  <a:lnTo>
                    <a:pt x="22" y="301"/>
                  </a:lnTo>
                  <a:lnTo>
                    <a:pt x="33" y="320"/>
                  </a:lnTo>
                  <a:lnTo>
                    <a:pt x="48" y="338"/>
                  </a:lnTo>
                  <a:lnTo>
                    <a:pt x="63" y="355"/>
                  </a:lnTo>
                  <a:lnTo>
                    <a:pt x="81" y="371"/>
                  </a:lnTo>
                  <a:lnTo>
                    <a:pt x="100" y="385"/>
                  </a:lnTo>
                  <a:lnTo>
                    <a:pt x="122" y="398"/>
                  </a:lnTo>
                  <a:lnTo>
                    <a:pt x="144" y="409"/>
                  </a:lnTo>
                  <a:lnTo>
                    <a:pt x="168" y="418"/>
                  </a:lnTo>
                  <a:lnTo>
                    <a:pt x="194" y="425"/>
                  </a:lnTo>
                  <a:lnTo>
                    <a:pt x="220" y="430"/>
                  </a:lnTo>
                  <a:lnTo>
                    <a:pt x="248" y="434"/>
                  </a:lnTo>
                  <a:lnTo>
                    <a:pt x="276" y="435"/>
                  </a:lnTo>
                  <a:close/>
                </a:path>
              </a:pathLst>
            </a:custGeom>
            <a:solidFill>
              <a:srgbClr val="C6DDC6"/>
            </a:solidFill>
            <a:ln w="9525">
              <a:noFill/>
              <a:round/>
              <a:headEnd/>
              <a:tailEnd/>
            </a:ln>
          </p:spPr>
          <p:txBody>
            <a:bodyPr/>
            <a:lstStyle/>
            <a:p>
              <a:endParaRPr lang="de-DE"/>
            </a:p>
          </p:txBody>
        </p:sp>
        <p:sp>
          <p:nvSpPr>
            <p:cNvPr id="90" name="Freeform 81"/>
            <p:cNvSpPr>
              <a:spLocks/>
            </p:cNvSpPr>
            <p:nvPr/>
          </p:nvSpPr>
          <p:spPr bwMode="auto">
            <a:xfrm>
              <a:off x="3762" y="2375"/>
              <a:ext cx="180" cy="142"/>
            </a:xfrm>
            <a:custGeom>
              <a:avLst/>
              <a:gdLst>
                <a:gd name="T0" fmla="*/ 298 w 541"/>
                <a:gd name="T1" fmla="*/ 425 h 426"/>
                <a:gd name="T2" fmla="*/ 351 w 541"/>
                <a:gd name="T3" fmla="*/ 416 h 426"/>
                <a:gd name="T4" fmla="*/ 399 w 541"/>
                <a:gd name="T5" fmla="*/ 400 h 426"/>
                <a:gd name="T6" fmla="*/ 442 w 541"/>
                <a:gd name="T7" fmla="*/ 378 h 426"/>
                <a:gd name="T8" fmla="*/ 479 w 541"/>
                <a:gd name="T9" fmla="*/ 349 h 426"/>
                <a:gd name="T10" fmla="*/ 508 w 541"/>
                <a:gd name="T11" fmla="*/ 315 h 426"/>
                <a:gd name="T12" fmla="*/ 528 w 541"/>
                <a:gd name="T13" fmla="*/ 277 h 426"/>
                <a:gd name="T14" fmla="*/ 539 w 541"/>
                <a:gd name="T15" fmla="*/ 234 h 426"/>
                <a:gd name="T16" fmla="*/ 539 w 541"/>
                <a:gd name="T17" fmla="*/ 191 h 426"/>
                <a:gd name="T18" fmla="*/ 528 w 541"/>
                <a:gd name="T19" fmla="*/ 149 h 426"/>
                <a:gd name="T20" fmla="*/ 508 w 541"/>
                <a:gd name="T21" fmla="*/ 111 h 426"/>
                <a:gd name="T22" fmla="*/ 479 w 541"/>
                <a:gd name="T23" fmla="*/ 77 h 426"/>
                <a:gd name="T24" fmla="*/ 442 w 541"/>
                <a:gd name="T25" fmla="*/ 48 h 426"/>
                <a:gd name="T26" fmla="*/ 399 w 541"/>
                <a:gd name="T27" fmla="*/ 25 h 426"/>
                <a:gd name="T28" fmla="*/ 351 w 541"/>
                <a:gd name="T29" fmla="*/ 10 h 426"/>
                <a:gd name="T30" fmla="*/ 298 w 541"/>
                <a:gd name="T31" fmla="*/ 1 h 426"/>
                <a:gd name="T32" fmla="*/ 243 w 541"/>
                <a:gd name="T33" fmla="*/ 1 h 426"/>
                <a:gd name="T34" fmla="*/ 190 w 541"/>
                <a:gd name="T35" fmla="*/ 10 h 426"/>
                <a:gd name="T36" fmla="*/ 142 w 541"/>
                <a:gd name="T37" fmla="*/ 25 h 426"/>
                <a:gd name="T38" fmla="*/ 99 w 541"/>
                <a:gd name="T39" fmla="*/ 48 h 426"/>
                <a:gd name="T40" fmla="*/ 62 w 541"/>
                <a:gd name="T41" fmla="*/ 77 h 426"/>
                <a:gd name="T42" fmla="*/ 33 w 541"/>
                <a:gd name="T43" fmla="*/ 111 h 426"/>
                <a:gd name="T44" fmla="*/ 12 w 541"/>
                <a:gd name="T45" fmla="*/ 149 h 426"/>
                <a:gd name="T46" fmla="*/ 1 w 541"/>
                <a:gd name="T47" fmla="*/ 191 h 426"/>
                <a:gd name="T48" fmla="*/ 1 w 541"/>
                <a:gd name="T49" fmla="*/ 234 h 426"/>
                <a:gd name="T50" fmla="*/ 12 w 541"/>
                <a:gd name="T51" fmla="*/ 277 h 426"/>
                <a:gd name="T52" fmla="*/ 33 w 541"/>
                <a:gd name="T53" fmla="*/ 315 h 426"/>
                <a:gd name="T54" fmla="*/ 62 w 541"/>
                <a:gd name="T55" fmla="*/ 349 h 426"/>
                <a:gd name="T56" fmla="*/ 99 w 541"/>
                <a:gd name="T57" fmla="*/ 378 h 426"/>
                <a:gd name="T58" fmla="*/ 142 w 541"/>
                <a:gd name="T59" fmla="*/ 400 h 426"/>
                <a:gd name="T60" fmla="*/ 190 w 541"/>
                <a:gd name="T61" fmla="*/ 416 h 426"/>
                <a:gd name="T62" fmla="*/ 243 w 541"/>
                <a:gd name="T63" fmla="*/ 425 h 4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41"/>
                <a:gd name="T97" fmla="*/ 0 h 426"/>
                <a:gd name="T98" fmla="*/ 541 w 541"/>
                <a:gd name="T99" fmla="*/ 426 h 4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41" h="426">
                  <a:moveTo>
                    <a:pt x="271" y="426"/>
                  </a:moveTo>
                  <a:lnTo>
                    <a:pt x="298" y="425"/>
                  </a:lnTo>
                  <a:lnTo>
                    <a:pt x="325" y="422"/>
                  </a:lnTo>
                  <a:lnTo>
                    <a:pt x="351" y="416"/>
                  </a:lnTo>
                  <a:lnTo>
                    <a:pt x="375" y="409"/>
                  </a:lnTo>
                  <a:lnTo>
                    <a:pt x="399" y="400"/>
                  </a:lnTo>
                  <a:lnTo>
                    <a:pt x="421" y="390"/>
                  </a:lnTo>
                  <a:lnTo>
                    <a:pt x="442" y="378"/>
                  </a:lnTo>
                  <a:lnTo>
                    <a:pt x="462" y="363"/>
                  </a:lnTo>
                  <a:lnTo>
                    <a:pt x="479" y="349"/>
                  </a:lnTo>
                  <a:lnTo>
                    <a:pt x="495" y="332"/>
                  </a:lnTo>
                  <a:lnTo>
                    <a:pt x="508" y="315"/>
                  </a:lnTo>
                  <a:lnTo>
                    <a:pt x="519" y="296"/>
                  </a:lnTo>
                  <a:lnTo>
                    <a:pt x="528" y="277"/>
                  </a:lnTo>
                  <a:lnTo>
                    <a:pt x="535" y="255"/>
                  </a:lnTo>
                  <a:lnTo>
                    <a:pt x="539" y="234"/>
                  </a:lnTo>
                  <a:lnTo>
                    <a:pt x="541" y="213"/>
                  </a:lnTo>
                  <a:lnTo>
                    <a:pt x="539" y="191"/>
                  </a:lnTo>
                  <a:lnTo>
                    <a:pt x="535" y="170"/>
                  </a:lnTo>
                  <a:lnTo>
                    <a:pt x="528" y="149"/>
                  </a:lnTo>
                  <a:lnTo>
                    <a:pt x="519" y="130"/>
                  </a:lnTo>
                  <a:lnTo>
                    <a:pt x="508" y="111"/>
                  </a:lnTo>
                  <a:lnTo>
                    <a:pt x="495" y="94"/>
                  </a:lnTo>
                  <a:lnTo>
                    <a:pt x="479" y="77"/>
                  </a:lnTo>
                  <a:lnTo>
                    <a:pt x="462" y="62"/>
                  </a:lnTo>
                  <a:lnTo>
                    <a:pt x="442" y="48"/>
                  </a:lnTo>
                  <a:lnTo>
                    <a:pt x="421" y="35"/>
                  </a:lnTo>
                  <a:lnTo>
                    <a:pt x="399" y="25"/>
                  </a:lnTo>
                  <a:lnTo>
                    <a:pt x="375" y="16"/>
                  </a:lnTo>
                  <a:lnTo>
                    <a:pt x="351" y="10"/>
                  </a:lnTo>
                  <a:lnTo>
                    <a:pt x="325" y="4"/>
                  </a:lnTo>
                  <a:lnTo>
                    <a:pt x="298" y="1"/>
                  </a:lnTo>
                  <a:lnTo>
                    <a:pt x="271" y="0"/>
                  </a:lnTo>
                  <a:lnTo>
                    <a:pt x="243" y="1"/>
                  </a:lnTo>
                  <a:lnTo>
                    <a:pt x="216" y="4"/>
                  </a:lnTo>
                  <a:lnTo>
                    <a:pt x="190" y="10"/>
                  </a:lnTo>
                  <a:lnTo>
                    <a:pt x="165" y="16"/>
                  </a:lnTo>
                  <a:lnTo>
                    <a:pt x="142" y="25"/>
                  </a:lnTo>
                  <a:lnTo>
                    <a:pt x="119" y="35"/>
                  </a:lnTo>
                  <a:lnTo>
                    <a:pt x="99" y="48"/>
                  </a:lnTo>
                  <a:lnTo>
                    <a:pt x="80" y="62"/>
                  </a:lnTo>
                  <a:lnTo>
                    <a:pt x="62" y="77"/>
                  </a:lnTo>
                  <a:lnTo>
                    <a:pt x="46" y="94"/>
                  </a:lnTo>
                  <a:lnTo>
                    <a:pt x="33" y="111"/>
                  </a:lnTo>
                  <a:lnTo>
                    <a:pt x="21" y="130"/>
                  </a:lnTo>
                  <a:lnTo>
                    <a:pt x="12" y="149"/>
                  </a:lnTo>
                  <a:lnTo>
                    <a:pt x="6" y="170"/>
                  </a:lnTo>
                  <a:lnTo>
                    <a:pt x="1" y="191"/>
                  </a:lnTo>
                  <a:lnTo>
                    <a:pt x="0" y="213"/>
                  </a:lnTo>
                  <a:lnTo>
                    <a:pt x="1" y="234"/>
                  </a:lnTo>
                  <a:lnTo>
                    <a:pt x="6" y="255"/>
                  </a:lnTo>
                  <a:lnTo>
                    <a:pt x="12" y="277"/>
                  </a:lnTo>
                  <a:lnTo>
                    <a:pt x="21" y="296"/>
                  </a:lnTo>
                  <a:lnTo>
                    <a:pt x="33" y="315"/>
                  </a:lnTo>
                  <a:lnTo>
                    <a:pt x="46" y="332"/>
                  </a:lnTo>
                  <a:lnTo>
                    <a:pt x="62" y="349"/>
                  </a:lnTo>
                  <a:lnTo>
                    <a:pt x="80" y="363"/>
                  </a:lnTo>
                  <a:lnTo>
                    <a:pt x="99" y="378"/>
                  </a:lnTo>
                  <a:lnTo>
                    <a:pt x="119" y="390"/>
                  </a:lnTo>
                  <a:lnTo>
                    <a:pt x="142" y="400"/>
                  </a:lnTo>
                  <a:lnTo>
                    <a:pt x="165" y="409"/>
                  </a:lnTo>
                  <a:lnTo>
                    <a:pt x="190" y="416"/>
                  </a:lnTo>
                  <a:lnTo>
                    <a:pt x="216" y="422"/>
                  </a:lnTo>
                  <a:lnTo>
                    <a:pt x="243" y="425"/>
                  </a:lnTo>
                  <a:lnTo>
                    <a:pt x="271" y="426"/>
                  </a:lnTo>
                  <a:close/>
                </a:path>
              </a:pathLst>
            </a:custGeom>
            <a:solidFill>
              <a:srgbClr val="CEE2CE"/>
            </a:solidFill>
            <a:ln w="9525">
              <a:noFill/>
              <a:round/>
              <a:headEnd/>
              <a:tailEnd/>
            </a:ln>
          </p:spPr>
          <p:txBody>
            <a:bodyPr/>
            <a:lstStyle/>
            <a:p>
              <a:endParaRPr lang="de-DE"/>
            </a:p>
          </p:txBody>
        </p:sp>
        <p:sp>
          <p:nvSpPr>
            <p:cNvPr id="91" name="Freeform 82"/>
            <p:cNvSpPr>
              <a:spLocks/>
            </p:cNvSpPr>
            <p:nvPr/>
          </p:nvSpPr>
          <p:spPr bwMode="auto">
            <a:xfrm>
              <a:off x="3764" y="2376"/>
              <a:ext cx="176" cy="140"/>
            </a:xfrm>
            <a:custGeom>
              <a:avLst/>
              <a:gdLst>
                <a:gd name="T0" fmla="*/ 292 w 529"/>
                <a:gd name="T1" fmla="*/ 418 h 419"/>
                <a:gd name="T2" fmla="*/ 344 w 529"/>
                <a:gd name="T3" fmla="*/ 410 h 419"/>
                <a:gd name="T4" fmla="*/ 391 w 529"/>
                <a:gd name="T5" fmla="*/ 393 h 419"/>
                <a:gd name="T6" fmla="*/ 433 w 529"/>
                <a:gd name="T7" fmla="*/ 370 h 419"/>
                <a:gd name="T8" fmla="*/ 468 w 529"/>
                <a:gd name="T9" fmla="*/ 342 h 419"/>
                <a:gd name="T10" fmla="*/ 498 w 529"/>
                <a:gd name="T11" fmla="*/ 309 h 419"/>
                <a:gd name="T12" fmla="*/ 517 w 529"/>
                <a:gd name="T13" fmla="*/ 272 h 419"/>
                <a:gd name="T14" fmla="*/ 528 w 529"/>
                <a:gd name="T15" fmla="*/ 230 h 419"/>
                <a:gd name="T16" fmla="*/ 528 w 529"/>
                <a:gd name="T17" fmla="*/ 187 h 419"/>
                <a:gd name="T18" fmla="*/ 517 w 529"/>
                <a:gd name="T19" fmla="*/ 147 h 419"/>
                <a:gd name="T20" fmla="*/ 498 w 529"/>
                <a:gd name="T21" fmla="*/ 109 h 419"/>
                <a:gd name="T22" fmla="*/ 468 w 529"/>
                <a:gd name="T23" fmla="*/ 76 h 419"/>
                <a:gd name="T24" fmla="*/ 433 w 529"/>
                <a:gd name="T25" fmla="*/ 47 h 419"/>
                <a:gd name="T26" fmla="*/ 391 w 529"/>
                <a:gd name="T27" fmla="*/ 25 h 419"/>
                <a:gd name="T28" fmla="*/ 344 w 529"/>
                <a:gd name="T29" fmla="*/ 9 h 419"/>
                <a:gd name="T30" fmla="*/ 292 w 529"/>
                <a:gd name="T31" fmla="*/ 1 h 419"/>
                <a:gd name="T32" fmla="*/ 238 w 529"/>
                <a:gd name="T33" fmla="*/ 1 h 419"/>
                <a:gd name="T34" fmla="*/ 186 w 529"/>
                <a:gd name="T35" fmla="*/ 9 h 419"/>
                <a:gd name="T36" fmla="*/ 138 w 529"/>
                <a:gd name="T37" fmla="*/ 25 h 419"/>
                <a:gd name="T38" fmla="*/ 96 w 529"/>
                <a:gd name="T39" fmla="*/ 47 h 419"/>
                <a:gd name="T40" fmla="*/ 60 w 529"/>
                <a:gd name="T41" fmla="*/ 76 h 419"/>
                <a:gd name="T42" fmla="*/ 31 w 529"/>
                <a:gd name="T43" fmla="*/ 109 h 419"/>
                <a:gd name="T44" fmla="*/ 12 w 529"/>
                <a:gd name="T45" fmla="*/ 147 h 419"/>
                <a:gd name="T46" fmla="*/ 1 w 529"/>
                <a:gd name="T47" fmla="*/ 187 h 419"/>
                <a:gd name="T48" fmla="*/ 1 w 529"/>
                <a:gd name="T49" fmla="*/ 230 h 419"/>
                <a:gd name="T50" fmla="*/ 12 w 529"/>
                <a:gd name="T51" fmla="*/ 272 h 419"/>
                <a:gd name="T52" fmla="*/ 31 w 529"/>
                <a:gd name="T53" fmla="*/ 309 h 419"/>
                <a:gd name="T54" fmla="*/ 60 w 529"/>
                <a:gd name="T55" fmla="*/ 342 h 419"/>
                <a:gd name="T56" fmla="*/ 96 w 529"/>
                <a:gd name="T57" fmla="*/ 370 h 419"/>
                <a:gd name="T58" fmla="*/ 138 w 529"/>
                <a:gd name="T59" fmla="*/ 393 h 419"/>
                <a:gd name="T60" fmla="*/ 186 w 529"/>
                <a:gd name="T61" fmla="*/ 410 h 419"/>
                <a:gd name="T62" fmla="*/ 238 w 529"/>
                <a:gd name="T63" fmla="*/ 418 h 4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29"/>
                <a:gd name="T97" fmla="*/ 0 h 419"/>
                <a:gd name="T98" fmla="*/ 529 w 529"/>
                <a:gd name="T99" fmla="*/ 419 h 4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29" h="419">
                  <a:moveTo>
                    <a:pt x="265" y="419"/>
                  </a:moveTo>
                  <a:lnTo>
                    <a:pt x="292" y="418"/>
                  </a:lnTo>
                  <a:lnTo>
                    <a:pt x="318" y="414"/>
                  </a:lnTo>
                  <a:lnTo>
                    <a:pt x="344" y="410"/>
                  </a:lnTo>
                  <a:lnTo>
                    <a:pt x="368" y="402"/>
                  </a:lnTo>
                  <a:lnTo>
                    <a:pt x="391" y="393"/>
                  </a:lnTo>
                  <a:lnTo>
                    <a:pt x="412" y="383"/>
                  </a:lnTo>
                  <a:lnTo>
                    <a:pt x="433" y="370"/>
                  </a:lnTo>
                  <a:lnTo>
                    <a:pt x="451" y="357"/>
                  </a:lnTo>
                  <a:lnTo>
                    <a:pt x="468" y="342"/>
                  </a:lnTo>
                  <a:lnTo>
                    <a:pt x="484" y="326"/>
                  </a:lnTo>
                  <a:lnTo>
                    <a:pt x="498" y="309"/>
                  </a:lnTo>
                  <a:lnTo>
                    <a:pt x="509" y="291"/>
                  </a:lnTo>
                  <a:lnTo>
                    <a:pt x="517" y="272"/>
                  </a:lnTo>
                  <a:lnTo>
                    <a:pt x="523" y="251"/>
                  </a:lnTo>
                  <a:lnTo>
                    <a:pt x="528" y="230"/>
                  </a:lnTo>
                  <a:lnTo>
                    <a:pt x="529" y="209"/>
                  </a:lnTo>
                  <a:lnTo>
                    <a:pt x="528" y="187"/>
                  </a:lnTo>
                  <a:lnTo>
                    <a:pt x="523" y="166"/>
                  </a:lnTo>
                  <a:lnTo>
                    <a:pt x="517" y="147"/>
                  </a:lnTo>
                  <a:lnTo>
                    <a:pt x="509" y="127"/>
                  </a:lnTo>
                  <a:lnTo>
                    <a:pt x="498" y="109"/>
                  </a:lnTo>
                  <a:lnTo>
                    <a:pt x="484" y="92"/>
                  </a:lnTo>
                  <a:lnTo>
                    <a:pt x="468" y="76"/>
                  </a:lnTo>
                  <a:lnTo>
                    <a:pt x="451" y="61"/>
                  </a:lnTo>
                  <a:lnTo>
                    <a:pt x="433" y="47"/>
                  </a:lnTo>
                  <a:lnTo>
                    <a:pt x="412" y="36"/>
                  </a:lnTo>
                  <a:lnTo>
                    <a:pt x="391" y="25"/>
                  </a:lnTo>
                  <a:lnTo>
                    <a:pt x="368" y="17"/>
                  </a:lnTo>
                  <a:lnTo>
                    <a:pt x="344" y="9"/>
                  </a:lnTo>
                  <a:lnTo>
                    <a:pt x="318" y="4"/>
                  </a:lnTo>
                  <a:lnTo>
                    <a:pt x="292" y="1"/>
                  </a:lnTo>
                  <a:lnTo>
                    <a:pt x="265" y="0"/>
                  </a:lnTo>
                  <a:lnTo>
                    <a:pt x="238" y="1"/>
                  </a:lnTo>
                  <a:lnTo>
                    <a:pt x="211" y="4"/>
                  </a:lnTo>
                  <a:lnTo>
                    <a:pt x="186" y="9"/>
                  </a:lnTo>
                  <a:lnTo>
                    <a:pt x="161" y="17"/>
                  </a:lnTo>
                  <a:lnTo>
                    <a:pt x="138" y="25"/>
                  </a:lnTo>
                  <a:lnTo>
                    <a:pt x="116" y="36"/>
                  </a:lnTo>
                  <a:lnTo>
                    <a:pt x="96" y="47"/>
                  </a:lnTo>
                  <a:lnTo>
                    <a:pt x="77" y="61"/>
                  </a:lnTo>
                  <a:lnTo>
                    <a:pt x="60" y="76"/>
                  </a:lnTo>
                  <a:lnTo>
                    <a:pt x="45" y="92"/>
                  </a:lnTo>
                  <a:lnTo>
                    <a:pt x="31" y="109"/>
                  </a:lnTo>
                  <a:lnTo>
                    <a:pt x="20" y="127"/>
                  </a:lnTo>
                  <a:lnTo>
                    <a:pt x="12" y="147"/>
                  </a:lnTo>
                  <a:lnTo>
                    <a:pt x="5" y="166"/>
                  </a:lnTo>
                  <a:lnTo>
                    <a:pt x="1" y="187"/>
                  </a:lnTo>
                  <a:lnTo>
                    <a:pt x="0" y="209"/>
                  </a:lnTo>
                  <a:lnTo>
                    <a:pt x="1" y="230"/>
                  </a:lnTo>
                  <a:lnTo>
                    <a:pt x="5" y="251"/>
                  </a:lnTo>
                  <a:lnTo>
                    <a:pt x="12" y="272"/>
                  </a:lnTo>
                  <a:lnTo>
                    <a:pt x="20" y="291"/>
                  </a:lnTo>
                  <a:lnTo>
                    <a:pt x="31" y="309"/>
                  </a:lnTo>
                  <a:lnTo>
                    <a:pt x="45" y="326"/>
                  </a:lnTo>
                  <a:lnTo>
                    <a:pt x="60" y="342"/>
                  </a:lnTo>
                  <a:lnTo>
                    <a:pt x="77" y="357"/>
                  </a:lnTo>
                  <a:lnTo>
                    <a:pt x="96" y="370"/>
                  </a:lnTo>
                  <a:lnTo>
                    <a:pt x="116" y="383"/>
                  </a:lnTo>
                  <a:lnTo>
                    <a:pt x="138" y="393"/>
                  </a:lnTo>
                  <a:lnTo>
                    <a:pt x="161" y="402"/>
                  </a:lnTo>
                  <a:lnTo>
                    <a:pt x="186" y="410"/>
                  </a:lnTo>
                  <a:lnTo>
                    <a:pt x="211" y="414"/>
                  </a:lnTo>
                  <a:lnTo>
                    <a:pt x="238" y="418"/>
                  </a:lnTo>
                  <a:lnTo>
                    <a:pt x="265" y="419"/>
                  </a:lnTo>
                  <a:close/>
                </a:path>
              </a:pathLst>
            </a:custGeom>
            <a:solidFill>
              <a:srgbClr val="D3E5D3"/>
            </a:solidFill>
            <a:ln w="9525">
              <a:noFill/>
              <a:round/>
              <a:headEnd/>
              <a:tailEnd/>
            </a:ln>
          </p:spPr>
          <p:txBody>
            <a:bodyPr/>
            <a:lstStyle/>
            <a:p>
              <a:endParaRPr lang="de-DE"/>
            </a:p>
          </p:txBody>
        </p:sp>
        <p:sp>
          <p:nvSpPr>
            <p:cNvPr id="92" name="Freeform 83"/>
            <p:cNvSpPr>
              <a:spLocks/>
            </p:cNvSpPr>
            <p:nvPr/>
          </p:nvSpPr>
          <p:spPr bwMode="auto">
            <a:xfrm>
              <a:off x="3765" y="2377"/>
              <a:ext cx="174" cy="137"/>
            </a:xfrm>
            <a:custGeom>
              <a:avLst/>
              <a:gdLst>
                <a:gd name="T0" fmla="*/ 288 w 520"/>
                <a:gd name="T1" fmla="*/ 410 h 411"/>
                <a:gd name="T2" fmla="*/ 337 w 520"/>
                <a:gd name="T3" fmla="*/ 402 h 411"/>
                <a:gd name="T4" fmla="*/ 384 w 520"/>
                <a:gd name="T5" fmla="*/ 387 h 411"/>
                <a:gd name="T6" fmla="*/ 426 w 520"/>
                <a:gd name="T7" fmla="*/ 364 h 411"/>
                <a:gd name="T8" fmla="*/ 461 w 520"/>
                <a:gd name="T9" fmla="*/ 336 h 411"/>
                <a:gd name="T10" fmla="*/ 489 w 520"/>
                <a:gd name="T11" fmla="*/ 304 h 411"/>
                <a:gd name="T12" fmla="*/ 509 w 520"/>
                <a:gd name="T13" fmla="*/ 266 h 411"/>
                <a:gd name="T14" fmla="*/ 519 w 520"/>
                <a:gd name="T15" fmla="*/ 227 h 411"/>
                <a:gd name="T16" fmla="*/ 519 w 520"/>
                <a:gd name="T17" fmla="*/ 184 h 411"/>
                <a:gd name="T18" fmla="*/ 509 w 520"/>
                <a:gd name="T19" fmla="*/ 145 h 411"/>
                <a:gd name="T20" fmla="*/ 489 w 520"/>
                <a:gd name="T21" fmla="*/ 108 h 411"/>
                <a:gd name="T22" fmla="*/ 461 w 520"/>
                <a:gd name="T23" fmla="*/ 76 h 411"/>
                <a:gd name="T24" fmla="*/ 426 w 520"/>
                <a:gd name="T25" fmla="*/ 48 h 411"/>
                <a:gd name="T26" fmla="*/ 384 w 520"/>
                <a:gd name="T27" fmla="*/ 25 h 411"/>
                <a:gd name="T28" fmla="*/ 337 w 520"/>
                <a:gd name="T29" fmla="*/ 9 h 411"/>
                <a:gd name="T30" fmla="*/ 288 w 520"/>
                <a:gd name="T31" fmla="*/ 1 h 411"/>
                <a:gd name="T32" fmla="*/ 234 w 520"/>
                <a:gd name="T33" fmla="*/ 1 h 411"/>
                <a:gd name="T34" fmla="*/ 183 w 520"/>
                <a:gd name="T35" fmla="*/ 9 h 411"/>
                <a:gd name="T36" fmla="*/ 136 w 520"/>
                <a:gd name="T37" fmla="*/ 25 h 411"/>
                <a:gd name="T38" fmla="*/ 94 w 520"/>
                <a:gd name="T39" fmla="*/ 48 h 411"/>
                <a:gd name="T40" fmla="*/ 60 w 520"/>
                <a:gd name="T41" fmla="*/ 76 h 411"/>
                <a:gd name="T42" fmla="*/ 32 w 520"/>
                <a:gd name="T43" fmla="*/ 108 h 411"/>
                <a:gd name="T44" fmla="*/ 11 w 520"/>
                <a:gd name="T45" fmla="*/ 145 h 411"/>
                <a:gd name="T46" fmla="*/ 1 w 520"/>
                <a:gd name="T47" fmla="*/ 184 h 411"/>
                <a:gd name="T48" fmla="*/ 1 w 520"/>
                <a:gd name="T49" fmla="*/ 227 h 411"/>
                <a:gd name="T50" fmla="*/ 11 w 520"/>
                <a:gd name="T51" fmla="*/ 266 h 411"/>
                <a:gd name="T52" fmla="*/ 32 w 520"/>
                <a:gd name="T53" fmla="*/ 304 h 411"/>
                <a:gd name="T54" fmla="*/ 60 w 520"/>
                <a:gd name="T55" fmla="*/ 336 h 411"/>
                <a:gd name="T56" fmla="*/ 94 w 520"/>
                <a:gd name="T57" fmla="*/ 364 h 411"/>
                <a:gd name="T58" fmla="*/ 136 w 520"/>
                <a:gd name="T59" fmla="*/ 387 h 411"/>
                <a:gd name="T60" fmla="*/ 183 w 520"/>
                <a:gd name="T61" fmla="*/ 402 h 411"/>
                <a:gd name="T62" fmla="*/ 234 w 520"/>
                <a:gd name="T63" fmla="*/ 410 h 4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20"/>
                <a:gd name="T97" fmla="*/ 0 h 411"/>
                <a:gd name="T98" fmla="*/ 520 w 520"/>
                <a:gd name="T99" fmla="*/ 411 h 4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20" h="411">
                  <a:moveTo>
                    <a:pt x="261" y="411"/>
                  </a:moveTo>
                  <a:lnTo>
                    <a:pt x="288" y="410"/>
                  </a:lnTo>
                  <a:lnTo>
                    <a:pt x="313" y="407"/>
                  </a:lnTo>
                  <a:lnTo>
                    <a:pt x="337" y="402"/>
                  </a:lnTo>
                  <a:lnTo>
                    <a:pt x="362" y="396"/>
                  </a:lnTo>
                  <a:lnTo>
                    <a:pt x="384" y="387"/>
                  </a:lnTo>
                  <a:lnTo>
                    <a:pt x="406" y="376"/>
                  </a:lnTo>
                  <a:lnTo>
                    <a:pt x="426" y="364"/>
                  </a:lnTo>
                  <a:lnTo>
                    <a:pt x="444" y="351"/>
                  </a:lnTo>
                  <a:lnTo>
                    <a:pt x="461" y="336"/>
                  </a:lnTo>
                  <a:lnTo>
                    <a:pt x="476" y="320"/>
                  </a:lnTo>
                  <a:lnTo>
                    <a:pt x="489" y="304"/>
                  </a:lnTo>
                  <a:lnTo>
                    <a:pt x="500" y="286"/>
                  </a:lnTo>
                  <a:lnTo>
                    <a:pt x="509" y="266"/>
                  </a:lnTo>
                  <a:lnTo>
                    <a:pt x="515" y="247"/>
                  </a:lnTo>
                  <a:lnTo>
                    <a:pt x="519" y="227"/>
                  </a:lnTo>
                  <a:lnTo>
                    <a:pt x="520" y="206"/>
                  </a:lnTo>
                  <a:lnTo>
                    <a:pt x="519" y="184"/>
                  </a:lnTo>
                  <a:lnTo>
                    <a:pt x="515" y="164"/>
                  </a:lnTo>
                  <a:lnTo>
                    <a:pt x="509" y="145"/>
                  </a:lnTo>
                  <a:lnTo>
                    <a:pt x="500" y="126"/>
                  </a:lnTo>
                  <a:lnTo>
                    <a:pt x="489" y="108"/>
                  </a:lnTo>
                  <a:lnTo>
                    <a:pt x="476" y="91"/>
                  </a:lnTo>
                  <a:lnTo>
                    <a:pt x="461" y="76"/>
                  </a:lnTo>
                  <a:lnTo>
                    <a:pt x="444" y="61"/>
                  </a:lnTo>
                  <a:lnTo>
                    <a:pt x="426" y="48"/>
                  </a:lnTo>
                  <a:lnTo>
                    <a:pt x="406" y="35"/>
                  </a:lnTo>
                  <a:lnTo>
                    <a:pt x="384" y="25"/>
                  </a:lnTo>
                  <a:lnTo>
                    <a:pt x="362" y="16"/>
                  </a:lnTo>
                  <a:lnTo>
                    <a:pt x="337" y="9"/>
                  </a:lnTo>
                  <a:lnTo>
                    <a:pt x="313" y="5"/>
                  </a:lnTo>
                  <a:lnTo>
                    <a:pt x="288" y="1"/>
                  </a:lnTo>
                  <a:lnTo>
                    <a:pt x="261" y="0"/>
                  </a:lnTo>
                  <a:lnTo>
                    <a:pt x="234" y="1"/>
                  </a:lnTo>
                  <a:lnTo>
                    <a:pt x="208" y="5"/>
                  </a:lnTo>
                  <a:lnTo>
                    <a:pt x="183" y="9"/>
                  </a:lnTo>
                  <a:lnTo>
                    <a:pt x="160" y="16"/>
                  </a:lnTo>
                  <a:lnTo>
                    <a:pt x="136" y="25"/>
                  </a:lnTo>
                  <a:lnTo>
                    <a:pt x="115" y="35"/>
                  </a:lnTo>
                  <a:lnTo>
                    <a:pt x="94" y="48"/>
                  </a:lnTo>
                  <a:lnTo>
                    <a:pt x="76" y="61"/>
                  </a:lnTo>
                  <a:lnTo>
                    <a:pt x="60" y="76"/>
                  </a:lnTo>
                  <a:lnTo>
                    <a:pt x="45" y="91"/>
                  </a:lnTo>
                  <a:lnTo>
                    <a:pt x="32" y="108"/>
                  </a:lnTo>
                  <a:lnTo>
                    <a:pt x="20" y="126"/>
                  </a:lnTo>
                  <a:lnTo>
                    <a:pt x="11" y="145"/>
                  </a:lnTo>
                  <a:lnTo>
                    <a:pt x="6" y="164"/>
                  </a:lnTo>
                  <a:lnTo>
                    <a:pt x="1" y="184"/>
                  </a:lnTo>
                  <a:lnTo>
                    <a:pt x="0" y="206"/>
                  </a:lnTo>
                  <a:lnTo>
                    <a:pt x="1" y="227"/>
                  </a:lnTo>
                  <a:lnTo>
                    <a:pt x="6" y="247"/>
                  </a:lnTo>
                  <a:lnTo>
                    <a:pt x="11" y="266"/>
                  </a:lnTo>
                  <a:lnTo>
                    <a:pt x="20" y="286"/>
                  </a:lnTo>
                  <a:lnTo>
                    <a:pt x="32" y="304"/>
                  </a:lnTo>
                  <a:lnTo>
                    <a:pt x="45" y="320"/>
                  </a:lnTo>
                  <a:lnTo>
                    <a:pt x="60" y="336"/>
                  </a:lnTo>
                  <a:lnTo>
                    <a:pt x="76" y="351"/>
                  </a:lnTo>
                  <a:lnTo>
                    <a:pt x="94" y="364"/>
                  </a:lnTo>
                  <a:lnTo>
                    <a:pt x="115" y="376"/>
                  </a:lnTo>
                  <a:lnTo>
                    <a:pt x="136" y="387"/>
                  </a:lnTo>
                  <a:lnTo>
                    <a:pt x="160" y="396"/>
                  </a:lnTo>
                  <a:lnTo>
                    <a:pt x="183" y="402"/>
                  </a:lnTo>
                  <a:lnTo>
                    <a:pt x="208" y="407"/>
                  </a:lnTo>
                  <a:lnTo>
                    <a:pt x="234" y="410"/>
                  </a:lnTo>
                  <a:lnTo>
                    <a:pt x="261" y="411"/>
                  </a:lnTo>
                  <a:close/>
                </a:path>
              </a:pathLst>
            </a:custGeom>
            <a:solidFill>
              <a:srgbClr val="DDEADD"/>
            </a:solidFill>
            <a:ln w="9525">
              <a:noFill/>
              <a:round/>
              <a:headEnd/>
              <a:tailEnd/>
            </a:ln>
          </p:spPr>
          <p:txBody>
            <a:bodyPr/>
            <a:lstStyle/>
            <a:p>
              <a:endParaRPr lang="de-DE"/>
            </a:p>
          </p:txBody>
        </p:sp>
        <p:sp>
          <p:nvSpPr>
            <p:cNvPr id="93" name="Freeform 84"/>
            <p:cNvSpPr>
              <a:spLocks/>
            </p:cNvSpPr>
            <p:nvPr/>
          </p:nvSpPr>
          <p:spPr bwMode="auto">
            <a:xfrm>
              <a:off x="3767" y="2379"/>
              <a:ext cx="170" cy="134"/>
            </a:xfrm>
            <a:custGeom>
              <a:avLst/>
              <a:gdLst>
                <a:gd name="T0" fmla="*/ 281 w 509"/>
                <a:gd name="T1" fmla="*/ 402 h 403"/>
                <a:gd name="T2" fmla="*/ 330 w 509"/>
                <a:gd name="T3" fmla="*/ 394 h 403"/>
                <a:gd name="T4" fmla="*/ 376 w 509"/>
                <a:gd name="T5" fmla="*/ 378 h 403"/>
                <a:gd name="T6" fmla="*/ 417 w 509"/>
                <a:gd name="T7" fmla="*/ 357 h 403"/>
                <a:gd name="T8" fmla="*/ 450 w 509"/>
                <a:gd name="T9" fmla="*/ 329 h 403"/>
                <a:gd name="T10" fmla="*/ 479 w 509"/>
                <a:gd name="T11" fmla="*/ 297 h 403"/>
                <a:gd name="T12" fmla="*/ 498 w 509"/>
                <a:gd name="T13" fmla="*/ 260 h 403"/>
                <a:gd name="T14" fmla="*/ 508 w 509"/>
                <a:gd name="T15" fmla="*/ 221 h 403"/>
                <a:gd name="T16" fmla="*/ 508 w 509"/>
                <a:gd name="T17" fmla="*/ 181 h 403"/>
                <a:gd name="T18" fmla="*/ 498 w 509"/>
                <a:gd name="T19" fmla="*/ 141 h 403"/>
                <a:gd name="T20" fmla="*/ 479 w 509"/>
                <a:gd name="T21" fmla="*/ 105 h 403"/>
                <a:gd name="T22" fmla="*/ 450 w 509"/>
                <a:gd name="T23" fmla="*/ 73 h 403"/>
                <a:gd name="T24" fmla="*/ 417 w 509"/>
                <a:gd name="T25" fmla="*/ 46 h 403"/>
                <a:gd name="T26" fmla="*/ 376 w 509"/>
                <a:gd name="T27" fmla="*/ 25 h 403"/>
                <a:gd name="T28" fmla="*/ 330 w 509"/>
                <a:gd name="T29" fmla="*/ 9 h 403"/>
                <a:gd name="T30" fmla="*/ 281 w 509"/>
                <a:gd name="T31" fmla="*/ 1 h 403"/>
                <a:gd name="T32" fmla="*/ 229 w 509"/>
                <a:gd name="T33" fmla="*/ 1 h 403"/>
                <a:gd name="T34" fmla="*/ 178 w 509"/>
                <a:gd name="T35" fmla="*/ 9 h 403"/>
                <a:gd name="T36" fmla="*/ 133 w 509"/>
                <a:gd name="T37" fmla="*/ 25 h 403"/>
                <a:gd name="T38" fmla="*/ 92 w 509"/>
                <a:gd name="T39" fmla="*/ 46 h 403"/>
                <a:gd name="T40" fmla="*/ 58 w 509"/>
                <a:gd name="T41" fmla="*/ 73 h 403"/>
                <a:gd name="T42" fmla="*/ 30 w 509"/>
                <a:gd name="T43" fmla="*/ 105 h 403"/>
                <a:gd name="T44" fmla="*/ 11 w 509"/>
                <a:gd name="T45" fmla="*/ 141 h 403"/>
                <a:gd name="T46" fmla="*/ 1 w 509"/>
                <a:gd name="T47" fmla="*/ 181 h 403"/>
                <a:gd name="T48" fmla="*/ 1 w 509"/>
                <a:gd name="T49" fmla="*/ 221 h 403"/>
                <a:gd name="T50" fmla="*/ 11 w 509"/>
                <a:gd name="T51" fmla="*/ 260 h 403"/>
                <a:gd name="T52" fmla="*/ 30 w 509"/>
                <a:gd name="T53" fmla="*/ 297 h 403"/>
                <a:gd name="T54" fmla="*/ 58 w 509"/>
                <a:gd name="T55" fmla="*/ 329 h 403"/>
                <a:gd name="T56" fmla="*/ 92 w 509"/>
                <a:gd name="T57" fmla="*/ 357 h 403"/>
                <a:gd name="T58" fmla="*/ 133 w 509"/>
                <a:gd name="T59" fmla="*/ 378 h 403"/>
                <a:gd name="T60" fmla="*/ 178 w 509"/>
                <a:gd name="T61" fmla="*/ 394 h 403"/>
                <a:gd name="T62" fmla="*/ 229 w 509"/>
                <a:gd name="T63" fmla="*/ 402 h 4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9"/>
                <a:gd name="T97" fmla="*/ 0 h 403"/>
                <a:gd name="T98" fmla="*/ 509 w 509"/>
                <a:gd name="T99" fmla="*/ 403 h 4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9" h="403">
                  <a:moveTo>
                    <a:pt x="255" y="403"/>
                  </a:moveTo>
                  <a:lnTo>
                    <a:pt x="281" y="402"/>
                  </a:lnTo>
                  <a:lnTo>
                    <a:pt x="307" y="398"/>
                  </a:lnTo>
                  <a:lnTo>
                    <a:pt x="330" y="394"/>
                  </a:lnTo>
                  <a:lnTo>
                    <a:pt x="354" y="387"/>
                  </a:lnTo>
                  <a:lnTo>
                    <a:pt x="376" y="378"/>
                  </a:lnTo>
                  <a:lnTo>
                    <a:pt x="396" y="368"/>
                  </a:lnTo>
                  <a:lnTo>
                    <a:pt x="417" y="357"/>
                  </a:lnTo>
                  <a:lnTo>
                    <a:pt x="435" y="343"/>
                  </a:lnTo>
                  <a:lnTo>
                    <a:pt x="450" y="329"/>
                  </a:lnTo>
                  <a:lnTo>
                    <a:pt x="465" y="313"/>
                  </a:lnTo>
                  <a:lnTo>
                    <a:pt x="479" y="297"/>
                  </a:lnTo>
                  <a:lnTo>
                    <a:pt x="489" y="279"/>
                  </a:lnTo>
                  <a:lnTo>
                    <a:pt x="498" y="260"/>
                  </a:lnTo>
                  <a:lnTo>
                    <a:pt x="503" y="241"/>
                  </a:lnTo>
                  <a:lnTo>
                    <a:pt x="508" y="221"/>
                  </a:lnTo>
                  <a:lnTo>
                    <a:pt x="509" y="201"/>
                  </a:lnTo>
                  <a:lnTo>
                    <a:pt x="508" y="181"/>
                  </a:lnTo>
                  <a:lnTo>
                    <a:pt x="503" y="160"/>
                  </a:lnTo>
                  <a:lnTo>
                    <a:pt x="498" y="141"/>
                  </a:lnTo>
                  <a:lnTo>
                    <a:pt x="489" y="122"/>
                  </a:lnTo>
                  <a:lnTo>
                    <a:pt x="479" y="105"/>
                  </a:lnTo>
                  <a:lnTo>
                    <a:pt x="465" y="89"/>
                  </a:lnTo>
                  <a:lnTo>
                    <a:pt x="450" y="73"/>
                  </a:lnTo>
                  <a:lnTo>
                    <a:pt x="435" y="58"/>
                  </a:lnTo>
                  <a:lnTo>
                    <a:pt x="417" y="46"/>
                  </a:lnTo>
                  <a:lnTo>
                    <a:pt x="396" y="35"/>
                  </a:lnTo>
                  <a:lnTo>
                    <a:pt x="376" y="25"/>
                  </a:lnTo>
                  <a:lnTo>
                    <a:pt x="354" y="16"/>
                  </a:lnTo>
                  <a:lnTo>
                    <a:pt x="330" y="9"/>
                  </a:lnTo>
                  <a:lnTo>
                    <a:pt x="307" y="4"/>
                  </a:lnTo>
                  <a:lnTo>
                    <a:pt x="281" y="1"/>
                  </a:lnTo>
                  <a:lnTo>
                    <a:pt x="255" y="0"/>
                  </a:lnTo>
                  <a:lnTo>
                    <a:pt x="229" y="1"/>
                  </a:lnTo>
                  <a:lnTo>
                    <a:pt x="203" y="4"/>
                  </a:lnTo>
                  <a:lnTo>
                    <a:pt x="178" y="9"/>
                  </a:lnTo>
                  <a:lnTo>
                    <a:pt x="155" y="16"/>
                  </a:lnTo>
                  <a:lnTo>
                    <a:pt x="133" y="25"/>
                  </a:lnTo>
                  <a:lnTo>
                    <a:pt x="112" y="35"/>
                  </a:lnTo>
                  <a:lnTo>
                    <a:pt x="92" y="46"/>
                  </a:lnTo>
                  <a:lnTo>
                    <a:pt x="74" y="58"/>
                  </a:lnTo>
                  <a:lnTo>
                    <a:pt x="58" y="73"/>
                  </a:lnTo>
                  <a:lnTo>
                    <a:pt x="44" y="89"/>
                  </a:lnTo>
                  <a:lnTo>
                    <a:pt x="30" y="105"/>
                  </a:lnTo>
                  <a:lnTo>
                    <a:pt x="20" y="122"/>
                  </a:lnTo>
                  <a:lnTo>
                    <a:pt x="11" y="141"/>
                  </a:lnTo>
                  <a:lnTo>
                    <a:pt x="5" y="160"/>
                  </a:lnTo>
                  <a:lnTo>
                    <a:pt x="1" y="181"/>
                  </a:lnTo>
                  <a:lnTo>
                    <a:pt x="0" y="201"/>
                  </a:lnTo>
                  <a:lnTo>
                    <a:pt x="1" y="221"/>
                  </a:lnTo>
                  <a:lnTo>
                    <a:pt x="5" y="241"/>
                  </a:lnTo>
                  <a:lnTo>
                    <a:pt x="11" y="260"/>
                  </a:lnTo>
                  <a:lnTo>
                    <a:pt x="20" y="279"/>
                  </a:lnTo>
                  <a:lnTo>
                    <a:pt x="30" y="297"/>
                  </a:lnTo>
                  <a:lnTo>
                    <a:pt x="44" y="313"/>
                  </a:lnTo>
                  <a:lnTo>
                    <a:pt x="58" y="329"/>
                  </a:lnTo>
                  <a:lnTo>
                    <a:pt x="74" y="343"/>
                  </a:lnTo>
                  <a:lnTo>
                    <a:pt x="92" y="357"/>
                  </a:lnTo>
                  <a:lnTo>
                    <a:pt x="112" y="368"/>
                  </a:lnTo>
                  <a:lnTo>
                    <a:pt x="133" y="378"/>
                  </a:lnTo>
                  <a:lnTo>
                    <a:pt x="155" y="387"/>
                  </a:lnTo>
                  <a:lnTo>
                    <a:pt x="178" y="394"/>
                  </a:lnTo>
                  <a:lnTo>
                    <a:pt x="203" y="398"/>
                  </a:lnTo>
                  <a:lnTo>
                    <a:pt x="229" y="402"/>
                  </a:lnTo>
                  <a:lnTo>
                    <a:pt x="255" y="403"/>
                  </a:lnTo>
                  <a:close/>
                </a:path>
              </a:pathLst>
            </a:custGeom>
            <a:solidFill>
              <a:srgbClr val="E2EDE2"/>
            </a:solidFill>
            <a:ln w="9525">
              <a:noFill/>
              <a:round/>
              <a:headEnd/>
              <a:tailEnd/>
            </a:ln>
          </p:spPr>
          <p:txBody>
            <a:bodyPr/>
            <a:lstStyle/>
            <a:p>
              <a:endParaRPr lang="de-DE"/>
            </a:p>
          </p:txBody>
        </p:sp>
        <p:sp>
          <p:nvSpPr>
            <p:cNvPr id="94" name="Freeform 85"/>
            <p:cNvSpPr>
              <a:spLocks/>
            </p:cNvSpPr>
            <p:nvPr/>
          </p:nvSpPr>
          <p:spPr bwMode="auto">
            <a:xfrm>
              <a:off x="3769" y="2380"/>
              <a:ext cx="166" cy="131"/>
            </a:xfrm>
            <a:custGeom>
              <a:avLst/>
              <a:gdLst>
                <a:gd name="T0" fmla="*/ 277 w 500"/>
                <a:gd name="T1" fmla="*/ 394 h 395"/>
                <a:gd name="T2" fmla="*/ 325 w 500"/>
                <a:gd name="T3" fmla="*/ 386 h 395"/>
                <a:gd name="T4" fmla="*/ 370 w 500"/>
                <a:gd name="T5" fmla="*/ 372 h 395"/>
                <a:gd name="T6" fmla="*/ 409 w 500"/>
                <a:gd name="T7" fmla="*/ 351 h 395"/>
                <a:gd name="T8" fmla="*/ 443 w 500"/>
                <a:gd name="T9" fmla="*/ 324 h 395"/>
                <a:gd name="T10" fmla="*/ 470 w 500"/>
                <a:gd name="T11" fmla="*/ 292 h 395"/>
                <a:gd name="T12" fmla="*/ 489 w 500"/>
                <a:gd name="T13" fmla="*/ 256 h 395"/>
                <a:gd name="T14" fmla="*/ 499 w 500"/>
                <a:gd name="T15" fmla="*/ 218 h 395"/>
                <a:gd name="T16" fmla="*/ 499 w 500"/>
                <a:gd name="T17" fmla="*/ 178 h 395"/>
                <a:gd name="T18" fmla="*/ 489 w 500"/>
                <a:gd name="T19" fmla="*/ 139 h 395"/>
                <a:gd name="T20" fmla="*/ 470 w 500"/>
                <a:gd name="T21" fmla="*/ 104 h 395"/>
                <a:gd name="T22" fmla="*/ 443 w 500"/>
                <a:gd name="T23" fmla="*/ 72 h 395"/>
                <a:gd name="T24" fmla="*/ 409 w 500"/>
                <a:gd name="T25" fmla="*/ 45 h 395"/>
                <a:gd name="T26" fmla="*/ 370 w 500"/>
                <a:gd name="T27" fmla="*/ 24 h 395"/>
                <a:gd name="T28" fmla="*/ 325 w 500"/>
                <a:gd name="T29" fmla="*/ 9 h 395"/>
                <a:gd name="T30" fmla="*/ 277 w 500"/>
                <a:gd name="T31" fmla="*/ 1 h 395"/>
                <a:gd name="T32" fmla="*/ 225 w 500"/>
                <a:gd name="T33" fmla="*/ 1 h 395"/>
                <a:gd name="T34" fmla="*/ 177 w 500"/>
                <a:gd name="T35" fmla="*/ 9 h 395"/>
                <a:gd name="T36" fmla="*/ 132 w 500"/>
                <a:gd name="T37" fmla="*/ 24 h 395"/>
                <a:gd name="T38" fmla="*/ 91 w 500"/>
                <a:gd name="T39" fmla="*/ 45 h 395"/>
                <a:gd name="T40" fmla="*/ 57 w 500"/>
                <a:gd name="T41" fmla="*/ 72 h 395"/>
                <a:gd name="T42" fmla="*/ 31 w 500"/>
                <a:gd name="T43" fmla="*/ 104 h 395"/>
                <a:gd name="T44" fmla="*/ 11 w 500"/>
                <a:gd name="T45" fmla="*/ 139 h 395"/>
                <a:gd name="T46" fmla="*/ 1 w 500"/>
                <a:gd name="T47" fmla="*/ 178 h 395"/>
                <a:gd name="T48" fmla="*/ 1 w 500"/>
                <a:gd name="T49" fmla="*/ 218 h 395"/>
                <a:gd name="T50" fmla="*/ 11 w 500"/>
                <a:gd name="T51" fmla="*/ 256 h 395"/>
                <a:gd name="T52" fmla="*/ 31 w 500"/>
                <a:gd name="T53" fmla="*/ 292 h 395"/>
                <a:gd name="T54" fmla="*/ 57 w 500"/>
                <a:gd name="T55" fmla="*/ 324 h 395"/>
                <a:gd name="T56" fmla="*/ 91 w 500"/>
                <a:gd name="T57" fmla="*/ 351 h 395"/>
                <a:gd name="T58" fmla="*/ 132 w 500"/>
                <a:gd name="T59" fmla="*/ 372 h 395"/>
                <a:gd name="T60" fmla="*/ 177 w 500"/>
                <a:gd name="T61" fmla="*/ 386 h 395"/>
                <a:gd name="T62" fmla="*/ 225 w 500"/>
                <a:gd name="T63" fmla="*/ 394 h 39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0"/>
                <a:gd name="T97" fmla="*/ 0 h 395"/>
                <a:gd name="T98" fmla="*/ 500 w 500"/>
                <a:gd name="T99" fmla="*/ 395 h 39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0" h="395">
                  <a:moveTo>
                    <a:pt x="251" y="395"/>
                  </a:moveTo>
                  <a:lnTo>
                    <a:pt x="277" y="394"/>
                  </a:lnTo>
                  <a:lnTo>
                    <a:pt x="301" y="391"/>
                  </a:lnTo>
                  <a:lnTo>
                    <a:pt x="325" y="386"/>
                  </a:lnTo>
                  <a:lnTo>
                    <a:pt x="348" y="380"/>
                  </a:lnTo>
                  <a:lnTo>
                    <a:pt x="370" y="372"/>
                  </a:lnTo>
                  <a:lnTo>
                    <a:pt x="390" y="362"/>
                  </a:lnTo>
                  <a:lnTo>
                    <a:pt x="409" y="351"/>
                  </a:lnTo>
                  <a:lnTo>
                    <a:pt x="427" y="337"/>
                  </a:lnTo>
                  <a:lnTo>
                    <a:pt x="443" y="324"/>
                  </a:lnTo>
                  <a:lnTo>
                    <a:pt x="458" y="308"/>
                  </a:lnTo>
                  <a:lnTo>
                    <a:pt x="470" y="292"/>
                  </a:lnTo>
                  <a:lnTo>
                    <a:pt x="480" y="274"/>
                  </a:lnTo>
                  <a:lnTo>
                    <a:pt x="489" y="256"/>
                  </a:lnTo>
                  <a:lnTo>
                    <a:pt x="495" y="237"/>
                  </a:lnTo>
                  <a:lnTo>
                    <a:pt x="499" y="218"/>
                  </a:lnTo>
                  <a:lnTo>
                    <a:pt x="500" y="198"/>
                  </a:lnTo>
                  <a:lnTo>
                    <a:pt x="499" y="178"/>
                  </a:lnTo>
                  <a:lnTo>
                    <a:pt x="495" y="159"/>
                  </a:lnTo>
                  <a:lnTo>
                    <a:pt x="489" y="139"/>
                  </a:lnTo>
                  <a:lnTo>
                    <a:pt x="480" y="121"/>
                  </a:lnTo>
                  <a:lnTo>
                    <a:pt x="470" y="104"/>
                  </a:lnTo>
                  <a:lnTo>
                    <a:pt x="458" y="88"/>
                  </a:lnTo>
                  <a:lnTo>
                    <a:pt x="443" y="72"/>
                  </a:lnTo>
                  <a:lnTo>
                    <a:pt x="427" y="59"/>
                  </a:lnTo>
                  <a:lnTo>
                    <a:pt x="409" y="45"/>
                  </a:lnTo>
                  <a:lnTo>
                    <a:pt x="390" y="34"/>
                  </a:lnTo>
                  <a:lnTo>
                    <a:pt x="370" y="24"/>
                  </a:lnTo>
                  <a:lnTo>
                    <a:pt x="348" y="16"/>
                  </a:lnTo>
                  <a:lnTo>
                    <a:pt x="325" y="9"/>
                  </a:lnTo>
                  <a:lnTo>
                    <a:pt x="301" y="5"/>
                  </a:lnTo>
                  <a:lnTo>
                    <a:pt x="277" y="1"/>
                  </a:lnTo>
                  <a:lnTo>
                    <a:pt x="251" y="0"/>
                  </a:lnTo>
                  <a:lnTo>
                    <a:pt x="225" y="1"/>
                  </a:lnTo>
                  <a:lnTo>
                    <a:pt x="200" y="5"/>
                  </a:lnTo>
                  <a:lnTo>
                    <a:pt x="177" y="9"/>
                  </a:lnTo>
                  <a:lnTo>
                    <a:pt x="153" y="16"/>
                  </a:lnTo>
                  <a:lnTo>
                    <a:pt x="132" y="24"/>
                  </a:lnTo>
                  <a:lnTo>
                    <a:pt x="110" y="34"/>
                  </a:lnTo>
                  <a:lnTo>
                    <a:pt x="91" y="45"/>
                  </a:lnTo>
                  <a:lnTo>
                    <a:pt x="73" y="59"/>
                  </a:lnTo>
                  <a:lnTo>
                    <a:pt x="57" y="72"/>
                  </a:lnTo>
                  <a:lnTo>
                    <a:pt x="43" y="88"/>
                  </a:lnTo>
                  <a:lnTo>
                    <a:pt x="31" y="104"/>
                  </a:lnTo>
                  <a:lnTo>
                    <a:pt x="20" y="121"/>
                  </a:lnTo>
                  <a:lnTo>
                    <a:pt x="11" y="139"/>
                  </a:lnTo>
                  <a:lnTo>
                    <a:pt x="6" y="159"/>
                  </a:lnTo>
                  <a:lnTo>
                    <a:pt x="1" y="178"/>
                  </a:lnTo>
                  <a:lnTo>
                    <a:pt x="0" y="198"/>
                  </a:lnTo>
                  <a:lnTo>
                    <a:pt x="1" y="218"/>
                  </a:lnTo>
                  <a:lnTo>
                    <a:pt x="6" y="237"/>
                  </a:lnTo>
                  <a:lnTo>
                    <a:pt x="11" y="256"/>
                  </a:lnTo>
                  <a:lnTo>
                    <a:pt x="20" y="274"/>
                  </a:lnTo>
                  <a:lnTo>
                    <a:pt x="31" y="292"/>
                  </a:lnTo>
                  <a:lnTo>
                    <a:pt x="43" y="308"/>
                  </a:lnTo>
                  <a:lnTo>
                    <a:pt x="57" y="324"/>
                  </a:lnTo>
                  <a:lnTo>
                    <a:pt x="73" y="337"/>
                  </a:lnTo>
                  <a:lnTo>
                    <a:pt x="91" y="351"/>
                  </a:lnTo>
                  <a:lnTo>
                    <a:pt x="110" y="362"/>
                  </a:lnTo>
                  <a:lnTo>
                    <a:pt x="132" y="372"/>
                  </a:lnTo>
                  <a:lnTo>
                    <a:pt x="153" y="380"/>
                  </a:lnTo>
                  <a:lnTo>
                    <a:pt x="177" y="386"/>
                  </a:lnTo>
                  <a:lnTo>
                    <a:pt x="200" y="391"/>
                  </a:lnTo>
                  <a:lnTo>
                    <a:pt x="225" y="394"/>
                  </a:lnTo>
                  <a:lnTo>
                    <a:pt x="251" y="395"/>
                  </a:lnTo>
                  <a:close/>
                </a:path>
              </a:pathLst>
            </a:custGeom>
            <a:solidFill>
              <a:srgbClr val="EAF2EA"/>
            </a:solidFill>
            <a:ln w="9525">
              <a:noFill/>
              <a:round/>
              <a:headEnd/>
              <a:tailEnd/>
            </a:ln>
          </p:spPr>
          <p:txBody>
            <a:bodyPr/>
            <a:lstStyle/>
            <a:p>
              <a:endParaRPr lang="de-DE"/>
            </a:p>
          </p:txBody>
        </p:sp>
        <p:sp>
          <p:nvSpPr>
            <p:cNvPr id="95" name="Freeform 86"/>
            <p:cNvSpPr>
              <a:spLocks/>
            </p:cNvSpPr>
            <p:nvPr/>
          </p:nvSpPr>
          <p:spPr bwMode="auto">
            <a:xfrm>
              <a:off x="3771" y="2381"/>
              <a:ext cx="163" cy="129"/>
            </a:xfrm>
            <a:custGeom>
              <a:avLst/>
              <a:gdLst>
                <a:gd name="T0" fmla="*/ 270 w 490"/>
                <a:gd name="T1" fmla="*/ 386 h 387"/>
                <a:gd name="T2" fmla="*/ 318 w 490"/>
                <a:gd name="T3" fmla="*/ 378 h 387"/>
                <a:gd name="T4" fmla="*/ 362 w 490"/>
                <a:gd name="T5" fmla="*/ 363 h 387"/>
                <a:gd name="T6" fmla="*/ 401 w 490"/>
                <a:gd name="T7" fmla="*/ 342 h 387"/>
                <a:gd name="T8" fmla="*/ 434 w 490"/>
                <a:gd name="T9" fmla="*/ 316 h 387"/>
                <a:gd name="T10" fmla="*/ 461 w 490"/>
                <a:gd name="T11" fmla="*/ 285 h 387"/>
                <a:gd name="T12" fmla="*/ 479 w 490"/>
                <a:gd name="T13" fmla="*/ 250 h 387"/>
                <a:gd name="T14" fmla="*/ 489 w 490"/>
                <a:gd name="T15" fmla="*/ 213 h 387"/>
                <a:gd name="T16" fmla="*/ 489 w 490"/>
                <a:gd name="T17" fmla="*/ 173 h 387"/>
                <a:gd name="T18" fmla="*/ 479 w 490"/>
                <a:gd name="T19" fmla="*/ 136 h 387"/>
                <a:gd name="T20" fmla="*/ 461 w 490"/>
                <a:gd name="T21" fmla="*/ 101 h 387"/>
                <a:gd name="T22" fmla="*/ 434 w 490"/>
                <a:gd name="T23" fmla="*/ 70 h 387"/>
                <a:gd name="T24" fmla="*/ 401 w 490"/>
                <a:gd name="T25" fmla="*/ 43 h 387"/>
                <a:gd name="T26" fmla="*/ 362 w 490"/>
                <a:gd name="T27" fmla="*/ 23 h 387"/>
                <a:gd name="T28" fmla="*/ 318 w 490"/>
                <a:gd name="T29" fmla="*/ 9 h 387"/>
                <a:gd name="T30" fmla="*/ 270 w 490"/>
                <a:gd name="T31" fmla="*/ 1 h 387"/>
                <a:gd name="T32" fmla="*/ 220 w 490"/>
                <a:gd name="T33" fmla="*/ 1 h 387"/>
                <a:gd name="T34" fmla="*/ 172 w 490"/>
                <a:gd name="T35" fmla="*/ 9 h 387"/>
                <a:gd name="T36" fmla="*/ 128 w 490"/>
                <a:gd name="T37" fmla="*/ 23 h 387"/>
                <a:gd name="T38" fmla="*/ 89 w 490"/>
                <a:gd name="T39" fmla="*/ 43 h 387"/>
                <a:gd name="T40" fmla="*/ 56 w 490"/>
                <a:gd name="T41" fmla="*/ 70 h 387"/>
                <a:gd name="T42" fmla="*/ 29 w 490"/>
                <a:gd name="T43" fmla="*/ 101 h 387"/>
                <a:gd name="T44" fmla="*/ 11 w 490"/>
                <a:gd name="T45" fmla="*/ 136 h 387"/>
                <a:gd name="T46" fmla="*/ 1 w 490"/>
                <a:gd name="T47" fmla="*/ 173 h 387"/>
                <a:gd name="T48" fmla="*/ 1 w 490"/>
                <a:gd name="T49" fmla="*/ 213 h 387"/>
                <a:gd name="T50" fmla="*/ 11 w 490"/>
                <a:gd name="T51" fmla="*/ 250 h 387"/>
                <a:gd name="T52" fmla="*/ 29 w 490"/>
                <a:gd name="T53" fmla="*/ 285 h 387"/>
                <a:gd name="T54" fmla="*/ 56 w 490"/>
                <a:gd name="T55" fmla="*/ 316 h 387"/>
                <a:gd name="T56" fmla="*/ 89 w 490"/>
                <a:gd name="T57" fmla="*/ 342 h 387"/>
                <a:gd name="T58" fmla="*/ 128 w 490"/>
                <a:gd name="T59" fmla="*/ 363 h 387"/>
                <a:gd name="T60" fmla="*/ 172 w 490"/>
                <a:gd name="T61" fmla="*/ 378 h 387"/>
                <a:gd name="T62" fmla="*/ 220 w 490"/>
                <a:gd name="T63" fmla="*/ 386 h 3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0"/>
                <a:gd name="T97" fmla="*/ 0 h 387"/>
                <a:gd name="T98" fmla="*/ 490 w 490"/>
                <a:gd name="T99" fmla="*/ 387 h 3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0" h="387">
                  <a:moveTo>
                    <a:pt x="245" y="387"/>
                  </a:moveTo>
                  <a:lnTo>
                    <a:pt x="270" y="386"/>
                  </a:lnTo>
                  <a:lnTo>
                    <a:pt x="294" y="383"/>
                  </a:lnTo>
                  <a:lnTo>
                    <a:pt x="318" y="378"/>
                  </a:lnTo>
                  <a:lnTo>
                    <a:pt x="340" y="371"/>
                  </a:lnTo>
                  <a:lnTo>
                    <a:pt x="362" y="363"/>
                  </a:lnTo>
                  <a:lnTo>
                    <a:pt x="382" y="353"/>
                  </a:lnTo>
                  <a:lnTo>
                    <a:pt x="401" y="342"/>
                  </a:lnTo>
                  <a:lnTo>
                    <a:pt x="418" y="330"/>
                  </a:lnTo>
                  <a:lnTo>
                    <a:pt x="434" y="316"/>
                  </a:lnTo>
                  <a:lnTo>
                    <a:pt x="448" y="301"/>
                  </a:lnTo>
                  <a:lnTo>
                    <a:pt x="461" y="285"/>
                  </a:lnTo>
                  <a:lnTo>
                    <a:pt x="471" y="268"/>
                  </a:lnTo>
                  <a:lnTo>
                    <a:pt x="479" y="250"/>
                  </a:lnTo>
                  <a:lnTo>
                    <a:pt x="485" y="232"/>
                  </a:lnTo>
                  <a:lnTo>
                    <a:pt x="489" y="213"/>
                  </a:lnTo>
                  <a:lnTo>
                    <a:pt x="490" y="193"/>
                  </a:lnTo>
                  <a:lnTo>
                    <a:pt x="489" y="173"/>
                  </a:lnTo>
                  <a:lnTo>
                    <a:pt x="485" y="154"/>
                  </a:lnTo>
                  <a:lnTo>
                    <a:pt x="479" y="136"/>
                  </a:lnTo>
                  <a:lnTo>
                    <a:pt x="471" y="118"/>
                  </a:lnTo>
                  <a:lnTo>
                    <a:pt x="461" y="101"/>
                  </a:lnTo>
                  <a:lnTo>
                    <a:pt x="448" y="85"/>
                  </a:lnTo>
                  <a:lnTo>
                    <a:pt x="434" y="70"/>
                  </a:lnTo>
                  <a:lnTo>
                    <a:pt x="418" y="56"/>
                  </a:lnTo>
                  <a:lnTo>
                    <a:pt x="401" y="43"/>
                  </a:lnTo>
                  <a:lnTo>
                    <a:pt x="382" y="32"/>
                  </a:lnTo>
                  <a:lnTo>
                    <a:pt x="362" y="23"/>
                  </a:lnTo>
                  <a:lnTo>
                    <a:pt x="340" y="15"/>
                  </a:lnTo>
                  <a:lnTo>
                    <a:pt x="318" y="9"/>
                  </a:lnTo>
                  <a:lnTo>
                    <a:pt x="294" y="3"/>
                  </a:lnTo>
                  <a:lnTo>
                    <a:pt x="270" y="1"/>
                  </a:lnTo>
                  <a:lnTo>
                    <a:pt x="245" y="0"/>
                  </a:lnTo>
                  <a:lnTo>
                    <a:pt x="220" y="1"/>
                  </a:lnTo>
                  <a:lnTo>
                    <a:pt x="195" y="3"/>
                  </a:lnTo>
                  <a:lnTo>
                    <a:pt x="172" y="9"/>
                  </a:lnTo>
                  <a:lnTo>
                    <a:pt x="149" y="15"/>
                  </a:lnTo>
                  <a:lnTo>
                    <a:pt x="128" y="23"/>
                  </a:lnTo>
                  <a:lnTo>
                    <a:pt x="108" y="32"/>
                  </a:lnTo>
                  <a:lnTo>
                    <a:pt x="89" y="43"/>
                  </a:lnTo>
                  <a:lnTo>
                    <a:pt x="72" y="56"/>
                  </a:lnTo>
                  <a:lnTo>
                    <a:pt x="56" y="70"/>
                  </a:lnTo>
                  <a:lnTo>
                    <a:pt x="41" y="85"/>
                  </a:lnTo>
                  <a:lnTo>
                    <a:pt x="29" y="101"/>
                  </a:lnTo>
                  <a:lnTo>
                    <a:pt x="19" y="118"/>
                  </a:lnTo>
                  <a:lnTo>
                    <a:pt x="11" y="136"/>
                  </a:lnTo>
                  <a:lnTo>
                    <a:pt x="4" y="154"/>
                  </a:lnTo>
                  <a:lnTo>
                    <a:pt x="1" y="173"/>
                  </a:lnTo>
                  <a:lnTo>
                    <a:pt x="0" y="193"/>
                  </a:lnTo>
                  <a:lnTo>
                    <a:pt x="1" y="213"/>
                  </a:lnTo>
                  <a:lnTo>
                    <a:pt x="4" y="232"/>
                  </a:lnTo>
                  <a:lnTo>
                    <a:pt x="11" y="250"/>
                  </a:lnTo>
                  <a:lnTo>
                    <a:pt x="19" y="268"/>
                  </a:lnTo>
                  <a:lnTo>
                    <a:pt x="29" y="285"/>
                  </a:lnTo>
                  <a:lnTo>
                    <a:pt x="41" y="301"/>
                  </a:lnTo>
                  <a:lnTo>
                    <a:pt x="56" y="316"/>
                  </a:lnTo>
                  <a:lnTo>
                    <a:pt x="72" y="330"/>
                  </a:lnTo>
                  <a:lnTo>
                    <a:pt x="89" y="342"/>
                  </a:lnTo>
                  <a:lnTo>
                    <a:pt x="108" y="353"/>
                  </a:lnTo>
                  <a:lnTo>
                    <a:pt x="128" y="363"/>
                  </a:lnTo>
                  <a:lnTo>
                    <a:pt x="149" y="371"/>
                  </a:lnTo>
                  <a:lnTo>
                    <a:pt x="172" y="378"/>
                  </a:lnTo>
                  <a:lnTo>
                    <a:pt x="195" y="383"/>
                  </a:lnTo>
                  <a:lnTo>
                    <a:pt x="220" y="386"/>
                  </a:lnTo>
                  <a:lnTo>
                    <a:pt x="245" y="387"/>
                  </a:lnTo>
                  <a:close/>
                </a:path>
              </a:pathLst>
            </a:custGeom>
            <a:solidFill>
              <a:srgbClr val="EFF7EF"/>
            </a:solidFill>
            <a:ln w="9525">
              <a:noFill/>
              <a:round/>
              <a:headEnd/>
              <a:tailEnd/>
            </a:ln>
          </p:spPr>
          <p:txBody>
            <a:bodyPr/>
            <a:lstStyle/>
            <a:p>
              <a:endParaRPr lang="de-DE"/>
            </a:p>
          </p:txBody>
        </p:sp>
        <p:sp>
          <p:nvSpPr>
            <p:cNvPr id="96" name="Freeform 87"/>
            <p:cNvSpPr>
              <a:spLocks/>
            </p:cNvSpPr>
            <p:nvPr/>
          </p:nvSpPr>
          <p:spPr bwMode="auto">
            <a:xfrm>
              <a:off x="3772" y="2382"/>
              <a:ext cx="160" cy="127"/>
            </a:xfrm>
            <a:custGeom>
              <a:avLst/>
              <a:gdLst>
                <a:gd name="T0" fmla="*/ 266 w 480"/>
                <a:gd name="T1" fmla="*/ 378 h 380"/>
                <a:gd name="T2" fmla="*/ 312 w 480"/>
                <a:gd name="T3" fmla="*/ 371 h 380"/>
                <a:gd name="T4" fmla="*/ 355 w 480"/>
                <a:gd name="T5" fmla="*/ 357 h 380"/>
                <a:gd name="T6" fmla="*/ 394 w 480"/>
                <a:gd name="T7" fmla="*/ 336 h 380"/>
                <a:gd name="T8" fmla="*/ 425 w 480"/>
                <a:gd name="T9" fmla="*/ 310 h 380"/>
                <a:gd name="T10" fmla="*/ 451 w 480"/>
                <a:gd name="T11" fmla="*/ 280 h 380"/>
                <a:gd name="T12" fmla="*/ 469 w 480"/>
                <a:gd name="T13" fmla="*/ 246 h 380"/>
                <a:gd name="T14" fmla="*/ 479 w 480"/>
                <a:gd name="T15" fmla="*/ 209 h 380"/>
                <a:gd name="T16" fmla="*/ 479 w 480"/>
                <a:gd name="T17" fmla="*/ 171 h 380"/>
                <a:gd name="T18" fmla="*/ 469 w 480"/>
                <a:gd name="T19" fmla="*/ 134 h 380"/>
                <a:gd name="T20" fmla="*/ 451 w 480"/>
                <a:gd name="T21" fmla="*/ 100 h 380"/>
                <a:gd name="T22" fmla="*/ 425 w 480"/>
                <a:gd name="T23" fmla="*/ 70 h 380"/>
                <a:gd name="T24" fmla="*/ 394 w 480"/>
                <a:gd name="T25" fmla="*/ 44 h 380"/>
                <a:gd name="T26" fmla="*/ 355 w 480"/>
                <a:gd name="T27" fmla="*/ 23 h 380"/>
                <a:gd name="T28" fmla="*/ 312 w 480"/>
                <a:gd name="T29" fmla="*/ 9 h 380"/>
                <a:gd name="T30" fmla="*/ 266 w 480"/>
                <a:gd name="T31" fmla="*/ 1 h 380"/>
                <a:gd name="T32" fmla="*/ 216 w 480"/>
                <a:gd name="T33" fmla="*/ 1 h 380"/>
                <a:gd name="T34" fmla="*/ 169 w 480"/>
                <a:gd name="T35" fmla="*/ 9 h 380"/>
                <a:gd name="T36" fmla="*/ 126 w 480"/>
                <a:gd name="T37" fmla="*/ 23 h 380"/>
                <a:gd name="T38" fmla="*/ 88 w 480"/>
                <a:gd name="T39" fmla="*/ 44 h 380"/>
                <a:gd name="T40" fmla="*/ 55 w 480"/>
                <a:gd name="T41" fmla="*/ 70 h 380"/>
                <a:gd name="T42" fmla="*/ 30 w 480"/>
                <a:gd name="T43" fmla="*/ 100 h 380"/>
                <a:gd name="T44" fmla="*/ 12 w 480"/>
                <a:gd name="T45" fmla="*/ 134 h 380"/>
                <a:gd name="T46" fmla="*/ 1 w 480"/>
                <a:gd name="T47" fmla="*/ 171 h 380"/>
                <a:gd name="T48" fmla="*/ 1 w 480"/>
                <a:gd name="T49" fmla="*/ 209 h 380"/>
                <a:gd name="T50" fmla="*/ 12 w 480"/>
                <a:gd name="T51" fmla="*/ 246 h 380"/>
                <a:gd name="T52" fmla="*/ 30 w 480"/>
                <a:gd name="T53" fmla="*/ 280 h 380"/>
                <a:gd name="T54" fmla="*/ 55 w 480"/>
                <a:gd name="T55" fmla="*/ 310 h 380"/>
                <a:gd name="T56" fmla="*/ 88 w 480"/>
                <a:gd name="T57" fmla="*/ 336 h 380"/>
                <a:gd name="T58" fmla="*/ 126 w 480"/>
                <a:gd name="T59" fmla="*/ 357 h 380"/>
                <a:gd name="T60" fmla="*/ 169 w 480"/>
                <a:gd name="T61" fmla="*/ 371 h 380"/>
                <a:gd name="T62" fmla="*/ 216 w 480"/>
                <a:gd name="T63" fmla="*/ 378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0"/>
                <a:gd name="T97" fmla="*/ 0 h 380"/>
                <a:gd name="T98" fmla="*/ 480 w 480"/>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0" h="380">
                  <a:moveTo>
                    <a:pt x="241" y="380"/>
                  </a:moveTo>
                  <a:lnTo>
                    <a:pt x="266" y="378"/>
                  </a:lnTo>
                  <a:lnTo>
                    <a:pt x="289" y="376"/>
                  </a:lnTo>
                  <a:lnTo>
                    <a:pt x="312" y="371"/>
                  </a:lnTo>
                  <a:lnTo>
                    <a:pt x="334" y="365"/>
                  </a:lnTo>
                  <a:lnTo>
                    <a:pt x="355" y="357"/>
                  </a:lnTo>
                  <a:lnTo>
                    <a:pt x="375" y="347"/>
                  </a:lnTo>
                  <a:lnTo>
                    <a:pt x="394" y="336"/>
                  </a:lnTo>
                  <a:lnTo>
                    <a:pt x="411" y="323"/>
                  </a:lnTo>
                  <a:lnTo>
                    <a:pt x="425" y="310"/>
                  </a:lnTo>
                  <a:lnTo>
                    <a:pt x="440" y="295"/>
                  </a:lnTo>
                  <a:lnTo>
                    <a:pt x="451" y="280"/>
                  </a:lnTo>
                  <a:lnTo>
                    <a:pt x="461" y="264"/>
                  </a:lnTo>
                  <a:lnTo>
                    <a:pt x="469" y="246"/>
                  </a:lnTo>
                  <a:lnTo>
                    <a:pt x="476" y="228"/>
                  </a:lnTo>
                  <a:lnTo>
                    <a:pt x="479" y="209"/>
                  </a:lnTo>
                  <a:lnTo>
                    <a:pt x="480" y="190"/>
                  </a:lnTo>
                  <a:lnTo>
                    <a:pt x="479" y="171"/>
                  </a:lnTo>
                  <a:lnTo>
                    <a:pt x="476" y="152"/>
                  </a:lnTo>
                  <a:lnTo>
                    <a:pt x="469" y="134"/>
                  </a:lnTo>
                  <a:lnTo>
                    <a:pt x="461" y="116"/>
                  </a:lnTo>
                  <a:lnTo>
                    <a:pt x="451" y="100"/>
                  </a:lnTo>
                  <a:lnTo>
                    <a:pt x="440" y="84"/>
                  </a:lnTo>
                  <a:lnTo>
                    <a:pt x="425" y="70"/>
                  </a:lnTo>
                  <a:lnTo>
                    <a:pt x="411" y="56"/>
                  </a:lnTo>
                  <a:lnTo>
                    <a:pt x="394" y="44"/>
                  </a:lnTo>
                  <a:lnTo>
                    <a:pt x="375" y="33"/>
                  </a:lnTo>
                  <a:lnTo>
                    <a:pt x="355" y="23"/>
                  </a:lnTo>
                  <a:lnTo>
                    <a:pt x="334" y="15"/>
                  </a:lnTo>
                  <a:lnTo>
                    <a:pt x="312" y="9"/>
                  </a:lnTo>
                  <a:lnTo>
                    <a:pt x="289" y="3"/>
                  </a:lnTo>
                  <a:lnTo>
                    <a:pt x="266" y="1"/>
                  </a:lnTo>
                  <a:lnTo>
                    <a:pt x="241" y="0"/>
                  </a:lnTo>
                  <a:lnTo>
                    <a:pt x="216" y="1"/>
                  </a:lnTo>
                  <a:lnTo>
                    <a:pt x="192" y="3"/>
                  </a:lnTo>
                  <a:lnTo>
                    <a:pt x="169" y="9"/>
                  </a:lnTo>
                  <a:lnTo>
                    <a:pt x="148" y="15"/>
                  </a:lnTo>
                  <a:lnTo>
                    <a:pt x="126" y="23"/>
                  </a:lnTo>
                  <a:lnTo>
                    <a:pt x="106" y="33"/>
                  </a:lnTo>
                  <a:lnTo>
                    <a:pt x="88" y="44"/>
                  </a:lnTo>
                  <a:lnTo>
                    <a:pt x="71" y="56"/>
                  </a:lnTo>
                  <a:lnTo>
                    <a:pt x="55" y="70"/>
                  </a:lnTo>
                  <a:lnTo>
                    <a:pt x="42" y="84"/>
                  </a:lnTo>
                  <a:lnTo>
                    <a:pt x="30" y="100"/>
                  </a:lnTo>
                  <a:lnTo>
                    <a:pt x="19" y="116"/>
                  </a:lnTo>
                  <a:lnTo>
                    <a:pt x="12" y="134"/>
                  </a:lnTo>
                  <a:lnTo>
                    <a:pt x="5" y="152"/>
                  </a:lnTo>
                  <a:lnTo>
                    <a:pt x="1" y="171"/>
                  </a:lnTo>
                  <a:lnTo>
                    <a:pt x="0" y="190"/>
                  </a:lnTo>
                  <a:lnTo>
                    <a:pt x="1" y="209"/>
                  </a:lnTo>
                  <a:lnTo>
                    <a:pt x="5" y="228"/>
                  </a:lnTo>
                  <a:lnTo>
                    <a:pt x="12" y="246"/>
                  </a:lnTo>
                  <a:lnTo>
                    <a:pt x="19" y="264"/>
                  </a:lnTo>
                  <a:lnTo>
                    <a:pt x="30" y="280"/>
                  </a:lnTo>
                  <a:lnTo>
                    <a:pt x="42" y="295"/>
                  </a:lnTo>
                  <a:lnTo>
                    <a:pt x="55" y="310"/>
                  </a:lnTo>
                  <a:lnTo>
                    <a:pt x="71" y="323"/>
                  </a:lnTo>
                  <a:lnTo>
                    <a:pt x="88" y="336"/>
                  </a:lnTo>
                  <a:lnTo>
                    <a:pt x="106" y="347"/>
                  </a:lnTo>
                  <a:lnTo>
                    <a:pt x="126" y="357"/>
                  </a:lnTo>
                  <a:lnTo>
                    <a:pt x="148" y="365"/>
                  </a:lnTo>
                  <a:lnTo>
                    <a:pt x="169" y="371"/>
                  </a:lnTo>
                  <a:lnTo>
                    <a:pt x="192" y="376"/>
                  </a:lnTo>
                  <a:lnTo>
                    <a:pt x="216" y="378"/>
                  </a:lnTo>
                  <a:lnTo>
                    <a:pt x="241" y="380"/>
                  </a:lnTo>
                  <a:close/>
                </a:path>
              </a:pathLst>
            </a:custGeom>
            <a:solidFill>
              <a:srgbClr val="F9FCF9"/>
            </a:solidFill>
            <a:ln w="9525">
              <a:noFill/>
              <a:round/>
              <a:headEnd/>
              <a:tailEnd/>
            </a:ln>
          </p:spPr>
          <p:txBody>
            <a:bodyPr/>
            <a:lstStyle/>
            <a:p>
              <a:endParaRPr lang="de-DE"/>
            </a:p>
          </p:txBody>
        </p:sp>
        <p:sp>
          <p:nvSpPr>
            <p:cNvPr id="97" name="Freeform 88"/>
            <p:cNvSpPr>
              <a:spLocks/>
            </p:cNvSpPr>
            <p:nvPr/>
          </p:nvSpPr>
          <p:spPr bwMode="auto">
            <a:xfrm>
              <a:off x="3774" y="2384"/>
              <a:ext cx="157" cy="124"/>
            </a:xfrm>
            <a:custGeom>
              <a:avLst/>
              <a:gdLst>
                <a:gd name="T0" fmla="*/ 259 w 471"/>
                <a:gd name="T1" fmla="*/ 370 h 371"/>
                <a:gd name="T2" fmla="*/ 306 w 471"/>
                <a:gd name="T3" fmla="*/ 362 h 371"/>
                <a:gd name="T4" fmla="*/ 347 w 471"/>
                <a:gd name="T5" fmla="*/ 349 h 371"/>
                <a:gd name="T6" fmla="*/ 385 w 471"/>
                <a:gd name="T7" fmla="*/ 329 h 371"/>
                <a:gd name="T8" fmla="*/ 417 w 471"/>
                <a:gd name="T9" fmla="*/ 303 h 371"/>
                <a:gd name="T10" fmla="*/ 443 w 471"/>
                <a:gd name="T11" fmla="*/ 274 h 371"/>
                <a:gd name="T12" fmla="*/ 461 w 471"/>
                <a:gd name="T13" fmla="*/ 240 h 371"/>
                <a:gd name="T14" fmla="*/ 470 w 471"/>
                <a:gd name="T15" fmla="*/ 204 h 371"/>
                <a:gd name="T16" fmla="*/ 470 w 471"/>
                <a:gd name="T17" fmla="*/ 166 h 371"/>
                <a:gd name="T18" fmla="*/ 461 w 471"/>
                <a:gd name="T19" fmla="*/ 130 h 371"/>
                <a:gd name="T20" fmla="*/ 443 w 471"/>
                <a:gd name="T21" fmla="*/ 96 h 371"/>
                <a:gd name="T22" fmla="*/ 417 w 471"/>
                <a:gd name="T23" fmla="*/ 67 h 371"/>
                <a:gd name="T24" fmla="*/ 385 w 471"/>
                <a:gd name="T25" fmla="*/ 42 h 371"/>
                <a:gd name="T26" fmla="*/ 347 w 471"/>
                <a:gd name="T27" fmla="*/ 22 h 371"/>
                <a:gd name="T28" fmla="*/ 306 w 471"/>
                <a:gd name="T29" fmla="*/ 7 h 371"/>
                <a:gd name="T30" fmla="*/ 259 w 471"/>
                <a:gd name="T31" fmla="*/ 1 h 371"/>
                <a:gd name="T32" fmla="*/ 212 w 471"/>
                <a:gd name="T33" fmla="*/ 1 h 371"/>
                <a:gd name="T34" fmla="*/ 166 w 471"/>
                <a:gd name="T35" fmla="*/ 7 h 371"/>
                <a:gd name="T36" fmla="*/ 123 w 471"/>
                <a:gd name="T37" fmla="*/ 22 h 371"/>
                <a:gd name="T38" fmla="*/ 85 w 471"/>
                <a:gd name="T39" fmla="*/ 42 h 371"/>
                <a:gd name="T40" fmla="*/ 54 w 471"/>
                <a:gd name="T41" fmla="*/ 67 h 371"/>
                <a:gd name="T42" fmla="*/ 28 w 471"/>
                <a:gd name="T43" fmla="*/ 96 h 371"/>
                <a:gd name="T44" fmla="*/ 10 w 471"/>
                <a:gd name="T45" fmla="*/ 130 h 371"/>
                <a:gd name="T46" fmla="*/ 1 w 471"/>
                <a:gd name="T47" fmla="*/ 166 h 371"/>
                <a:gd name="T48" fmla="*/ 1 w 471"/>
                <a:gd name="T49" fmla="*/ 204 h 371"/>
                <a:gd name="T50" fmla="*/ 10 w 471"/>
                <a:gd name="T51" fmla="*/ 240 h 371"/>
                <a:gd name="T52" fmla="*/ 28 w 471"/>
                <a:gd name="T53" fmla="*/ 274 h 371"/>
                <a:gd name="T54" fmla="*/ 54 w 471"/>
                <a:gd name="T55" fmla="*/ 303 h 371"/>
                <a:gd name="T56" fmla="*/ 85 w 471"/>
                <a:gd name="T57" fmla="*/ 329 h 371"/>
                <a:gd name="T58" fmla="*/ 123 w 471"/>
                <a:gd name="T59" fmla="*/ 349 h 371"/>
                <a:gd name="T60" fmla="*/ 166 w 471"/>
                <a:gd name="T61" fmla="*/ 362 h 371"/>
                <a:gd name="T62" fmla="*/ 212 w 471"/>
                <a:gd name="T63" fmla="*/ 370 h 3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71"/>
                <a:gd name="T97" fmla="*/ 0 h 371"/>
                <a:gd name="T98" fmla="*/ 471 w 471"/>
                <a:gd name="T99" fmla="*/ 371 h 37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71" h="371">
                  <a:moveTo>
                    <a:pt x="236" y="371"/>
                  </a:moveTo>
                  <a:lnTo>
                    <a:pt x="259" y="370"/>
                  </a:lnTo>
                  <a:lnTo>
                    <a:pt x="283" y="368"/>
                  </a:lnTo>
                  <a:lnTo>
                    <a:pt x="306" y="362"/>
                  </a:lnTo>
                  <a:lnTo>
                    <a:pt x="327" y="357"/>
                  </a:lnTo>
                  <a:lnTo>
                    <a:pt x="347" y="349"/>
                  </a:lnTo>
                  <a:lnTo>
                    <a:pt x="367" y="339"/>
                  </a:lnTo>
                  <a:lnTo>
                    <a:pt x="385" y="329"/>
                  </a:lnTo>
                  <a:lnTo>
                    <a:pt x="402" y="316"/>
                  </a:lnTo>
                  <a:lnTo>
                    <a:pt x="417" y="303"/>
                  </a:lnTo>
                  <a:lnTo>
                    <a:pt x="430" y="289"/>
                  </a:lnTo>
                  <a:lnTo>
                    <a:pt x="443" y="274"/>
                  </a:lnTo>
                  <a:lnTo>
                    <a:pt x="453" y="257"/>
                  </a:lnTo>
                  <a:lnTo>
                    <a:pt x="461" y="240"/>
                  </a:lnTo>
                  <a:lnTo>
                    <a:pt x="466" y="222"/>
                  </a:lnTo>
                  <a:lnTo>
                    <a:pt x="470" y="204"/>
                  </a:lnTo>
                  <a:lnTo>
                    <a:pt x="471" y="185"/>
                  </a:lnTo>
                  <a:lnTo>
                    <a:pt x="470" y="166"/>
                  </a:lnTo>
                  <a:lnTo>
                    <a:pt x="466" y="148"/>
                  </a:lnTo>
                  <a:lnTo>
                    <a:pt x="461" y="130"/>
                  </a:lnTo>
                  <a:lnTo>
                    <a:pt x="453" y="113"/>
                  </a:lnTo>
                  <a:lnTo>
                    <a:pt x="443" y="96"/>
                  </a:lnTo>
                  <a:lnTo>
                    <a:pt x="430" y="82"/>
                  </a:lnTo>
                  <a:lnTo>
                    <a:pt x="417" y="67"/>
                  </a:lnTo>
                  <a:lnTo>
                    <a:pt x="402" y="53"/>
                  </a:lnTo>
                  <a:lnTo>
                    <a:pt x="385" y="42"/>
                  </a:lnTo>
                  <a:lnTo>
                    <a:pt x="367" y="31"/>
                  </a:lnTo>
                  <a:lnTo>
                    <a:pt x="347" y="22"/>
                  </a:lnTo>
                  <a:lnTo>
                    <a:pt x="327" y="14"/>
                  </a:lnTo>
                  <a:lnTo>
                    <a:pt x="306" y="7"/>
                  </a:lnTo>
                  <a:lnTo>
                    <a:pt x="283" y="3"/>
                  </a:lnTo>
                  <a:lnTo>
                    <a:pt x="259" y="1"/>
                  </a:lnTo>
                  <a:lnTo>
                    <a:pt x="236" y="0"/>
                  </a:lnTo>
                  <a:lnTo>
                    <a:pt x="212" y="1"/>
                  </a:lnTo>
                  <a:lnTo>
                    <a:pt x="189" y="3"/>
                  </a:lnTo>
                  <a:lnTo>
                    <a:pt x="166" y="7"/>
                  </a:lnTo>
                  <a:lnTo>
                    <a:pt x="144" y="14"/>
                  </a:lnTo>
                  <a:lnTo>
                    <a:pt x="123" y="22"/>
                  </a:lnTo>
                  <a:lnTo>
                    <a:pt x="104" y="31"/>
                  </a:lnTo>
                  <a:lnTo>
                    <a:pt x="85" y="42"/>
                  </a:lnTo>
                  <a:lnTo>
                    <a:pt x="69" y="53"/>
                  </a:lnTo>
                  <a:lnTo>
                    <a:pt x="54" y="67"/>
                  </a:lnTo>
                  <a:lnTo>
                    <a:pt x="40" y="82"/>
                  </a:lnTo>
                  <a:lnTo>
                    <a:pt x="28" y="96"/>
                  </a:lnTo>
                  <a:lnTo>
                    <a:pt x="19" y="113"/>
                  </a:lnTo>
                  <a:lnTo>
                    <a:pt x="10" y="130"/>
                  </a:lnTo>
                  <a:lnTo>
                    <a:pt x="4" y="148"/>
                  </a:lnTo>
                  <a:lnTo>
                    <a:pt x="1" y="166"/>
                  </a:lnTo>
                  <a:lnTo>
                    <a:pt x="0" y="185"/>
                  </a:lnTo>
                  <a:lnTo>
                    <a:pt x="1" y="204"/>
                  </a:lnTo>
                  <a:lnTo>
                    <a:pt x="4" y="222"/>
                  </a:lnTo>
                  <a:lnTo>
                    <a:pt x="10" y="240"/>
                  </a:lnTo>
                  <a:lnTo>
                    <a:pt x="19" y="257"/>
                  </a:lnTo>
                  <a:lnTo>
                    <a:pt x="28" y="274"/>
                  </a:lnTo>
                  <a:lnTo>
                    <a:pt x="40" y="289"/>
                  </a:lnTo>
                  <a:lnTo>
                    <a:pt x="54" y="303"/>
                  </a:lnTo>
                  <a:lnTo>
                    <a:pt x="69" y="316"/>
                  </a:lnTo>
                  <a:lnTo>
                    <a:pt x="85" y="329"/>
                  </a:lnTo>
                  <a:lnTo>
                    <a:pt x="104" y="339"/>
                  </a:lnTo>
                  <a:lnTo>
                    <a:pt x="123" y="349"/>
                  </a:lnTo>
                  <a:lnTo>
                    <a:pt x="144" y="357"/>
                  </a:lnTo>
                  <a:lnTo>
                    <a:pt x="166" y="362"/>
                  </a:lnTo>
                  <a:lnTo>
                    <a:pt x="189" y="368"/>
                  </a:lnTo>
                  <a:lnTo>
                    <a:pt x="212" y="370"/>
                  </a:lnTo>
                  <a:lnTo>
                    <a:pt x="236" y="371"/>
                  </a:lnTo>
                  <a:close/>
                </a:path>
              </a:pathLst>
            </a:custGeom>
            <a:solidFill>
              <a:srgbClr val="FFFFFF"/>
            </a:solidFill>
            <a:ln w="9525">
              <a:noFill/>
              <a:round/>
              <a:headEnd/>
              <a:tailEnd/>
            </a:ln>
          </p:spPr>
          <p:txBody>
            <a:bodyPr/>
            <a:lstStyle/>
            <a:p>
              <a:endParaRPr lang="de-DE"/>
            </a:p>
          </p:txBody>
        </p:sp>
        <p:sp>
          <p:nvSpPr>
            <p:cNvPr id="98" name="Freeform 89"/>
            <p:cNvSpPr>
              <a:spLocks/>
            </p:cNvSpPr>
            <p:nvPr/>
          </p:nvSpPr>
          <p:spPr bwMode="auto">
            <a:xfrm>
              <a:off x="3765" y="2510"/>
              <a:ext cx="446" cy="454"/>
            </a:xfrm>
            <a:custGeom>
              <a:avLst/>
              <a:gdLst>
                <a:gd name="T0" fmla="*/ 1130 w 1337"/>
                <a:gd name="T1" fmla="*/ 880 h 1361"/>
                <a:gd name="T2" fmla="*/ 1130 w 1337"/>
                <a:gd name="T3" fmla="*/ 651 h 1361"/>
                <a:gd name="T4" fmla="*/ 997 w 1337"/>
                <a:gd name="T5" fmla="*/ 788 h 1361"/>
                <a:gd name="T6" fmla="*/ 996 w 1337"/>
                <a:gd name="T7" fmla="*/ 788 h 1361"/>
                <a:gd name="T8" fmla="*/ 996 w 1337"/>
                <a:gd name="T9" fmla="*/ 651 h 1361"/>
                <a:gd name="T10" fmla="*/ 862 w 1337"/>
                <a:gd name="T11" fmla="*/ 788 h 1361"/>
                <a:gd name="T12" fmla="*/ 851 w 1337"/>
                <a:gd name="T13" fmla="*/ 788 h 1361"/>
                <a:gd name="T14" fmla="*/ 851 w 1337"/>
                <a:gd name="T15" fmla="*/ 651 h 1361"/>
                <a:gd name="T16" fmla="*/ 718 w 1337"/>
                <a:gd name="T17" fmla="*/ 788 h 1361"/>
                <a:gd name="T18" fmla="*/ 673 w 1337"/>
                <a:gd name="T19" fmla="*/ 788 h 1361"/>
                <a:gd name="T20" fmla="*/ 627 w 1337"/>
                <a:gd name="T21" fmla="*/ 148 h 1361"/>
                <a:gd name="T22" fmla="*/ 533 w 1337"/>
                <a:gd name="T23" fmla="*/ 148 h 1361"/>
                <a:gd name="T24" fmla="*/ 497 w 1337"/>
                <a:gd name="T25" fmla="*/ 788 h 1361"/>
                <a:gd name="T26" fmla="*/ 450 w 1337"/>
                <a:gd name="T27" fmla="*/ 788 h 1361"/>
                <a:gd name="T28" fmla="*/ 401 w 1337"/>
                <a:gd name="T29" fmla="*/ 0 h 1361"/>
                <a:gd name="T30" fmla="*/ 306 w 1337"/>
                <a:gd name="T31" fmla="*/ 0 h 1361"/>
                <a:gd name="T32" fmla="*/ 268 w 1337"/>
                <a:gd name="T33" fmla="*/ 788 h 1361"/>
                <a:gd name="T34" fmla="*/ 183 w 1337"/>
                <a:gd name="T35" fmla="*/ 788 h 1361"/>
                <a:gd name="T36" fmla="*/ 183 w 1337"/>
                <a:gd name="T37" fmla="*/ 938 h 1361"/>
                <a:gd name="T38" fmla="*/ 0 w 1337"/>
                <a:gd name="T39" fmla="*/ 938 h 1361"/>
                <a:gd name="T40" fmla="*/ 0 w 1337"/>
                <a:gd name="T41" fmla="*/ 1361 h 1361"/>
                <a:gd name="T42" fmla="*/ 1337 w 1337"/>
                <a:gd name="T43" fmla="*/ 1237 h 1361"/>
                <a:gd name="T44" fmla="*/ 1337 w 1337"/>
                <a:gd name="T45" fmla="*/ 880 h 1361"/>
                <a:gd name="T46" fmla="*/ 1130 w 1337"/>
                <a:gd name="T47" fmla="*/ 880 h 1361"/>
                <a:gd name="T48" fmla="*/ 1130 w 1337"/>
                <a:gd name="T49" fmla="*/ 880 h 13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1361"/>
                <a:gd name="T77" fmla="*/ 1337 w 1337"/>
                <a:gd name="T78" fmla="*/ 1361 h 13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1361">
                  <a:moveTo>
                    <a:pt x="1130" y="880"/>
                  </a:moveTo>
                  <a:lnTo>
                    <a:pt x="1130" y="651"/>
                  </a:lnTo>
                  <a:lnTo>
                    <a:pt x="997" y="788"/>
                  </a:lnTo>
                  <a:lnTo>
                    <a:pt x="996" y="788"/>
                  </a:lnTo>
                  <a:lnTo>
                    <a:pt x="996" y="651"/>
                  </a:lnTo>
                  <a:lnTo>
                    <a:pt x="862" y="788"/>
                  </a:lnTo>
                  <a:lnTo>
                    <a:pt x="851" y="788"/>
                  </a:lnTo>
                  <a:lnTo>
                    <a:pt x="851" y="651"/>
                  </a:lnTo>
                  <a:lnTo>
                    <a:pt x="718" y="788"/>
                  </a:lnTo>
                  <a:lnTo>
                    <a:pt x="673" y="788"/>
                  </a:lnTo>
                  <a:lnTo>
                    <a:pt x="627" y="148"/>
                  </a:lnTo>
                  <a:lnTo>
                    <a:pt x="533" y="148"/>
                  </a:lnTo>
                  <a:lnTo>
                    <a:pt x="497" y="788"/>
                  </a:lnTo>
                  <a:lnTo>
                    <a:pt x="450" y="788"/>
                  </a:lnTo>
                  <a:lnTo>
                    <a:pt x="401" y="0"/>
                  </a:lnTo>
                  <a:lnTo>
                    <a:pt x="306" y="0"/>
                  </a:lnTo>
                  <a:lnTo>
                    <a:pt x="268" y="788"/>
                  </a:lnTo>
                  <a:lnTo>
                    <a:pt x="183" y="788"/>
                  </a:lnTo>
                  <a:lnTo>
                    <a:pt x="183" y="938"/>
                  </a:lnTo>
                  <a:lnTo>
                    <a:pt x="0" y="938"/>
                  </a:lnTo>
                  <a:lnTo>
                    <a:pt x="0" y="1361"/>
                  </a:lnTo>
                  <a:lnTo>
                    <a:pt x="1337" y="1237"/>
                  </a:lnTo>
                  <a:lnTo>
                    <a:pt x="1337" y="880"/>
                  </a:lnTo>
                  <a:lnTo>
                    <a:pt x="1130" y="880"/>
                  </a:lnTo>
                  <a:close/>
                </a:path>
              </a:pathLst>
            </a:custGeom>
            <a:solidFill>
              <a:srgbClr val="00007F"/>
            </a:solidFill>
            <a:ln w="9525">
              <a:noFill/>
              <a:round/>
              <a:headEnd/>
              <a:tailEnd/>
            </a:ln>
          </p:spPr>
          <p:txBody>
            <a:bodyPr/>
            <a:lstStyle/>
            <a:p>
              <a:endParaRPr lang="de-DE"/>
            </a:p>
          </p:txBody>
        </p:sp>
        <p:sp>
          <p:nvSpPr>
            <p:cNvPr id="99" name="Freeform 90"/>
            <p:cNvSpPr>
              <a:spLocks/>
            </p:cNvSpPr>
            <p:nvPr/>
          </p:nvSpPr>
          <p:spPr bwMode="auto">
            <a:xfrm>
              <a:off x="4102" y="2355"/>
              <a:ext cx="21" cy="22"/>
            </a:xfrm>
            <a:custGeom>
              <a:avLst/>
              <a:gdLst>
                <a:gd name="T0" fmla="*/ 44 w 63"/>
                <a:gd name="T1" fmla="*/ 67 h 67"/>
                <a:gd name="T2" fmla="*/ 63 w 63"/>
                <a:gd name="T3" fmla="*/ 0 h 67"/>
                <a:gd name="T4" fmla="*/ 0 w 63"/>
                <a:gd name="T5" fmla="*/ 15 h 67"/>
                <a:gd name="T6" fmla="*/ 6 w 63"/>
                <a:gd name="T7" fmla="*/ 20 h 67"/>
                <a:gd name="T8" fmla="*/ 12 w 63"/>
                <a:gd name="T9" fmla="*/ 27 h 67"/>
                <a:gd name="T10" fmla="*/ 18 w 63"/>
                <a:gd name="T11" fmla="*/ 34 h 67"/>
                <a:gd name="T12" fmla="*/ 24 w 63"/>
                <a:gd name="T13" fmla="*/ 39 h 67"/>
                <a:gd name="T14" fmla="*/ 30 w 63"/>
                <a:gd name="T15" fmla="*/ 46 h 67"/>
                <a:gd name="T16" fmla="*/ 34 w 63"/>
                <a:gd name="T17" fmla="*/ 53 h 67"/>
                <a:gd name="T18" fmla="*/ 40 w 63"/>
                <a:gd name="T19" fmla="*/ 61 h 67"/>
                <a:gd name="T20" fmla="*/ 44 w 63"/>
                <a:gd name="T21" fmla="*/ 67 h 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3"/>
                <a:gd name="T34" fmla="*/ 0 h 67"/>
                <a:gd name="T35" fmla="*/ 63 w 63"/>
                <a:gd name="T36" fmla="*/ 67 h 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3" h="67">
                  <a:moveTo>
                    <a:pt x="44" y="67"/>
                  </a:moveTo>
                  <a:lnTo>
                    <a:pt x="63" y="0"/>
                  </a:lnTo>
                  <a:lnTo>
                    <a:pt x="0" y="15"/>
                  </a:lnTo>
                  <a:lnTo>
                    <a:pt x="6" y="20"/>
                  </a:lnTo>
                  <a:lnTo>
                    <a:pt x="12" y="27"/>
                  </a:lnTo>
                  <a:lnTo>
                    <a:pt x="18" y="34"/>
                  </a:lnTo>
                  <a:lnTo>
                    <a:pt x="24" y="39"/>
                  </a:lnTo>
                  <a:lnTo>
                    <a:pt x="30" y="46"/>
                  </a:lnTo>
                  <a:lnTo>
                    <a:pt x="34" y="53"/>
                  </a:lnTo>
                  <a:lnTo>
                    <a:pt x="40" y="61"/>
                  </a:lnTo>
                  <a:lnTo>
                    <a:pt x="44" y="67"/>
                  </a:lnTo>
                  <a:close/>
                </a:path>
              </a:pathLst>
            </a:custGeom>
            <a:solidFill>
              <a:srgbClr val="FFFFFF"/>
            </a:solidFill>
            <a:ln w="9525">
              <a:noFill/>
              <a:round/>
              <a:headEnd/>
              <a:tailEnd/>
            </a:ln>
          </p:spPr>
          <p:txBody>
            <a:bodyPr/>
            <a:lstStyle/>
            <a:p>
              <a:endParaRPr lang="de-DE"/>
            </a:p>
          </p:txBody>
        </p:sp>
        <p:sp>
          <p:nvSpPr>
            <p:cNvPr id="100" name="Freeform 91"/>
            <p:cNvSpPr>
              <a:spLocks/>
            </p:cNvSpPr>
            <p:nvPr/>
          </p:nvSpPr>
          <p:spPr bwMode="auto">
            <a:xfrm>
              <a:off x="4134" y="2408"/>
              <a:ext cx="21" cy="22"/>
            </a:xfrm>
            <a:custGeom>
              <a:avLst/>
              <a:gdLst>
                <a:gd name="T0" fmla="*/ 20 w 65"/>
                <a:gd name="T1" fmla="*/ 65 h 65"/>
                <a:gd name="T2" fmla="*/ 65 w 65"/>
                <a:gd name="T3" fmla="*/ 20 h 65"/>
                <a:gd name="T4" fmla="*/ 0 w 65"/>
                <a:gd name="T5" fmla="*/ 0 h 65"/>
                <a:gd name="T6" fmla="*/ 7 w 65"/>
                <a:gd name="T7" fmla="*/ 15 h 65"/>
                <a:gd name="T8" fmla="*/ 12 w 65"/>
                <a:gd name="T9" fmla="*/ 32 h 65"/>
                <a:gd name="T10" fmla="*/ 17 w 65"/>
                <a:gd name="T11" fmla="*/ 49 h 65"/>
                <a:gd name="T12" fmla="*/ 20 w 65"/>
                <a:gd name="T13" fmla="*/ 65 h 65"/>
                <a:gd name="T14" fmla="*/ 0 60000 65536"/>
                <a:gd name="T15" fmla="*/ 0 60000 65536"/>
                <a:gd name="T16" fmla="*/ 0 60000 65536"/>
                <a:gd name="T17" fmla="*/ 0 60000 65536"/>
                <a:gd name="T18" fmla="*/ 0 60000 65536"/>
                <a:gd name="T19" fmla="*/ 0 60000 65536"/>
                <a:gd name="T20" fmla="*/ 0 60000 65536"/>
                <a:gd name="T21" fmla="*/ 0 w 65"/>
                <a:gd name="T22" fmla="*/ 0 h 65"/>
                <a:gd name="T23" fmla="*/ 65 w 65"/>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65">
                  <a:moveTo>
                    <a:pt x="20" y="65"/>
                  </a:moveTo>
                  <a:lnTo>
                    <a:pt x="65" y="20"/>
                  </a:lnTo>
                  <a:lnTo>
                    <a:pt x="0" y="0"/>
                  </a:lnTo>
                  <a:lnTo>
                    <a:pt x="7" y="15"/>
                  </a:lnTo>
                  <a:lnTo>
                    <a:pt x="12" y="32"/>
                  </a:lnTo>
                  <a:lnTo>
                    <a:pt x="17" y="49"/>
                  </a:lnTo>
                  <a:lnTo>
                    <a:pt x="20" y="65"/>
                  </a:lnTo>
                  <a:close/>
                </a:path>
              </a:pathLst>
            </a:custGeom>
            <a:solidFill>
              <a:srgbClr val="FFFFFF"/>
            </a:solidFill>
            <a:ln w="9525">
              <a:noFill/>
              <a:round/>
              <a:headEnd/>
              <a:tailEnd/>
            </a:ln>
          </p:spPr>
          <p:txBody>
            <a:bodyPr/>
            <a:lstStyle/>
            <a:p>
              <a:endParaRPr lang="de-DE"/>
            </a:p>
          </p:txBody>
        </p:sp>
        <p:sp>
          <p:nvSpPr>
            <p:cNvPr id="101" name="Freeform 92"/>
            <p:cNvSpPr>
              <a:spLocks/>
            </p:cNvSpPr>
            <p:nvPr/>
          </p:nvSpPr>
          <p:spPr bwMode="auto">
            <a:xfrm>
              <a:off x="4081" y="2334"/>
              <a:ext cx="16" cy="21"/>
            </a:xfrm>
            <a:custGeom>
              <a:avLst/>
              <a:gdLst>
                <a:gd name="T0" fmla="*/ 47 w 48"/>
                <a:gd name="T1" fmla="*/ 63 h 63"/>
                <a:gd name="T2" fmla="*/ 48 w 48"/>
                <a:gd name="T3" fmla="*/ 0 h 63"/>
                <a:gd name="T4" fmla="*/ 0 w 48"/>
                <a:gd name="T5" fmla="*/ 24 h 63"/>
                <a:gd name="T6" fmla="*/ 5 w 48"/>
                <a:gd name="T7" fmla="*/ 28 h 63"/>
                <a:gd name="T8" fmla="*/ 12 w 48"/>
                <a:gd name="T9" fmla="*/ 33 h 63"/>
                <a:gd name="T10" fmla="*/ 18 w 48"/>
                <a:gd name="T11" fmla="*/ 37 h 63"/>
                <a:gd name="T12" fmla="*/ 23 w 48"/>
                <a:gd name="T13" fmla="*/ 43 h 63"/>
                <a:gd name="T14" fmla="*/ 29 w 48"/>
                <a:gd name="T15" fmla="*/ 48 h 63"/>
                <a:gd name="T16" fmla="*/ 36 w 48"/>
                <a:gd name="T17" fmla="*/ 53 h 63"/>
                <a:gd name="T18" fmla="*/ 41 w 48"/>
                <a:gd name="T19" fmla="*/ 58 h 63"/>
                <a:gd name="T20" fmla="*/ 47 w 48"/>
                <a:gd name="T21" fmla="*/ 63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63"/>
                <a:gd name="T35" fmla="*/ 48 w 48"/>
                <a:gd name="T36" fmla="*/ 63 h 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63">
                  <a:moveTo>
                    <a:pt x="47" y="63"/>
                  </a:moveTo>
                  <a:lnTo>
                    <a:pt x="48" y="0"/>
                  </a:lnTo>
                  <a:lnTo>
                    <a:pt x="0" y="24"/>
                  </a:lnTo>
                  <a:lnTo>
                    <a:pt x="5" y="28"/>
                  </a:lnTo>
                  <a:lnTo>
                    <a:pt x="12" y="33"/>
                  </a:lnTo>
                  <a:lnTo>
                    <a:pt x="18" y="37"/>
                  </a:lnTo>
                  <a:lnTo>
                    <a:pt x="23" y="43"/>
                  </a:lnTo>
                  <a:lnTo>
                    <a:pt x="29" y="48"/>
                  </a:lnTo>
                  <a:lnTo>
                    <a:pt x="36" y="53"/>
                  </a:lnTo>
                  <a:lnTo>
                    <a:pt x="41" y="58"/>
                  </a:lnTo>
                  <a:lnTo>
                    <a:pt x="47" y="63"/>
                  </a:lnTo>
                  <a:close/>
                </a:path>
              </a:pathLst>
            </a:custGeom>
            <a:solidFill>
              <a:srgbClr val="FFFFFF"/>
            </a:solidFill>
            <a:ln w="9525">
              <a:noFill/>
              <a:round/>
              <a:headEnd/>
              <a:tailEnd/>
            </a:ln>
          </p:spPr>
          <p:txBody>
            <a:bodyPr/>
            <a:lstStyle/>
            <a:p>
              <a:endParaRPr lang="de-DE"/>
            </a:p>
          </p:txBody>
        </p:sp>
        <p:sp>
          <p:nvSpPr>
            <p:cNvPr id="102" name="Freeform 93"/>
            <p:cNvSpPr>
              <a:spLocks/>
            </p:cNvSpPr>
            <p:nvPr/>
          </p:nvSpPr>
          <p:spPr bwMode="auto">
            <a:xfrm>
              <a:off x="4119" y="2382"/>
              <a:ext cx="24" cy="21"/>
            </a:xfrm>
            <a:custGeom>
              <a:avLst/>
              <a:gdLst>
                <a:gd name="T0" fmla="*/ 35 w 70"/>
                <a:gd name="T1" fmla="*/ 63 h 63"/>
                <a:gd name="T2" fmla="*/ 70 w 70"/>
                <a:gd name="T3" fmla="*/ 2 h 63"/>
                <a:gd name="T4" fmla="*/ 0 w 70"/>
                <a:gd name="T5" fmla="*/ 0 h 63"/>
                <a:gd name="T6" fmla="*/ 5 w 70"/>
                <a:gd name="T7" fmla="*/ 8 h 63"/>
                <a:gd name="T8" fmla="*/ 10 w 70"/>
                <a:gd name="T9" fmla="*/ 16 h 63"/>
                <a:gd name="T10" fmla="*/ 15 w 70"/>
                <a:gd name="T11" fmla="*/ 23 h 63"/>
                <a:gd name="T12" fmla="*/ 19 w 70"/>
                <a:gd name="T13" fmla="*/ 31 h 63"/>
                <a:gd name="T14" fmla="*/ 23 w 70"/>
                <a:gd name="T15" fmla="*/ 39 h 63"/>
                <a:gd name="T16" fmla="*/ 27 w 70"/>
                <a:gd name="T17" fmla="*/ 47 h 63"/>
                <a:gd name="T18" fmla="*/ 32 w 70"/>
                <a:gd name="T19" fmla="*/ 55 h 63"/>
                <a:gd name="T20" fmla="*/ 35 w 70"/>
                <a:gd name="T21" fmla="*/ 63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63"/>
                <a:gd name="T35" fmla="*/ 70 w 70"/>
                <a:gd name="T36" fmla="*/ 63 h 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63">
                  <a:moveTo>
                    <a:pt x="35" y="63"/>
                  </a:moveTo>
                  <a:lnTo>
                    <a:pt x="70" y="2"/>
                  </a:lnTo>
                  <a:lnTo>
                    <a:pt x="0" y="0"/>
                  </a:lnTo>
                  <a:lnTo>
                    <a:pt x="5" y="8"/>
                  </a:lnTo>
                  <a:lnTo>
                    <a:pt x="10" y="16"/>
                  </a:lnTo>
                  <a:lnTo>
                    <a:pt x="15" y="23"/>
                  </a:lnTo>
                  <a:lnTo>
                    <a:pt x="19" y="31"/>
                  </a:lnTo>
                  <a:lnTo>
                    <a:pt x="23" y="39"/>
                  </a:lnTo>
                  <a:lnTo>
                    <a:pt x="27" y="47"/>
                  </a:lnTo>
                  <a:lnTo>
                    <a:pt x="32" y="55"/>
                  </a:lnTo>
                  <a:lnTo>
                    <a:pt x="35" y="63"/>
                  </a:lnTo>
                  <a:close/>
                </a:path>
              </a:pathLst>
            </a:custGeom>
            <a:solidFill>
              <a:srgbClr val="FFFFFF"/>
            </a:solidFill>
            <a:ln w="9525">
              <a:noFill/>
              <a:round/>
              <a:headEnd/>
              <a:tailEnd/>
            </a:ln>
          </p:spPr>
          <p:txBody>
            <a:bodyPr/>
            <a:lstStyle/>
            <a:p>
              <a:endParaRPr lang="de-DE"/>
            </a:p>
          </p:txBody>
        </p:sp>
        <p:sp>
          <p:nvSpPr>
            <p:cNvPr id="103" name="Freeform 94"/>
            <p:cNvSpPr>
              <a:spLocks/>
            </p:cNvSpPr>
            <p:nvPr/>
          </p:nvSpPr>
          <p:spPr bwMode="auto">
            <a:xfrm>
              <a:off x="4141" y="2436"/>
              <a:ext cx="18" cy="20"/>
            </a:xfrm>
            <a:custGeom>
              <a:avLst/>
              <a:gdLst>
                <a:gd name="T0" fmla="*/ 5 w 54"/>
                <a:gd name="T1" fmla="*/ 61 h 61"/>
                <a:gd name="T2" fmla="*/ 54 w 54"/>
                <a:gd name="T3" fmla="*/ 32 h 61"/>
                <a:gd name="T4" fmla="*/ 0 w 54"/>
                <a:gd name="T5" fmla="*/ 0 h 61"/>
                <a:gd name="T6" fmla="*/ 3 w 54"/>
                <a:gd name="T7" fmla="*/ 15 h 61"/>
                <a:gd name="T8" fmla="*/ 4 w 54"/>
                <a:gd name="T9" fmla="*/ 30 h 61"/>
                <a:gd name="T10" fmla="*/ 5 w 54"/>
                <a:gd name="T11" fmla="*/ 46 h 61"/>
                <a:gd name="T12" fmla="*/ 5 w 54"/>
                <a:gd name="T13" fmla="*/ 61 h 61"/>
                <a:gd name="T14" fmla="*/ 0 60000 65536"/>
                <a:gd name="T15" fmla="*/ 0 60000 65536"/>
                <a:gd name="T16" fmla="*/ 0 60000 65536"/>
                <a:gd name="T17" fmla="*/ 0 60000 65536"/>
                <a:gd name="T18" fmla="*/ 0 60000 65536"/>
                <a:gd name="T19" fmla="*/ 0 60000 65536"/>
                <a:gd name="T20" fmla="*/ 0 60000 65536"/>
                <a:gd name="T21" fmla="*/ 0 w 54"/>
                <a:gd name="T22" fmla="*/ 0 h 61"/>
                <a:gd name="T23" fmla="*/ 54 w 54"/>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61">
                  <a:moveTo>
                    <a:pt x="5" y="61"/>
                  </a:moveTo>
                  <a:lnTo>
                    <a:pt x="54" y="32"/>
                  </a:lnTo>
                  <a:lnTo>
                    <a:pt x="0" y="0"/>
                  </a:lnTo>
                  <a:lnTo>
                    <a:pt x="3" y="15"/>
                  </a:lnTo>
                  <a:lnTo>
                    <a:pt x="4" y="30"/>
                  </a:lnTo>
                  <a:lnTo>
                    <a:pt x="5" y="46"/>
                  </a:lnTo>
                  <a:lnTo>
                    <a:pt x="5" y="61"/>
                  </a:lnTo>
                  <a:close/>
                </a:path>
              </a:pathLst>
            </a:custGeom>
            <a:solidFill>
              <a:srgbClr val="FFFFFF"/>
            </a:solidFill>
            <a:ln w="9525">
              <a:noFill/>
              <a:round/>
              <a:headEnd/>
              <a:tailEnd/>
            </a:ln>
          </p:spPr>
          <p:txBody>
            <a:bodyPr/>
            <a:lstStyle/>
            <a:p>
              <a:endParaRPr lang="de-DE"/>
            </a:p>
          </p:txBody>
        </p:sp>
        <p:sp>
          <p:nvSpPr>
            <p:cNvPr id="104" name="Rectangle 95"/>
            <p:cNvSpPr>
              <a:spLocks noChangeArrowheads="1"/>
            </p:cNvSpPr>
            <p:nvPr/>
          </p:nvSpPr>
          <p:spPr bwMode="auto">
            <a:xfrm>
              <a:off x="3820" y="2904"/>
              <a:ext cx="14" cy="21"/>
            </a:xfrm>
            <a:prstGeom prst="rect">
              <a:avLst/>
            </a:prstGeom>
            <a:solidFill>
              <a:srgbClr val="49548E"/>
            </a:solidFill>
            <a:ln w="9525">
              <a:noFill/>
              <a:miter lim="800000"/>
              <a:headEnd/>
              <a:tailEnd/>
            </a:ln>
          </p:spPr>
          <p:txBody>
            <a:bodyPr/>
            <a:lstStyle/>
            <a:p>
              <a:endParaRPr lang="de-DE"/>
            </a:p>
          </p:txBody>
        </p:sp>
        <p:sp>
          <p:nvSpPr>
            <p:cNvPr id="105" name="Rectangle 96"/>
            <p:cNvSpPr>
              <a:spLocks noChangeArrowheads="1"/>
            </p:cNvSpPr>
            <p:nvPr/>
          </p:nvSpPr>
          <p:spPr bwMode="auto">
            <a:xfrm>
              <a:off x="3880" y="2824"/>
              <a:ext cx="14" cy="21"/>
            </a:xfrm>
            <a:prstGeom prst="rect">
              <a:avLst/>
            </a:prstGeom>
            <a:solidFill>
              <a:srgbClr val="49548E"/>
            </a:solidFill>
            <a:ln w="9525">
              <a:noFill/>
              <a:miter lim="800000"/>
              <a:headEnd/>
              <a:tailEnd/>
            </a:ln>
          </p:spPr>
          <p:txBody>
            <a:bodyPr/>
            <a:lstStyle/>
            <a:p>
              <a:endParaRPr lang="de-DE"/>
            </a:p>
          </p:txBody>
        </p:sp>
        <p:sp>
          <p:nvSpPr>
            <p:cNvPr id="106" name="Rectangle 97"/>
            <p:cNvSpPr>
              <a:spLocks noChangeArrowheads="1"/>
            </p:cNvSpPr>
            <p:nvPr/>
          </p:nvSpPr>
          <p:spPr bwMode="auto">
            <a:xfrm>
              <a:off x="3950" y="2888"/>
              <a:ext cx="14" cy="22"/>
            </a:xfrm>
            <a:prstGeom prst="rect">
              <a:avLst/>
            </a:prstGeom>
            <a:solidFill>
              <a:srgbClr val="49548E"/>
            </a:solidFill>
            <a:ln w="9525">
              <a:noFill/>
              <a:miter lim="800000"/>
              <a:headEnd/>
              <a:tailEnd/>
            </a:ln>
          </p:spPr>
          <p:txBody>
            <a:bodyPr/>
            <a:lstStyle/>
            <a:p>
              <a:endParaRPr lang="de-DE"/>
            </a:p>
          </p:txBody>
        </p:sp>
        <p:sp>
          <p:nvSpPr>
            <p:cNvPr id="107" name="Rectangle 98"/>
            <p:cNvSpPr>
              <a:spLocks noChangeArrowheads="1"/>
            </p:cNvSpPr>
            <p:nvPr/>
          </p:nvSpPr>
          <p:spPr bwMode="auto">
            <a:xfrm>
              <a:off x="4001" y="2824"/>
              <a:ext cx="14" cy="22"/>
            </a:xfrm>
            <a:prstGeom prst="rect">
              <a:avLst/>
            </a:prstGeom>
            <a:solidFill>
              <a:srgbClr val="49548E"/>
            </a:solidFill>
            <a:ln w="9525">
              <a:noFill/>
              <a:miter lim="800000"/>
              <a:headEnd/>
              <a:tailEnd/>
            </a:ln>
          </p:spPr>
          <p:txBody>
            <a:bodyPr/>
            <a:lstStyle/>
            <a:p>
              <a:endParaRPr lang="de-DE"/>
            </a:p>
          </p:txBody>
        </p:sp>
        <p:sp>
          <p:nvSpPr>
            <p:cNvPr id="108" name="Rectangle 99"/>
            <p:cNvSpPr>
              <a:spLocks noChangeArrowheads="1"/>
            </p:cNvSpPr>
            <p:nvPr/>
          </p:nvSpPr>
          <p:spPr bwMode="auto">
            <a:xfrm>
              <a:off x="4068" y="2887"/>
              <a:ext cx="14" cy="21"/>
            </a:xfrm>
            <a:prstGeom prst="rect">
              <a:avLst/>
            </a:prstGeom>
            <a:solidFill>
              <a:srgbClr val="49548E"/>
            </a:solidFill>
            <a:ln w="9525">
              <a:noFill/>
              <a:miter lim="800000"/>
              <a:headEnd/>
              <a:tailEnd/>
            </a:ln>
          </p:spPr>
          <p:txBody>
            <a:bodyPr/>
            <a:lstStyle/>
            <a:p>
              <a:endParaRPr lang="de-DE"/>
            </a:p>
          </p:txBody>
        </p:sp>
        <p:sp>
          <p:nvSpPr>
            <p:cNvPr id="109" name="Rectangle 100"/>
            <p:cNvSpPr>
              <a:spLocks noChangeArrowheads="1"/>
            </p:cNvSpPr>
            <p:nvPr/>
          </p:nvSpPr>
          <p:spPr bwMode="auto">
            <a:xfrm>
              <a:off x="4149" y="2859"/>
              <a:ext cx="14" cy="21"/>
            </a:xfrm>
            <a:prstGeom prst="rect">
              <a:avLst/>
            </a:prstGeom>
            <a:solidFill>
              <a:srgbClr val="49548E"/>
            </a:solidFill>
            <a:ln w="9525">
              <a:noFill/>
              <a:miter lim="800000"/>
              <a:headEnd/>
              <a:tailEnd/>
            </a:ln>
          </p:spPr>
          <p:txBody>
            <a:bodyPr/>
            <a:lstStyle/>
            <a:p>
              <a:endParaRPr lang="de-DE"/>
            </a:p>
          </p:txBody>
        </p:sp>
        <p:sp>
          <p:nvSpPr>
            <p:cNvPr id="110" name="Freeform 101"/>
            <p:cNvSpPr>
              <a:spLocks/>
            </p:cNvSpPr>
            <p:nvPr/>
          </p:nvSpPr>
          <p:spPr bwMode="auto">
            <a:xfrm>
              <a:off x="3873" y="2480"/>
              <a:ext cx="14" cy="15"/>
            </a:xfrm>
            <a:custGeom>
              <a:avLst/>
              <a:gdLst>
                <a:gd name="T0" fmla="*/ 2 w 42"/>
                <a:gd name="T1" fmla="*/ 14 h 44"/>
                <a:gd name="T2" fmla="*/ 7 w 42"/>
                <a:gd name="T3" fmla="*/ 7 h 44"/>
                <a:gd name="T4" fmla="*/ 14 w 42"/>
                <a:gd name="T5" fmla="*/ 2 h 44"/>
                <a:gd name="T6" fmla="*/ 22 w 42"/>
                <a:gd name="T7" fmla="*/ 0 h 44"/>
                <a:gd name="T8" fmla="*/ 30 w 42"/>
                <a:gd name="T9" fmla="*/ 2 h 44"/>
                <a:gd name="T10" fmla="*/ 37 w 42"/>
                <a:gd name="T11" fmla="*/ 8 h 44"/>
                <a:gd name="T12" fmla="*/ 41 w 42"/>
                <a:gd name="T13" fmla="*/ 15 h 44"/>
                <a:gd name="T14" fmla="*/ 42 w 42"/>
                <a:gd name="T15" fmla="*/ 23 h 44"/>
                <a:gd name="T16" fmla="*/ 40 w 42"/>
                <a:gd name="T17" fmla="*/ 32 h 44"/>
                <a:gd name="T18" fmla="*/ 36 w 42"/>
                <a:gd name="T19" fmla="*/ 38 h 44"/>
                <a:gd name="T20" fmla="*/ 28 w 42"/>
                <a:gd name="T21" fmla="*/ 42 h 44"/>
                <a:gd name="T22" fmla="*/ 20 w 42"/>
                <a:gd name="T23" fmla="*/ 44 h 44"/>
                <a:gd name="T24" fmla="*/ 12 w 42"/>
                <a:gd name="T25" fmla="*/ 42 h 44"/>
                <a:gd name="T26" fmla="*/ 5 w 42"/>
                <a:gd name="T27" fmla="*/ 36 h 44"/>
                <a:gd name="T28" fmla="*/ 1 w 42"/>
                <a:gd name="T29" fmla="*/ 29 h 44"/>
                <a:gd name="T30" fmla="*/ 0 w 42"/>
                <a:gd name="T31" fmla="*/ 21 h 44"/>
                <a:gd name="T32" fmla="*/ 2 w 42"/>
                <a:gd name="T33" fmla="*/ 14 h 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4"/>
                <a:gd name="T53" fmla="*/ 42 w 42"/>
                <a:gd name="T54" fmla="*/ 44 h 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4">
                  <a:moveTo>
                    <a:pt x="2" y="14"/>
                  </a:moveTo>
                  <a:lnTo>
                    <a:pt x="7" y="7"/>
                  </a:lnTo>
                  <a:lnTo>
                    <a:pt x="14" y="2"/>
                  </a:lnTo>
                  <a:lnTo>
                    <a:pt x="22" y="0"/>
                  </a:lnTo>
                  <a:lnTo>
                    <a:pt x="30" y="2"/>
                  </a:lnTo>
                  <a:lnTo>
                    <a:pt x="37" y="8"/>
                  </a:lnTo>
                  <a:lnTo>
                    <a:pt x="41" y="15"/>
                  </a:lnTo>
                  <a:lnTo>
                    <a:pt x="42" y="23"/>
                  </a:lnTo>
                  <a:lnTo>
                    <a:pt x="40" y="32"/>
                  </a:lnTo>
                  <a:lnTo>
                    <a:pt x="36" y="38"/>
                  </a:lnTo>
                  <a:lnTo>
                    <a:pt x="28" y="42"/>
                  </a:lnTo>
                  <a:lnTo>
                    <a:pt x="20" y="44"/>
                  </a:lnTo>
                  <a:lnTo>
                    <a:pt x="12" y="42"/>
                  </a:lnTo>
                  <a:lnTo>
                    <a:pt x="5" y="36"/>
                  </a:lnTo>
                  <a:lnTo>
                    <a:pt x="1" y="29"/>
                  </a:lnTo>
                  <a:lnTo>
                    <a:pt x="0" y="21"/>
                  </a:lnTo>
                  <a:lnTo>
                    <a:pt x="2" y="14"/>
                  </a:lnTo>
                  <a:close/>
                </a:path>
              </a:pathLst>
            </a:custGeom>
            <a:solidFill>
              <a:srgbClr val="FF0000"/>
            </a:solidFill>
            <a:ln w="9525">
              <a:noFill/>
              <a:round/>
              <a:headEnd/>
              <a:tailEnd/>
            </a:ln>
          </p:spPr>
          <p:txBody>
            <a:bodyPr/>
            <a:lstStyle/>
            <a:p>
              <a:endParaRPr lang="de-DE"/>
            </a:p>
          </p:txBody>
        </p:sp>
        <p:sp>
          <p:nvSpPr>
            <p:cNvPr id="111" name="Freeform 102"/>
            <p:cNvSpPr>
              <a:spLocks/>
            </p:cNvSpPr>
            <p:nvPr/>
          </p:nvSpPr>
          <p:spPr bwMode="auto">
            <a:xfrm>
              <a:off x="3879" y="2452"/>
              <a:ext cx="14" cy="14"/>
            </a:xfrm>
            <a:custGeom>
              <a:avLst/>
              <a:gdLst>
                <a:gd name="T0" fmla="*/ 1 w 42"/>
                <a:gd name="T1" fmla="*/ 27 h 43"/>
                <a:gd name="T2" fmla="*/ 0 w 42"/>
                <a:gd name="T3" fmla="*/ 19 h 43"/>
                <a:gd name="T4" fmla="*/ 2 w 42"/>
                <a:gd name="T5" fmla="*/ 11 h 43"/>
                <a:gd name="T6" fmla="*/ 6 w 42"/>
                <a:gd name="T7" fmla="*/ 4 h 43"/>
                <a:gd name="T8" fmla="*/ 14 w 42"/>
                <a:gd name="T9" fmla="*/ 1 h 43"/>
                <a:gd name="T10" fmla="*/ 23 w 42"/>
                <a:gd name="T11" fmla="*/ 0 h 43"/>
                <a:gd name="T12" fmla="*/ 31 w 42"/>
                <a:gd name="T13" fmla="*/ 2 h 43"/>
                <a:gd name="T14" fmla="*/ 37 w 42"/>
                <a:gd name="T15" fmla="*/ 7 h 43"/>
                <a:gd name="T16" fmla="*/ 41 w 42"/>
                <a:gd name="T17" fmla="*/ 15 h 43"/>
                <a:gd name="T18" fmla="*/ 42 w 42"/>
                <a:gd name="T19" fmla="*/ 23 h 43"/>
                <a:gd name="T20" fmla="*/ 39 w 42"/>
                <a:gd name="T21" fmla="*/ 31 h 43"/>
                <a:gd name="T22" fmla="*/ 34 w 42"/>
                <a:gd name="T23" fmla="*/ 37 h 43"/>
                <a:gd name="T24" fmla="*/ 26 w 42"/>
                <a:gd name="T25" fmla="*/ 41 h 43"/>
                <a:gd name="T26" fmla="*/ 19 w 42"/>
                <a:gd name="T27" fmla="*/ 43 h 43"/>
                <a:gd name="T28" fmla="*/ 11 w 42"/>
                <a:gd name="T29" fmla="*/ 39 h 43"/>
                <a:gd name="T30" fmla="*/ 4 w 42"/>
                <a:gd name="T31" fmla="*/ 35 h 43"/>
                <a:gd name="T32" fmla="*/ 1 w 42"/>
                <a:gd name="T33" fmla="*/ 27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3"/>
                <a:gd name="T53" fmla="*/ 42 w 42"/>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3">
                  <a:moveTo>
                    <a:pt x="1" y="27"/>
                  </a:moveTo>
                  <a:lnTo>
                    <a:pt x="0" y="19"/>
                  </a:lnTo>
                  <a:lnTo>
                    <a:pt x="2" y="11"/>
                  </a:lnTo>
                  <a:lnTo>
                    <a:pt x="6" y="4"/>
                  </a:lnTo>
                  <a:lnTo>
                    <a:pt x="14" y="1"/>
                  </a:lnTo>
                  <a:lnTo>
                    <a:pt x="23" y="0"/>
                  </a:lnTo>
                  <a:lnTo>
                    <a:pt x="31" y="2"/>
                  </a:lnTo>
                  <a:lnTo>
                    <a:pt x="37" y="7"/>
                  </a:lnTo>
                  <a:lnTo>
                    <a:pt x="41" y="15"/>
                  </a:lnTo>
                  <a:lnTo>
                    <a:pt x="42" y="23"/>
                  </a:lnTo>
                  <a:lnTo>
                    <a:pt x="39" y="31"/>
                  </a:lnTo>
                  <a:lnTo>
                    <a:pt x="34" y="37"/>
                  </a:lnTo>
                  <a:lnTo>
                    <a:pt x="26" y="41"/>
                  </a:lnTo>
                  <a:lnTo>
                    <a:pt x="19" y="43"/>
                  </a:lnTo>
                  <a:lnTo>
                    <a:pt x="11" y="39"/>
                  </a:lnTo>
                  <a:lnTo>
                    <a:pt x="4" y="35"/>
                  </a:lnTo>
                  <a:lnTo>
                    <a:pt x="1" y="27"/>
                  </a:lnTo>
                  <a:close/>
                </a:path>
              </a:pathLst>
            </a:custGeom>
            <a:solidFill>
              <a:srgbClr val="FF0000"/>
            </a:solidFill>
            <a:ln w="9525">
              <a:noFill/>
              <a:round/>
              <a:headEnd/>
              <a:tailEnd/>
            </a:ln>
          </p:spPr>
          <p:txBody>
            <a:bodyPr/>
            <a:lstStyle/>
            <a:p>
              <a:endParaRPr lang="de-DE"/>
            </a:p>
          </p:txBody>
        </p:sp>
        <p:sp>
          <p:nvSpPr>
            <p:cNvPr id="112" name="Freeform 103"/>
            <p:cNvSpPr>
              <a:spLocks/>
            </p:cNvSpPr>
            <p:nvPr/>
          </p:nvSpPr>
          <p:spPr bwMode="auto">
            <a:xfrm>
              <a:off x="3862" y="2429"/>
              <a:ext cx="14" cy="14"/>
            </a:xfrm>
            <a:custGeom>
              <a:avLst/>
              <a:gdLst>
                <a:gd name="T0" fmla="*/ 6 w 43"/>
                <a:gd name="T1" fmla="*/ 36 h 43"/>
                <a:gd name="T2" fmla="*/ 1 w 43"/>
                <a:gd name="T3" fmla="*/ 28 h 43"/>
                <a:gd name="T4" fmla="*/ 0 w 43"/>
                <a:gd name="T5" fmla="*/ 21 h 43"/>
                <a:gd name="T6" fmla="*/ 1 w 43"/>
                <a:gd name="T7" fmla="*/ 13 h 43"/>
                <a:gd name="T8" fmla="*/ 6 w 43"/>
                <a:gd name="T9" fmla="*/ 6 h 43"/>
                <a:gd name="T10" fmla="*/ 13 w 43"/>
                <a:gd name="T11" fmla="*/ 1 h 43"/>
                <a:gd name="T12" fmla="*/ 21 w 43"/>
                <a:gd name="T13" fmla="*/ 0 h 43"/>
                <a:gd name="T14" fmla="*/ 29 w 43"/>
                <a:gd name="T15" fmla="*/ 1 h 43"/>
                <a:gd name="T16" fmla="*/ 36 w 43"/>
                <a:gd name="T17" fmla="*/ 6 h 43"/>
                <a:gd name="T18" fmla="*/ 42 w 43"/>
                <a:gd name="T19" fmla="*/ 14 h 43"/>
                <a:gd name="T20" fmla="*/ 43 w 43"/>
                <a:gd name="T21" fmla="*/ 22 h 43"/>
                <a:gd name="T22" fmla="*/ 42 w 43"/>
                <a:gd name="T23" fmla="*/ 29 h 43"/>
                <a:gd name="T24" fmla="*/ 36 w 43"/>
                <a:gd name="T25" fmla="*/ 36 h 43"/>
                <a:gd name="T26" fmla="*/ 29 w 43"/>
                <a:gd name="T27" fmla="*/ 41 h 43"/>
                <a:gd name="T28" fmla="*/ 21 w 43"/>
                <a:gd name="T29" fmla="*/ 43 h 43"/>
                <a:gd name="T30" fmla="*/ 12 w 43"/>
                <a:gd name="T31" fmla="*/ 41 h 43"/>
                <a:gd name="T32" fmla="*/ 6 w 43"/>
                <a:gd name="T33" fmla="*/ 36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3"/>
                <a:gd name="T53" fmla="*/ 43 w 43"/>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3">
                  <a:moveTo>
                    <a:pt x="6" y="36"/>
                  </a:moveTo>
                  <a:lnTo>
                    <a:pt x="1" y="28"/>
                  </a:lnTo>
                  <a:lnTo>
                    <a:pt x="0" y="21"/>
                  </a:lnTo>
                  <a:lnTo>
                    <a:pt x="1" y="13"/>
                  </a:lnTo>
                  <a:lnTo>
                    <a:pt x="6" y="6"/>
                  </a:lnTo>
                  <a:lnTo>
                    <a:pt x="13" y="1"/>
                  </a:lnTo>
                  <a:lnTo>
                    <a:pt x="21" y="0"/>
                  </a:lnTo>
                  <a:lnTo>
                    <a:pt x="29" y="1"/>
                  </a:lnTo>
                  <a:lnTo>
                    <a:pt x="36" y="6"/>
                  </a:lnTo>
                  <a:lnTo>
                    <a:pt x="42" y="14"/>
                  </a:lnTo>
                  <a:lnTo>
                    <a:pt x="43" y="22"/>
                  </a:lnTo>
                  <a:lnTo>
                    <a:pt x="42" y="29"/>
                  </a:lnTo>
                  <a:lnTo>
                    <a:pt x="36" y="36"/>
                  </a:lnTo>
                  <a:lnTo>
                    <a:pt x="29" y="41"/>
                  </a:lnTo>
                  <a:lnTo>
                    <a:pt x="21" y="43"/>
                  </a:lnTo>
                  <a:lnTo>
                    <a:pt x="12" y="41"/>
                  </a:lnTo>
                  <a:lnTo>
                    <a:pt x="6" y="36"/>
                  </a:lnTo>
                  <a:close/>
                </a:path>
              </a:pathLst>
            </a:custGeom>
            <a:solidFill>
              <a:srgbClr val="FF0000"/>
            </a:solidFill>
            <a:ln w="9525">
              <a:noFill/>
              <a:round/>
              <a:headEnd/>
              <a:tailEnd/>
            </a:ln>
          </p:spPr>
          <p:txBody>
            <a:bodyPr/>
            <a:lstStyle/>
            <a:p>
              <a:endParaRPr lang="de-DE"/>
            </a:p>
          </p:txBody>
        </p:sp>
        <p:sp>
          <p:nvSpPr>
            <p:cNvPr id="113" name="Freeform 104"/>
            <p:cNvSpPr>
              <a:spLocks/>
            </p:cNvSpPr>
            <p:nvPr/>
          </p:nvSpPr>
          <p:spPr bwMode="auto">
            <a:xfrm>
              <a:off x="3843" y="2405"/>
              <a:ext cx="15" cy="15"/>
            </a:xfrm>
            <a:custGeom>
              <a:avLst/>
              <a:gdLst>
                <a:gd name="T0" fmla="*/ 2 w 43"/>
                <a:gd name="T1" fmla="*/ 31 h 43"/>
                <a:gd name="T2" fmla="*/ 0 w 43"/>
                <a:gd name="T3" fmla="*/ 22 h 43"/>
                <a:gd name="T4" fmla="*/ 1 w 43"/>
                <a:gd name="T5" fmla="*/ 14 h 43"/>
                <a:gd name="T6" fmla="*/ 4 w 43"/>
                <a:gd name="T7" fmla="*/ 7 h 43"/>
                <a:gd name="T8" fmla="*/ 11 w 43"/>
                <a:gd name="T9" fmla="*/ 2 h 43"/>
                <a:gd name="T10" fmla="*/ 20 w 43"/>
                <a:gd name="T11" fmla="*/ 0 h 43"/>
                <a:gd name="T12" fmla="*/ 28 w 43"/>
                <a:gd name="T13" fmla="*/ 2 h 43"/>
                <a:gd name="T14" fmla="*/ 35 w 43"/>
                <a:gd name="T15" fmla="*/ 5 h 43"/>
                <a:gd name="T16" fmla="*/ 40 w 43"/>
                <a:gd name="T17" fmla="*/ 12 h 43"/>
                <a:gd name="T18" fmla="*/ 43 w 43"/>
                <a:gd name="T19" fmla="*/ 21 h 43"/>
                <a:gd name="T20" fmla="*/ 40 w 43"/>
                <a:gd name="T21" fmla="*/ 29 h 43"/>
                <a:gd name="T22" fmla="*/ 37 w 43"/>
                <a:gd name="T23" fmla="*/ 35 h 43"/>
                <a:gd name="T24" fmla="*/ 30 w 43"/>
                <a:gd name="T25" fmla="*/ 41 h 43"/>
                <a:gd name="T26" fmla="*/ 21 w 43"/>
                <a:gd name="T27" fmla="*/ 43 h 43"/>
                <a:gd name="T28" fmla="*/ 13 w 43"/>
                <a:gd name="T29" fmla="*/ 41 h 43"/>
                <a:gd name="T30" fmla="*/ 7 w 43"/>
                <a:gd name="T31" fmla="*/ 38 h 43"/>
                <a:gd name="T32" fmla="*/ 2 w 43"/>
                <a:gd name="T33" fmla="*/ 31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3"/>
                <a:gd name="T53" fmla="*/ 43 w 43"/>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3">
                  <a:moveTo>
                    <a:pt x="2" y="31"/>
                  </a:moveTo>
                  <a:lnTo>
                    <a:pt x="0" y="22"/>
                  </a:lnTo>
                  <a:lnTo>
                    <a:pt x="1" y="14"/>
                  </a:lnTo>
                  <a:lnTo>
                    <a:pt x="4" y="7"/>
                  </a:lnTo>
                  <a:lnTo>
                    <a:pt x="11" y="2"/>
                  </a:lnTo>
                  <a:lnTo>
                    <a:pt x="20" y="0"/>
                  </a:lnTo>
                  <a:lnTo>
                    <a:pt x="28" y="2"/>
                  </a:lnTo>
                  <a:lnTo>
                    <a:pt x="35" y="5"/>
                  </a:lnTo>
                  <a:lnTo>
                    <a:pt x="40" y="12"/>
                  </a:lnTo>
                  <a:lnTo>
                    <a:pt x="43" y="21"/>
                  </a:lnTo>
                  <a:lnTo>
                    <a:pt x="40" y="29"/>
                  </a:lnTo>
                  <a:lnTo>
                    <a:pt x="37" y="35"/>
                  </a:lnTo>
                  <a:lnTo>
                    <a:pt x="30" y="41"/>
                  </a:lnTo>
                  <a:lnTo>
                    <a:pt x="21" y="43"/>
                  </a:lnTo>
                  <a:lnTo>
                    <a:pt x="13" y="41"/>
                  </a:lnTo>
                  <a:lnTo>
                    <a:pt x="7" y="38"/>
                  </a:lnTo>
                  <a:lnTo>
                    <a:pt x="2" y="31"/>
                  </a:lnTo>
                  <a:close/>
                </a:path>
              </a:pathLst>
            </a:custGeom>
            <a:solidFill>
              <a:srgbClr val="FF0000"/>
            </a:solidFill>
            <a:ln w="9525">
              <a:noFill/>
              <a:round/>
              <a:headEnd/>
              <a:tailEnd/>
            </a:ln>
          </p:spPr>
          <p:txBody>
            <a:bodyPr/>
            <a:lstStyle/>
            <a:p>
              <a:endParaRPr lang="de-DE"/>
            </a:p>
          </p:txBody>
        </p:sp>
        <p:sp>
          <p:nvSpPr>
            <p:cNvPr id="114" name="Freeform 105"/>
            <p:cNvSpPr>
              <a:spLocks/>
            </p:cNvSpPr>
            <p:nvPr/>
          </p:nvSpPr>
          <p:spPr bwMode="auto">
            <a:xfrm>
              <a:off x="3842" y="2376"/>
              <a:ext cx="14" cy="14"/>
            </a:xfrm>
            <a:custGeom>
              <a:avLst/>
              <a:gdLst>
                <a:gd name="T0" fmla="*/ 2 w 42"/>
                <a:gd name="T1" fmla="*/ 13 h 42"/>
                <a:gd name="T2" fmla="*/ 6 w 42"/>
                <a:gd name="T3" fmla="*/ 6 h 42"/>
                <a:gd name="T4" fmla="*/ 12 w 42"/>
                <a:gd name="T5" fmla="*/ 1 h 42"/>
                <a:gd name="T6" fmla="*/ 20 w 42"/>
                <a:gd name="T7" fmla="*/ 0 h 42"/>
                <a:gd name="T8" fmla="*/ 29 w 42"/>
                <a:gd name="T9" fmla="*/ 1 h 42"/>
                <a:gd name="T10" fmla="*/ 36 w 42"/>
                <a:gd name="T11" fmla="*/ 6 h 42"/>
                <a:gd name="T12" fmla="*/ 41 w 42"/>
                <a:gd name="T13" fmla="*/ 11 h 42"/>
                <a:gd name="T14" fmla="*/ 42 w 42"/>
                <a:gd name="T15" fmla="*/ 19 h 42"/>
                <a:gd name="T16" fmla="*/ 41 w 42"/>
                <a:gd name="T17" fmla="*/ 28 h 42"/>
                <a:gd name="T18" fmla="*/ 36 w 42"/>
                <a:gd name="T19" fmla="*/ 35 h 42"/>
                <a:gd name="T20" fmla="*/ 31 w 42"/>
                <a:gd name="T21" fmla="*/ 40 h 42"/>
                <a:gd name="T22" fmla="*/ 23 w 42"/>
                <a:gd name="T23" fmla="*/ 42 h 42"/>
                <a:gd name="T24" fmla="*/ 14 w 42"/>
                <a:gd name="T25" fmla="*/ 40 h 42"/>
                <a:gd name="T26" fmla="*/ 7 w 42"/>
                <a:gd name="T27" fmla="*/ 36 h 42"/>
                <a:gd name="T28" fmla="*/ 2 w 42"/>
                <a:gd name="T29" fmla="*/ 30 h 42"/>
                <a:gd name="T30" fmla="*/ 0 w 42"/>
                <a:gd name="T31" fmla="*/ 22 h 42"/>
                <a:gd name="T32" fmla="*/ 2 w 42"/>
                <a:gd name="T33" fmla="*/ 13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2"/>
                <a:gd name="T53" fmla="*/ 42 w 42"/>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2">
                  <a:moveTo>
                    <a:pt x="2" y="13"/>
                  </a:moveTo>
                  <a:lnTo>
                    <a:pt x="6" y="6"/>
                  </a:lnTo>
                  <a:lnTo>
                    <a:pt x="12" y="1"/>
                  </a:lnTo>
                  <a:lnTo>
                    <a:pt x="20" y="0"/>
                  </a:lnTo>
                  <a:lnTo>
                    <a:pt x="29" y="1"/>
                  </a:lnTo>
                  <a:lnTo>
                    <a:pt x="36" y="6"/>
                  </a:lnTo>
                  <a:lnTo>
                    <a:pt x="41" y="11"/>
                  </a:lnTo>
                  <a:lnTo>
                    <a:pt x="42" y="19"/>
                  </a:lnTo>
                  <a:lnTo>
                    <a:pt x="41" y="28"/>
                  </a:lnTo>
                  <a:lnTo>
                    <a:pt x="36" y="35"/>
                  </a:lnTo>
                  <a:lnTo>
                    <a:pt x="31" y="40"/>
                  </a:lnTo>
                  <a:lnTo>
                    <a:pt x="23" y="42"/>
                  </a:lnTo>
                  <a:lnTo>
                    <a:pt x="14" y="40"/>
                  </a:lnTo>
                  <a:lnTo>
                    <a:pt x="7" y="36"/>
                  </a:lnTo>
                  <a:lnTo>
                    <a:pt x="2" y="30"/>
                  </a:lnTo>
                  <a:lnTo>
                    <a:pt x="0" y="22"/>
                  </a:lnTo>
                  <a:lnTo>
                    <a:pt x="2" y="13"/>
                  </a:lnTo>
                  <a:close/>
                </a:path>
              </a:pathLst>
            </a:custGeom>
            <a:solidFill>
              <a:srgbClr val="FF0000"/>
            </a:solidFill>
            <a:ln w="9525">
              <a:noFill/>
              <a:round/>
              <a:headEnd/>
              <a:tailEnd/>
            </a:ln>
          </p:spPr>
          <p:txBody>
            <a:bodyPr/>
            <a:lstStyle/>
            <a:p>
              <a:endParaRPr lang="de-DE"/>
            </a:p>
          </p:txBody>
        </p:sp>
        <p:sp>
          <p:nvSpPr>
            <p:cNvPr id="115" name="Freeform 106"/>
            <p:cNvSpPr>
              <a:spLocks/>
            </p:cNvSpPr>
            <p:nvPr/>
          </p:nvSpPr>
          <p:spPr bwMode="auto">
            <a:xfrm>
              <a:off x="3858" y="2350"/>
              <a:ext cx="14" cy="14"/>
            </a:xfrm>
            <a:custGeom>
              <a:avLst/>
              <a:gdLst>
                <a:gd name="T0" fmla="*/ 5 w 42"/>
                <a:gd name="T1" fmla="*/ 6 h 42"/>
                <a:gd name="T2" fmla="*/ 12 w 42"/>
                <a:gd name="T3" fmla="*/ 2 h 42"/>
                <a:gd name="T4" fmla="*/ 20 w 42"/>
                <a:gd name="T5" fmla="*/ 0 h 42"/>
                <a:gd name="T6" fmla="*/ 28 w 42"/>
                <a:gd name="T7" fmla="*/ 1 h 42"/>
                <a:gd name="T8" fmla="*/ 36 w 42"/>
                <a:gd name="T9" fmla="*/ 5 h 42"/>
                <a:gd name="T10" fmla="*/ 40 w 42"/>
                <a:gd name="T11" fmla="*/ 12 h 42"/>
                <a:gd name="T12" fmla="*/ 42 w 42"/>
                <a:gd name="T13" fmla="*/ 20 h 42"/>
                <a:gd name="T14" fmla="*/ 41 w 42"/>
                <a:gd name="T15" fmla="*/ 28 h 42"/>
                <a:gd name="T16" fmla="*/ 37 w 42"/>
                <a:gd name="T17" fmla="*/ 35 h 42"/>
                <a:gd name="T18" fmla="*/ 30 w 42"/>
                <a:gd name="T19" fmla="*/ 40 h 42"/>
                <a:gd name="T20" fmla="*/ 22 w 42"/>
                <a:gd name="T21" fmla="*/ 42 h 42"/>
                <a:gd name="T22" fmla="*/ 14 w 42"/>
                <a:gd name="T23" fmla="*/ 41 h 42"/>
                <a:gd name="T24" fmla="*/ 6 w 42"/>
                <a:gd name="T25" fmla="*/ 37 h 42"/>
                <a:gd name="T26" fmla="*/ 1 w 42"/>
                <a:gd name="T27" fmla="*/ 30 h 42"/>
                <a:gd name="T28" fmla="*/ 0 w 42"/>
                <a:gd name="T29" fmla="*/ 22 h 42"/>
                <a:gd name="T30" fmla="*/ 1 w 42"/>
                <a:gd name="T31" fmla="*/ 14 h 42"/>
                <a:gd name="T32" fmla="*/ 5 w 42"/>
                <a:gd name="T33" fmla="*/ 6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2"/>
                <a:gd name="T53" fmla="*/ 42 w 42"/>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2">
                  <a:moveTo>
                    <a:pt x="5" y="6"/>
                  </a:moveTo>
                  <a:lnTo>
                    <a:pt x="12" y="2"/>
                  </a:lnTo>
                  <a:lnTo>
                    <a:pt x="20" y="0"/>
                  </a:lnTo>
                  <a:lnTo>
                    <a:pt x="28" y="1"/>
                  </a:lnTo>
                  <a:lnTo>
                    <a:pt x="36" y="5"/>
                  </a:lnTo>
                  <a:lnTo>
                    <a:pt x="40" y="12"/>
                  </a:lnTo>
                  <a:lnTo>
                    <a:pt x="42" y="20"/>
                  </a:lnTo>
                  <a:lnTo>
                    <a:pt x="41" y="28"/>
                  </a:lnTo>
                  <a:lnTo>
                    <a:pt x="37" y="35"/>
                  </a:lnTo>
                  <a:lnTo>
                    <a:pt x="30" y="40"/>
                  </a:lnTo>
                  <a:lnTo>
                    <a:pt x="22" y="42"/>
                  </a:lnTo>
                  <a:lnTo>
                    <a:pt x="14" y="41"/>
                  </a:lnTo>
                  <a:lnTo>
                    <a:pt x="6" y="37"/>
                  </a:lnTo>
                  <a:lnTo>
                    <a:pt x="1" y="30"/>
                  </a:lnTo>
                  <a:lnTo>
                    <a:pt x="0" y="22"/>
                  </a:lnTo>
                  <a:lnTo>
                    <a:pt x="1" y="14"/>
                  </a:lnTo>
                  <a:lnTo>
                    <a:pt x="5" y="6"/>
                  </a:lnTo>
                  <a:close/>
                </a:path>
              </a:pathLst>
            </a:custGeom>
            <a:solidFill>
              <a:srgbClr val="FF0000"/>
            </a:solidFill>
            <a:ln w="9525">
              <a:noFill/>
              <a:round/>
              <a:headEnd/>
              <a:tailEnd/>
            </a:ln>
          </p:spPr>
          <p:txBody>
            <a:bodyPr/>
            <a:lstStyle/>
            <a:p>
              <a:endParaRPr lang="de-DE"/>
            </a:p>
          </p:txBody>
        </p:sp>
        <p:sp>
          <p:nvSpPr>
            <p:cNvPr id="116" name="Freeform 107"/>
            <p:cNvSpPr>
              <a:spLocks/>
            </p:cNvSpPr>
            <p:nvPr/>
          </p:nvSpPr>
          <p:spPr bwMode="auto">
            <a:xfrm>
              <a:off x="3879" y="2330"/>
              <a:ext cx="14" cy="15"/>
            </a:xfrm>
            <a:custGeom>
              <a:avLst/>
              <a:gdLst>
                <a:gd name="T0" fmla="*/ 8 w 42"/>
                <a:gd name="T1" fmla="*/ 5 h 43"/>
                <a:gd name="T2" fmla="*/ 16 w 42"/>
                <a:gd name="T3" fmla="*/ 1 h 43"/>
                <a:gd name="T4" fmla="*/ 23 w 42"/>
                <a:gd name="T5" fmla="*/ 0 h 43"/>
                <a:gd name="T6" fmla="*/ 31 w 42"/>
                <a:gd name="T7" fmla="*/ 2 h 43"/>
                <a:gd name="T8" fmla="*/ 38 w 42"/>
                <a:gd name="T9" fmla="*/ 8 h 43"/>
                <a:gd name="T10" fmla="*/ 41 w 42"/>
                <a:gd name="T11" fmla="*/ 16 h 43"/>
                <a:gd name="T12" fmla="*/ 42 w 42"/>
                <a:gd name="T13" fmla="*/ 24 h 43"/>
                <a:gd name="T14" fmla="*/ 40 w 42"/>
                <a:gd name="T15" fmla="*/ 31 h 43"/>
                <a:gd name="T16" fmla="*/ 35 w 42"/>
                <a:gd name="T17" fmla="*/ 37 h 43"/>
                <a:gd name="T18" fmla="*/ 27 w 42"/>
                <a:gd name="T19" fmla="*/ 42 h 43"/>
                <a:gd name="T20" fmla="*/ 19 w 42"/>
                <a:gd name="T21" fmla="*/ 43 h 43"/>
                <a:gd name="T22" fmla="*/ 11 w 42"/>
                <a:gd name="T23" fmla="*/ 40 h 43"/>
                <a:gd name="T24" fmla="*/ 5 w 42"/>
                <a:gd name="T25" fmla="*/ 35 h 43"/>
                <a:gd name="T26" fmla="*/ 1 w 42"/>
                <a:gd name="T27" fmla="*/ 27 h 43"/>
                <a:gd name="T28" fmla="*/ 0 w 42"/>
                <a:gd name="T29" fmla="*/ 19 h 43"/>
                <a:gd name="T30" fmla="*/ 2 w 42"/>
                <a:gd name="T31" fmla="*/ 11 h 43"/>
                <a:gd name="T32" fmla="*/ 8 w 42"/>
                <a:gd name="T33" fmla="*/ 5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3"/>
                <a:gd name="T53" fmla="*/ 42 w 42"/>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3">
                  <a:moveTo>
                    <a:pt x="8" y="5"/>
                  </a:moveTo>
                  <a:lnTo>
                    <a:pt x="16" y="1"/>
                  </a:lnTo>
                  <a:lnTo>
                    <a:pt x="23" y="0"/>
                  </a:lnTo>
                  <a:lnTo>
                    <a:pt x="31" y="2"/>
                  </a:lnTo>
                  <a:lnTo>
                    <a:pt x="38" y="8"/>
                  </a:lnTo>
                  <a:lnTo>
                    <a:pt x="41" y="16"/>
                  </a:lnTo>
                  <a:lnTo>
                    <a:pt x="42" y="24"/>
                  </a:lnTo>
                  <a:lnTo>
                    <a:pt x="40" y="31"/>
                  </a:lnTo>
                  <a:lnTo>
                    <a:pt x="35" y="37"/>
                  </a:lnTo>
                  <a:lnTo>
                    <a:pt x="27" y="42"/>
                  </a:lnTo>
                  <a:lnTo>
                    <a:pt x="19" y="43"/>
                  </a:lnTo>
                  <a:lnTo>
                    <a:pt x="11" y="40"/>
                  </a:lnTo>
                  <a:lnTo>
                    <a:pt x="5" y="35"/>
                  </a:lnTo>
                  <a:lnTo>
                    <a:pt x="1" y="27"/>
                  </a:lnTo>
                  <a:lnTo>
                    <a:pt x="0" y="19"/>
                  </a:lnTo>
                  <a:lnTo>
                    <a:pt x="2" y="11"/>
                  </a:lnTo>
                  <a:lnTo>
                    <a:pt x="8" y="5"/>
                  </a:lnTo>
                  <a:close/>
                </a:path>
              </a:pathLst>
            </a:custGeom>
            <a:solidFill>
              <a:srgbClr val="FF0000"/>
            </a:solidFill>
            <a:ln w="9525">
              <a:noFill/>
              <a:round/>
              <a:headEnd/>
              <a:tailEnd/>
            </a:ln>
          </p:spPr>
          <p:txBody>
            <a:bodyPr/>
            <a:lstStyle/>
            <a:p>
              <a:endParaRPr lang="de-DE"/>
            </a:p>
          </p:txBody>
        </p:sp>
        <p:sp>
          <p:nvSpPr>
            <p:cNvPr id="117" name="Freeform 108"/>
            <p:cNvSpPr>
              <a:spLocks/>
            </p:cNvSpPr>
            <p:nvPr/>
          </p:nvSpPr>
          <p:spPr bwMode="auto">
            <a:xfrm>
              <a:off x="3901" y="2312"/>
              <a:ext cx="13" cy="14"/>
            </a:xfrm>
            <a:custGeom>
              <a:avLst/>
              <a:gdLst>
                <a:gd name="T0" fmla="*/ 5 w 41"/>
                <a:gd name="T1" fmla="*/ 6 h 42"/>
                <a:gd name="T2" fmla="*/ 13 w 41"/>
                <a:gd name="T3" fmla="*/ 1 h 42"/>
                <a:gd name="T4" fmla="*/ 21 w 41"/>
                <a:gd name="T5" fmla="*/ 0 h 42"/>
                <a:gd name="T6" fmla="*/ 29 w 41"/>
                <a:gd name="T7" fmla="*/ 1 h 42"/>
                <a:gd name="T8" fmla="*/ 36 w 41"/>
                <a:gd name="T9" fmla="*/ 6 h 42"/>
                <a:gd name="T10" fmla="*/ 40 w 41"/>
                <a:gd name="T11" fmla="*/ 12 h 42"/>
                <a:gd name="T12" fmla="*/ 41 w 41"/>
                <a:gd name="T13" fmla="*/ 20 h 42"/>
                <a:gd name="T14" fmla="*/ 40 w 41"/>
                <a:gd name="T15" fmla="*/ 28 h 42"/>
                <a:gd name="T16" fmla="*/ 36 w 41"/>
                <a:gd name="T17" fmla="*/ 36 h 42"/>
                <a:gd name="T18" fmla="*/ 29 w 41"/>
                <a:gd name="T19" fmla="*/ 40 h 42"/>
                <a:gd name="T20" fmla="*/ 21 w 41"/>
                <a:gd name="T21" fmla="*/ 42 h 42"/>
                <a:gd name="T22" fmla="*/ 13 w 41"/>
                <a:gd name="T23" fmla="*/ 40 h 42"/>
                <a:gd name="T24" fmla="*/ 5 w 41"/>
                <a:gd name="T25" fmla="*/ 36 h 42"/>
                <a:gd name="T26" fmla="*/ 1 w 41"/>
                <a:gd name="T27" fmla="*/ 28 h 42"/>
                <a:gd name="T28" fmla="*/ 0 w 41"/>
                <a:gd name="T29" fmla="*/ 20 h 42"/>
                <a:gd name="T30" fmla="*/ 1 w 41"/>
                <a:gd name="T31" fmla="*/ 12 h 42"/>
                <a:gd name="T32" fmla="*/ 5 w 41"/>
                <a:gd name="T33" fmla="*/ 6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
                <a:gd name="T52" fmla="*/ 0 h 42"/>
                <a:gd name="T53" fmla="*/ 41 w 4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 h="42">
                  <a:moveTo>
                    <a:pt x="5" y="6"/>
                  </a:moveTo>
                  <a:lnTo>
                    <a:pt x="13" y="1"/>
                  </a:lnTo>
                  <a:lnTo>
                    <a:pt x="21" y="0"/>
                  </a:lnTo>
                  <a:lnTo>
                    <a:pt x="29" y="1"/>
                  </a:lnTo>
                  <a:lnTo>
                    <a:pt x="36" y="6"/>
                  </a:lnTo>
                  <a:lnTo>
                    <a:pt x="40" y="12"/>
                  </a:lnTo>
                  <a:lnTo>
                    <a:pt x="41" y="20"/>
                  </a:lnTo>
                  <a:lnTo>
                    <a:pt x="40" y="28"/>
                  </a:lnTo>
                  <a:lnTo>
                    <a:pt x="36" y="36"/>
                  </a:lnTo>
                  <a:lnTo>
                    <a:pt x="29" y="40"/>
                  </a:lnTo>
                  <a:lnTo>
                    <a:pt x="21" y="42"/>
                  </a:lnTo>
                  <a:lnTo>
                    <a:pt x="13" y="40"/>
                  </a:lnTo>
                  <a:lnTo>
                    <a:pt x="5" y="36"/>
                  </a:lnTo>
                  <a:lnTo>
                    <a:pt x="1" y="28"/>
                  </a:lnTo>
                  <a:lnTo>
                    <a:pt x="0" y="20"/>
                  </a:lnTo>
                  <a:lnTo>
                    <a:pt x="1" y="12"/>
                  </a:lnTo>
                  <a:lnTo>
                    <a:pt x="5" y="6"/>
                  </a:lnTo>
                  <a:close/>
                </a:path>
              </a:pathLst>
            </a:custGeom>
            <a:solidFill>
              <a:srgbClr val="FF0000"/>
            </a:solidFill>
            <a:ln w="9525">
              <a:noFill/>
              <a:round/>
              <a:headEnd/>
              <a:tailEnd/>
            </a:ln>
          </p:spPr>
          <p:txBody>
            <a:bodyPr/>
            <a:lstStyle/>
            <a:p>
              <a:endParaRPr lang="de-DE"/>
            </a:p>
          </p:txBody>
        </p:sp>
        <p:sp>
          <p:nvSpPr>
            <p:cNvPr id="118" name="Freeform 109"/>
            <p:cNvSpPr>
              <a:spLocks/>
            </p:cNvSpPr>
            <p:nvPr/>
          </p:nvSpPr>
          <p:spPr bwMode="auto">
            <a:xfrm>
              <a:off x="3960" y="2504"/>
              <a:ext cx="14" cy="14"/>
            </a:xfrm>
            <a:custGeom>
              <a:avLst/>
              <a:gdLst>
                <a:gd name="T0" fmla="*/ 2 w 42"/>
                <a:gd name="T1" fmla="*/ 12 h 43"/>
                <a:gd name="T2" fmla="*/ 6 w 42"/>
                <a:gd name="T3" fmla="*/ 5 h 43"/>
                <a:gd name="T4" fmla="*/ 14 w 42"/>
                <a:gd name="T5" fmla="*/ 1 h 43"/>
                <a:gd name="T6" fmla="*/ 22 w 42"/>
                <a:gd name="T7" fmla="*/ 0 h 43"/>
                <a:gd name="T8" fmla="*/ 30 w 42"/>
                <a:gd name="T9" fmla="*/ 2 h 43"/>
                <a:gd name="T10" fmla="*/ 37 w 42"/>
                <a:gd name="T11" fmla="*/ 7 h 43"/>
                <a:gd name="T12" fmla="*/ 41 w 42"/>
                <a:gd name="T13" fmla="*/ 14 h 43"/>
                <a:gd name="T14" fmla="*/ 42 w 42"/>
                <a:gd name="T15" fmla="*/ 22 h 43"/>
                <a:gd name="T16" fmla="*/ 40 w 42"/>
                <a:gd name="T17" fmla="*/ 30 h 43"/>
                <a:gd name="T18" fmla="*/ 34 w 42"/>
                <a:gd name="T19" fmla="*/ 37 h 43"/>
                <a:gd name="T20" fmla="*/ 28 w 42"/>
                <a:gd name="T21" fmla="*/ 41 h 43"/>
                <a:gd name="T22" fmla="*/ 20 w 42"/>
                <a:gd name="T23" fmla="*/ 43 h 43"/>
                <a:gd name="T24" fmla="*/ 12 w 42"/>
                <a:gd name="T25" fmla="*/ 40 h 43"/>
                <a:gd name="T26" fmla="*/ 5 w 42"/>
                <a:gd name="T27" fmla="*/ 35 h 43"/>
                <a:gd name="T28" fmla="*/ 1 w 42"/>
                <a:gd name="T29" fmla="*/ 28 h 43"/>
                <a:gd name="T30" fmla="*/ 0 w 42"/>
                <a:gd name="T31" fmla="*/ 20 h 43"/>
                <a:gd name="T32" fmla="*/ 2 w 42"/>
                <a:gd name="T33" fmla="*/ 12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3"/>
                <a:gd name="T53" fmla="*/ 42 w 42"/>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3">
                  <a:moveTo>
                    <a:pt x="2" y="12"/>
                  </a:moveTo>
                  <a:lnTo>
                    <a:pt x="6" y="5"/>
                  </a:lnTo>
                  <a:lnTo>
                    <a:pt x="14" y="1"/>
                  </a:lnTo>
                  <a:lnTo>
                    <a:pt x="22" y="0"/>
                  </a:lnTo>
                  <a:lnTo>
                    <a:pt x="30" y="2"/>
                  </a:lnTo>
                  <a:lnTo>
                    <a:pt x="37" y="7"/>
                  </a:lnTo>
                  <a:lnTo>
                    <a:pt x="41" y="14"/>
                  </a:lnTo>
                  <a:lnTo>
                    <a:pt x="42" y="22"/>
                  </a:lnTo>
                  <a:lnTo>
                    <a:pt x="40" y="30"/>
                  </a:lnTo>
                  <a:lnTo>
                    <a:pt x="34" y="37"/>
                  </a:lnTo>
                  <a:lnTo>
                    <a:pt x="28" y="41"/>
                  </a:lnTo>
                  <a:lnTo>
                    <a:pt x="20" y="43"/>
                  </a:lnTo>
                  <a:lnTo>
                    <a:pt x="12" y="40"/>
                  </a:lnTo>
                  <a:lnTo>
                    <a:pt x="5" y="35"/>
                  </a:lnTo>
                  <a:lnTo>
                    <a:pt x="1" y="28"/>
                  </a:lnTo>
                  <a:lnTo>
                    <a:pt x="0" y="20"/>
                  </a:lnTo>
                  <a:lnTo>
                    <a:pt x="2" y="12"/>
                  </a:lnTo>
                  <a:close/>
                </a:path>
              </a:pathLst>
            </a:custGeom>
            <a:solidFill>
              <a:srgbClr val="FF0000"/>
            </a:solidFill>
            <a:ln w="9525">
              <a:noFill/>
              <a:round/>
              <a:headEnd/>
              <a:tailEnd/>
            </a:ln>
          </p:spPr>
          <p:txBody>
            <a:bodyPr/>
            <a:lstStyle/>
            <a:p>
              <a:endParaRPr lang="de-DE"/>
            </a:p>
          </p:txBody>
        </p:sp>
        <p:sp>
          <p:nvSpPr>
            <p:cNvPr id="119" name="Freeform 110"/>
            <p:cNvSpPr>
              <a:spLocks/>
            </p:cNvSpPr>
            <p:nvPr/>
          </p:nvSpPr>
          <p:spPr bwMode="auto">
            <a:xfrm>
              <a:off x="3965" y="2475"/>
              <a:ext cx="15" cy="14"/>
            </a:xfrm>
            <a:custGeom>
              <a:avLst/>
              <a:gdLst>
                <a:gd name="T0" fmla="*/ 1 w 43"/>
                <a:gd name="T1" fmla="*/ 28 h 42"/>
                <a:gd name="T2" fmla="*/ 0 w 43"/>
                <a:gd name="T3" fmla="*/ 19 h 42"/>
                <a:gd name="T4" fmla="*/ 4 w 43"/>
                <a:gd name="T5" fmla="*/ 11 h 42"/>
                <a:gd name="T6" fmla="*/ 8 w 43"/>
                <a:gd name="T7" fmla="*/ 5 h 42"/>
                <a:gd name="T8" fmla="*/ 16 w 43"/>
                <a:gd name="T9" fmla="*/ 1 h 42"/>
                <a:gd name="T10" fmla="*/ 24 w 43"/>
                <a:gd name="T11" fmla="*/ 0 h 42"/>
                <a:gd name="T12" fmla="*/ 32 w 43"/>
                <a:gd name="T13" fmla="*/ 3 h 42"/>
                <a:gd name="T14" fmla="*/ 39 w 43"/>
                <a:gd name="T15" fmla="*/ 7 h 42"/>
                <a:gd name="T16" fmla="*/ 42 w 43"/>
                <a:gd name="T17" fmla="*/ 15 h 42"/>
                <a:gd name="T18" fmla="*/ 43 w 43"/>
                <a:gd name="T19" fmla="*/ 23 h 42"/>
                <a:gd name="T20" fmla="*/ 41 w 43"/>
                <a:gd name="T21" fmla="*/ 31 h 42"/>
                <a:gd name="T22" fmla="*/ 36 w 43"/>
                <a:gd name="T23" fmla="*/ 38 h 42"/>
                <a:gd name="T24" fmla="*/ 28 w 43"/>
                <a:gd name="T25" fmla="*/ 41 h 42"/>
                <a:gd name="T26" fmla="*/ 19 w 43"/>
                <a:gd name="T27" fmla="*/ 42 h 42"/>
                <a:gd name="T28" fmla="*/ 12 w 43"/>
                <a:gd name="T29" fmla="*/ 40 h 42"/>
                <a:gd name="T30" fmla="*/ 5 w 43"/>
                <a:gd name="T31" fmla="*/ 35 h 42"/>
                <a:gd name="T32" fmla="*/ 1 w 43"/>
                <a:gd name="T33" fmla="*/ 28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2"/>
                <a:gd name="T53" fmla="*/ 43 w 43"/>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2">
                  <a:moveTo>
                    <a:pt x="1" y="28"/>
                  </a:moveTo>
                  <a:lnTo>
                    <a:pt x="0" y="19"/>
                  </a:lnTo>
                  <a:lnTo>
                    <a:pt x="4" y="11"/>
                  </a:lnTo>
                  <a:lnTo>
                    <a:pt x="8" y="5"/>
                  </a:lnTo>
                  <a:lnTo>
                    <a:pt x="16" y="1"/>
                  </a:lnTo>
                  <a:lnTo>
                    <a:pt x="24" y="0"/>
                  </a:lnTo>
                  <a:lnTo>
                    <a:pt x="32" y="3"/>
                  </a:lnTo>
                  <a:lnTo>
                    <a:pt x="39" y="7"/>
                  </a:lnTo>
                  <a:lnTo>
                    <a:pt x="42" y="15"/>
                  </a:lnTo>
                  <a:lnTo>
                    <a:pt x="43" y="23"/>
                  </a:lnTo>
                  <a:lnTo>
                    <a:pt x="41" y="31"/>
                  </a:lnTo>
                  <a:lnTo>
                    <a:pt x="36" y="38"/>
                  </a:lnTo>
                  <a:lnTo>
                    <a:pt x="28" y="41"/>
                  </a:lnTo>
                  <a:lnTo>
                    <a:pt x="19" y="42"/>
                  </a:lnTo>
                  <a:lnTo>
                    <a:pt x="12" y="40"/>
                  </a:lnTo>
                  <a:lnTo>
                    <a:pt x="5" y="35"/>
                  </a:lnTo>
                  <a:lnTo>
                    <a:pt x="1" y="28"/>
                  </a:lnTo>
                  <a:close/>
                </a:path>
              </a:pathLst>
            </a:custGeom>
            <a:solidFill>
              <a:srgbClr val="FF0000"/>
            </a:solidFill>
            <a:ln w="9525">
              <a:noFill/>
              <a:round/>
              <a:headEnd/>
              <a:tailEnd/>
            </a:ln>
          </p:spPr>
          <p:txBody>
            <a:bodyPr/>
            <a:lstStyle/>
            <a:p>
              <a:endParaRPr lang="de-DE"/>
            </a:p>
          </p:txBody>
        </p:sp>
        <p:sp>
          <p:nvSpPr>
            <p:cNvPr id="120" name="Freeform 111"/>
            <p:cNvSpPr>
              <a:spLocks/>
            </p:cNvSpPr>
            <p:nvPr/>
          </p:nvSpPr>
          <p:spPr bwMode="auto">
            <a:xfrm>
              <a:off x="3949" y="2452"/>
              <a:ext cx="14" cy="14"/>
            </a:xfrm>
            <a:custGeom>
              <a:avLst/>
              <a:gdLst>
                <a:gd name="T0" fmla="*/ 5 w 43"/>
                <a:gd name="T1" fmla="*/ 36 h 43"/>
                <a:gd name="T2" fmla="*/ 1 w 43"/>
                <a:gd name="T3" fmla="*/ 28 h 43"/>
                <a:gd name="T4" fmla="*/ 0 w 43"/>
                <a:gd name="T5" fmla="*/ 20 h 43"/>
                <a:gd name="T6" fmla="*/ 1 w 43"/>
                <a:gd name="T7" fmla="*/ 12 h 43"/>
                <a:gd name="T8" fmla="*/ 7 w 43"/>
                <a:gd name="T9" fmla="*/ 6 h 43"/>
                <a:gd name="T10" fmla="*/ 13 w 43"/>
                <a:gd name="T11" fmla="*/ 1 h 43"/>
                <a:gd name="T12" fmla="*/ 21 w 43"/>
                <a:gd name="T13" fmla="*/ 0 h 43"/>
                <a:gd name="T14" fmla="*/ 29 w 43"/>
                <a:gd name="T15" fmla="*/ 1 h 43"/>
                <a:gd name="T16" fmla="*/ 36 w 43"/>
                <a:gd name="T17" fmla="*/ 6 h 43"/>
                <a:gd name="T18" fmla="*/ 41 w 43"/>
                <a:gd name="T19" fmla="*/ 13 h 43"/>
                <a:gd name="T20" fmla="*/ 43 w 43"/>
                <a:gd name="T21" fmla="*/ 21 h 43"/>
                <a:gd name="T22" fmla="*/ 41 w 43"/>
                <a:gd name="T23" fmla="*/ 29 h 43"/>
                <a:gd name="T24" fmla="*/ 36 w 43"/>
                <a:gd name="T25" fmla="*/ 36 h 43"/>
                <a:gd name="T26" fmla="*/ 28 w 43"/>
                <a:gd name="T27" fmla="*/ 40 h 43"/>
                <a:gd name="T28" fmla="*/ 20 w 43"/>
                <a:gd name="T29" fmla="*/ 43 h 43"/>
                <a:gd name="T30" fmla="*/ 12 w 43"/>
                <a:gd name="T31" fmla="*/ 40 h 43"/>
                <a:gd name="T32" fmla="*/ 5 w 43"/>
                <a:gd name="T33" fmla="*/ 36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3"/>
                <a:gd name="T53" fmla="*/ 43 w 43"/>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3">
                  <a:moveTo>
                    <a:pt x="5" y="36"/>
                  </a:moveTo>
                  <a:lnTo>
                    <a:pt x="1" y="28"/>
                  </a:lnTo>
                  <a:lnTo>
                    <a:pt x="0" y="20"/>
                  </a:lnTo>
                  <a:lnTo>
                    <a:pt x="1" y="12"/>
                  </a:lnTo>
                  <a:lnTo>
                    <a:pt x="7" y="6"/>
                  </a:lnTo>
                  <a:lnTo>
                    <a:pt x="13" y="1"/>
                  </a:lnTo>
                  <a:lnTo>
                    <a:pt x="21" y="0"/>
                  </a:lnTo>
                  <a:lnTo>
                    <a:pt x="29" y="1"/>
                  </a:lnTo>
                  <a:lnTo>
                    <a:pt x="36" y="6"/>
                  </a:lnTo>
                  <a:lnTo>
                    <a:pt x="41" y="13"/>
                  </a:lnTo>
                  <a:lnTo>
                    <a:pt x="43" y="21"/>
                  </a:lnTo>
                  <a:lnTo>
                    <a:pt x="41" y="29"/>
                  </a:lnTo>
                  <a:lnTo>
                    <a:pt x="36" y="36"/>
                  </a:lnTo>
                  <a:lnTo>
                    <a:pt x="28" y="40"/>
                  </a:lnTo>
                  <a:lnTo>
                    <a:pt x="20" y="43"/>
                  </a:lnTo>
                  <a:lnTo>
                    <a:pt x="12" y="40"/>
                  </a:lnTo>
                  <a:lnTo>
                    <a:pt x="5" y="36"/>
                  </a:lnTo>
                  <a:close/>
                </a:path>
              </a:pathLst>
            </a:custGeom>
            <a:solidFill>
              <a:srgbClr val="FF0000"/>
            </a:solidFill>
            <a:ln w="9525">
              <a:noFill/>
              <a:round/>
              <a:headEnd/>
              <a:tailEnd/>
            </a:ln>
          </p:spPr>
          <p:txBody>
            <a:bodyPr/>
            <a:lstStyle/>
            <a:p>
              <a:endParaRPr lang="de-DE"/>
            </a:p>
          </p:txBody>
        </p:sp>
        <p:sp>
          <p:nvSpPr>
            <p:cNvPr id="121" name="Freeform 112"/>
            <p:cNvSpPr>
              <a:spLocks/>
            </p:cNvSpPr>
            <p:nvPr/>
          </p:nvSpPr>
          <p:spPr bwMode="auto">
            <a:xfrm>
              <a:off x="3931" y="2428"/>
              <a:ext cx="14" cy="15"/>
            </a:xfrm>
            <a:custGeom>
              <a:avLst/>
              <a:gdLst>
                <a:gd name="T0" fmla="*/ 2 w 42"/>
                <a:gd name="T1" fmla="*/ 30 h 43"/>
                <a:gd name="T2" fmla="*/ 0 w 42"/>
                <a:gd name="T3" fmla="*/ 23 h 43"/>
                <a:gd name="T4" fmla="*/ 1 w 42"/>
                <a:gd name="T5" fmla="*/ 15 h 43"/>
                <a:gd name="T6" fmla="*/ 5 w 42"/>
                <a:gd name="T7" fmla="*/ 7 h 43"/>
                <a:gd name="T8" fmla="*/ 12 w 42"/>
                <a:gd name="T9" fmla="*/ 2 h 43"/>
                <a:gd name="T10" fmla="*/ 20 w 42"/>
                <a:gd name="T11" fmla="*/ 0 h 43"/>
                <a:gd name="T12" fmla="*/ 28 w 42"/>
                <a:gd name="T13" fmla="*/ 1 h 43"/>
                <a:gd name="T14" fmla="*/ 36 w 42"/>
                <a:gd name="T15" fmla="*/ 6 h 43"/>
                <a:gd name="T16" fmla="*/ 40 w 42"/>
                <a:gd name="T17" fmla="*/ 13 h 43"/>
                <a:gd name="T18" fmla="*/ 42 w 42"/>
                <a:gd name="T19" fmla="*/ 20 h 43"/>
                <a:gd name="T20" fmla="*/ 41 w 42"/>
                <a:gd name="T21" fmla="*/ 28 h 43"/>
                <a:gd name="T22" fmla="*/ 37 w 42"/>
                <a:gd name="T23" fmla="*/ 36 h 43"/>
                <a:gd name="T24" fmla="*/ 30 w 42"/>
                <a:gd name="T25" fmla="*/ 41 h 43"/>
                <a:gd name="T26" fmla="*/ 22 w 42"/>
                <a:gd name="T27" fmla="*/ 43 h 43"/>
                <a:gd name="T28" fmla="*/ 14 w 42"/>
                <a:gd name="T29" fmla="*/ 42 h 43"/>
                <a:gd name="T30" fmla="*/ 7 w 42"/>
                <a:gd name="T31" fmla="*/ 37 h 43"/>
                <a:gd name="T32" fmla="*/ 2 w 42"/>
                <a:gd name="T33" fmla="*/ 30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3"/>
                <a:gd name="T53" fmla="*/ 42 w 42"/>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3">
                  <a:moveTo>
                    <a:pt x="2" y="30"/>
                  </a:moveTo>
                  <a:lnTo>
                    <a:pt x="0" y="23"/>
                  </a:lnTo>
                  <a:lnTo>
                    <a:pt x="1" y="15"/>
                  </a:lnTo>
                  <a:lnTo>
                    <a:pt x="5" y="7"/>
                  </a:lnTo>
                  <a:lnTo>
                    <a:pt x="12" y="2"/>
                  </a:lnTo>
                  <a:lnTo>
                    <a:pt x="20" y="0"/>
                  </a:lnTo>
                  <a:lnTo>
                    <a:pt x="28" y="1"/>
                  </a:lnTo>
                  <a:lnTo>
                    <a:pt x="36" y="6"/>
                  </a:lnTo>
                  <a:lnTo>
                    <a:pt x="40" y="13"/>
                  </a:lnTo>
                  <a:lnTo>
                    <a:pt x="42" y="20"/>
                  </a:lnTo>
                  <a:lnTo>
                    <a:pt x="41" y="28"/>
                  </a:lnTo>
                  <a:lnTo>
                    <a:pt x="37" y="36"/>
                  </a:lnTo>
                  <a:lnTo>
                    <a:pt x="30" y="41"/>
                  </a:lnTo>
                  <a:lnTo>
                    <a:pt x="22" y="43"/>
                  </a:lnTo>
                  <a:lnTo>
                    <a:pt x="14" y="42"/>
                  </a:lnTo>
                  <a:lnTo>
                    <a:pt x="7" y="37"/>
                  </a:lnTo>
                  <a:lnTo>
                    <a:pt x="2" y="30"/>
                  </a:lnTo>
                  <a:close/>
                </a:path>
              </a:pathLst>
            </a:custGeom>
            <a:solidFill>
              <a:srgbClr val="FF0000"/>
            </a:solidFill>
            <a:ln w="9525">
              <a:noFill/>
              <a:round/>
              <a:headEnd/>
              <a:tailEnd/>
            </a:ln>
          </p:spPr>
          <p:txBody>
            <a:bodyPr/>
            <a:lstStyle/>
            <a:p>
              <a:endParaRPr lang="de-DE"/>
            </a:p>
          </p:txBody>
        </p:sp>
        <p:sp>
          <p:nvSpPr>
            <p:cNvPr id="122" name="Freeform 113"/>
            <p:cNvSpPr>
              <a:spLocks/>
            </p:cNvSpPr>
            <p:nvPr/>
          </p:nvSpPr>
          <p:spPr bwMode="auto">
            <a:xfrm>
              <a:off x="3930" y="2399"/>
              <a:ext cx="14" cy="14"/>
            </a:xfrm>
            <a:custGeom>
              <a:avLst/>
              <a:gdLst>
                <a:gd name="T0" fmla="*/ 1 w 41"/>
                <a:gd name="T1" fmla="*/ 14 h 43"/>
                <a:gd name="T2" fmla="*/ 5 w 41"/>
                <a:gd name="T3" fmla="*/ 7 h 43"/>
                <a:gd name="T4" fmla="*/ 11 w 41"/>
                <a:gd name="T5" fmla="*/ 3 h 43"/>
                <a:gd name="T6" fmla="*/ 19 w 41"/>
                <a:gd name="T7" fmla="*/ 0 h 43"/>
                <a:gd name="T8" fmla="*/ 28 w 41"/>
                <a:gd name="T9" fmla="*/ 2 h 43"/>
                <a:gd name="T10" fmla="*/ 35 w 41"/>
                <a:gd name="T11" fmla="*/ 6 h 43"/>
                <a:gd name="T12" fmla="*/ 40 w 41"/>
                <a:gd name="T13" fmla="*/ 13 h 43"/>
                <a:gd name="T14" fmla="*/ 41 w 41"/>
                <a:gd name="T15" fmla="*/ 21 h 43"/>
                <a:gd name="T16" fmla="*/ 40 w 41"/>
                <a:gd name="T17" fmla="*/ 30 h 43"/>
                <a:gd name="T18" fmla="*/ 35 w 41"/>
                <a:gd name="T19" fmla="*/ 36 h 43"/>
                <a:gd name="T20" fmla="*/ 30 w 41"/>
                <a:gd name="T21" fmla="*/ 41 h 43"/>
                <a:gd name="T22" fmla="*/ 22 w 41"/>
                <a:gd name="T23" fmla="*/ 43 h 43"/>
                <a:gd name="T24" fmla="*/ 13 w 41"/>
                <a:gd name="T25" fmla="*/ 42 h 43"/>
                <a:gd name="T26" fmla="*/ 6 w 41"/>
                <a:gd name="T27" fmla="*/ 38 h 43"/>
                <a:gd name="T28" fmla="*/ 1 w 41"/>
                <a:gd name="T29" fmla="*/ 31 h 43"/>
                <a:gd name="T30" fmla="*/ 0 w 41"/>
                <a:gd name="T31" fmla="*/ 23 h 43"/>
                <a:gd name="T32" fmla="*/ 1 w 41"/>
                <a:gd name="T33" fmla="*/ 14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
                <a:gd name="T52" fmla="*/ 0 h 43"/>
                <a:gd name="T53" fmla="*/ 41 w 41"/>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 h="43">
                  <a:moveTo>
                    <a:pt x="1" y="14"/>
                  </a:moveTo>
                  <a:lnTo>
                    <a:pt x="5" y="7"/>
                  </a:lnTo>
                  <a:lnTo>
                    <a:pt x="11" y="3"/>
                  </a:lnTo>
                  <a:lnTo>
                    <a:pt x="19" y="0"/>
                  </a:lnTo>
                  <a:lnTo>
                    <a:pt x="28" y="2"/>
                  </a:lnTo>
                  <a:lnTo>
                    <a:pt x="35" y="6"/>
                  </a:lnTo>
                  <a:lnTo>
                    <a:pt x="40" y="13"/>
                  </a:lnTo>
                  <a:lnTo>
                    <a:pt x="41" y="21"/>
                  </a:lnTo>
                  <a:lnTo>
                    <a:pt x="40" y="30"/>
                  </a:lnTo>
                  <a:lnTo>
                    <a:pt x="35" y="36"/>
                  </a:lnTo>
                  <a:lnTo>
                    <a:pt x="30" y="41"/>
                  </a:lnTo>
                  <a:lnTo>
                    <a:pt x="22" y="43"/>
                  </a:lnTo>
                  <a:lnTo>
                    <a:pt x="13" y="42"/>
                  </a:lnTo>
                  <a:lnTo>
                    <a:pt x="6" y="38"/>
                  </a:lnTo>
                  <a:lnTo>
                    <a:pt x="1" y="31"/>
                  </a:lnTo>
                  <a:lnTo>
                    <a:pt x="0" y="23"/>
                  </a:lnTo>
                  <a:lnTo>
                    <a:pt x="1" y="14"/>
                  </a:lnTo>
                  <a:close/>
                </a:path>
              </a:pathLst>
            </a:custGeom>
            <a:solidFill>
              <a:srgbClr val="FF0000"/>
            </a:solidFill>
            <a:ln w="9525">
              <a:noFill/>
              <a:round/>
              <a:headEnd/>
              <a:tailEnd/>
            </a:ln>
          </p:spPr>
          <p:txBody>
            <a:bodyPr/>
            <a:lstStyle/>
            <a:p>
              <a:endParaRPr lang="de-DE"/>
            </a:p>
          </p:txBody>
        </p:sp>
        <p:sp>
          <p:nvSpPr>
            <p:cNvPr id="123" name="Freeform 114"/>
            <p:cNvSpPr>
              <a:spLocks/>
            </p:cNvSpPr>
            <p:nvPr/>
          </p:nvSpPr>
          <p:spPr bwMode="auto">
            <a:xfrm>
              <a:off x="3946" y="2373"/>
              <a:ext cx="14" cy="15"/>
            </a:xfrm>
            <a:custGeom>
              <a:avLst/>
              <a:gdLst>
                <a:gd name="T0" fmla="*/ 5 w 43"/>
                <a:gd name="T1" fmla="*/ 7 h 43"/>
                <a:gd name="T2" fmla="*/ 12 w 43"/>
                <a:gd name="T3" fmla="*/ 1 h 43"/>
                <a:gd name="T4" fmla="*/ 20 w 43"/>
                <a:gd name="T5" fmla="*/ 0 h 43"/>
                <a:gd name="T6" fmla="*/ 28 w 43"/>
                <a:gd name="T7" fmla="*/ 1 h 43"/>
                <a:gd name="T8" fmla="*/ 35 w 43"/>
                <a:gd name="T9" fmla="*/ 6 h 43"/>
                <a:gd name="T10" fmla="*/ 40 w 43"/>
                <a:gd name="T11" fmla="*/ 12 h 43"/>
                <a:gd name="T12" fmla="*/ 43 w 43"/>
                <a:gd name="T13" fmla="*/ 20 h 43"/>
                <a:gd name="T14" fmla="*/ 41 w 43"/>
                <a:gd name="T15" fmla="*/ 28 h 43"/>
                <a:gd name="T16" fmla="*/ 37 w 43"/>
                <a:gd name="T17" fmla="*/ 36 h 43"/>
                <a:gd name="T18" fmla="*/ 29 w 43"/>
                <a:gd name="T19" fmla="*/ 41 h 43"/>
                <a:gd name="T20" fmla="*/ 21 w 43"/>
                <a:gd name="T21" fmla="*/ 43 h 43"/>
                <a:gd name="T22" fmla="*/ 13 w 43"/>
                <a:gd name="T23" fmla="*/ 42 h 43"/>
                <a:gd name="T24" fmla="*/ 7 w 43"/>
                <a:gd name="T25" fmla="*/ 37 h 43"/>
                <a:gd name="T26" fmla="*/ 1 w 43"/>
                <a:gd name="T27" fmla="*/ 30 h 43"/>
                <a:gd name="T28" fmla="*/ 0 w 43"/>
                <a:gd name="T29" fmla="*/ 23 h 43"/>
                <a:gd name="T30" fmla="*/ 1 w 43"/>
                <a:gd name="T31" fmla="*/ 15 h 43"/>
                <a:gd name="T32" fmla="*/ 5 w 43"/>
                <a:gd name="T33" fmla="*/ 7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3"/>
                <a:gd name="T53" fmla="*/ 43 w 43"/>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3">
                  <a:moveTo>
                    <a:pt x="5" y="7"/>
                  </a:moveTo>
                  <a:lnTo>
                    <a:pt x="12" y="1"/>
                  </a:lnTo>
                  <a:lnTo>
                    <a:pt x="20" y="0"/>
                  </a:lnTo>
                  <a:lnTo>
                    <a:pt x="28" y="1"/>
                  </a:lnTo>
                  <a:lnTo>
                    <a:pt x="35" y="6"/>
                  </a:lnTo>
                  <a:lnTo>
                    <a:pt x="40" y="12"/>
                  </a:lnTo>
                  <a:lnTo>
                    <a:pt x="43" y="20"/>
                  </a:lnTo>
                  <a:lnTo>
                    <a:pt x="41" y="28"/>
                  </a:lnTo>
                  <a:lnTo>
                    <a:pt x="37" y="36"/>
                  </a:lnTo>
                  <a:lnTo>
                    <a:pt x="29" y="41"/>
                  </a:lnTo>
                  <a:lnTo>
                    <a:pt x="21" y="43"/>
                  </a:lnTo>
                  <a:lnTo>
                    <a:pt x="13" y="42"/>
                  </a:lnTo>
                  <a:lnTo>
                    <a:pt x="7" y="37"/>
                  </a:lnTo>
                  <a:lnTo>
                    <a:pt x="1" y="30"/>
                  </a:lnTo>
                  <a:lnTo>
                    <a:pt x="0" y="23"/>
                  </a:lnTo>
                  <a:lnTo>
                    <a:pt x="1" y="15"/>
                  </a:lnTo>
                  <a:lnTo>
                    <a:pt x="5" y="7"/>
                  </a:lnTo>
                  <a:close/>
                </a:path>
              </a:pathLst>
            </a:custGeom>
            <a:solidFill>
              <a:srgbClr val="FF0000"/>
            </a:solidFill>
            <a:ln w="9525">
              <a:noFill/>
              <a:round/>
              <a:headEnd/>
              <a:tailEnd/>
            </a:ln>
          </p:spPr>
          <p:txBody>
            <a:bodyPr/>
            <a:lstStyle/>
            <a:p>
              <a:endParaRPr lang="de-DE"/>
            </a:p>
          </p:txBody>
        </p:sp>
        <p:sp>
          <p:nvSpPr>
            <p:cNvPr id="124" name="Freeform 115"/>
            <p:cNvSpPr>
              <a:spLocks/>
            </p:cNvSpPr>
            <p:nvPr/>
          </p:nvSpPr>
          <p:spPr bwMode="auto">
            <a:xfrm>
              <a:off x="3967" y="2354"/>
              <a:ext cx="15" cy="14"/>
            </a:xfrm>
            <a:custGeom>
              <a:avLst/>
              <a:gdLst>
                <a:gd name="T0" fmla="*/ 8 w 43"/>
                <a:gd name="T1" fmla="*/ 5 h 42"/>
                <a:gd name="T2" fmla="*/ 16 w 43"/>
                <a:gd name="T3" fmla="*/ 1 h 42"/>
                <a:gd name="T4" fmla="*/ 24 w 43"/>
                <a:gd name="T5" fmla="*/ 0 h 42"/>
                <a:gd name="T6" fmla="*/ 31 w 43"/>
                <a:gd name="T7" fmla="*/ 2 h 42"/>
                <a:gd name="T8" fmla="*/ 38 w 43"/>
                <a:gd name="T9" fmla="*/ 7 h 42"/>
                <a:gd name="T10" fmla="*/ 43 w 43"/>
                <a:gd name="T11" fmla="*/ 15 h 42"/>
                <a:gd name="T12" fmla="*/ 43 w 43"/>
                <a:gd name="T13" fmla="*/ 23 h 42"/>
                <a:gd name="T14" fmla="*/ 40 w 43"/>
                <a:gd name="T15" fmla="*/ 31 h 42"/>
                <a:gd name="T16" fmla="*/ 35 w 43"/>
                <a:gd name="T17" fmla="*/ 38 h 42"/>
                <a:gd name="T18" fmla="*/ 27 w 43"/>
                <a:gd name="T19" fmla="*/ 42 h 42"/>
                <a:gd name="T20" fmla="*/ 19 w 43"/>
                <a:gd name="T21" fmla="*/ 42 h 42"/>
                <a:gd name="T22" fmla="*/ 11 w 43"/>
                <a:gd name="T23" fmla="*/ 40 h 42"/>
                <a:gd name="T24" fmla="*/ 6 w 43"/>
                <a:gd name="T25" fmla="*/ 34 h 42"/>
                <a:gd name="T26" fmla="*/ 1 w 43"/>
                <a:gd name="T27" fmla="*/ 27 h 42"/>
                <a:gd name="T28" fmla="*/ 0 w 43"/>
                <a:gd name="T29" fmla="*/ 19 h 42"/>
                <a:gd name="T30" fmla="*/ 2 w 43"/>
                <a:gd name="T31" fmla="*/ 11 h 42"/>
                <a:gd name="T32" fmla="*/ 8 w 43"/>
                <a:gd name="T33" fmla="*/ 5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2"/>
                <a:gd name="T53" fmla="*/ 43 w 43"/>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2">
                  <a:moveTo>
                    <a:pt x="8" y="5"/>
                  </a:moveTo>
                  <a:lnTo>
                    <a:pt x="16" y="1"/>
                  </a:lnTo>
                  <a:lnTo>
                    <a:pt x="24" y="0"/>
                  </a:lnTo>
                  <a:lnTo>
                    <a:pt x="31" y="2"/>
                  </a:lnTo>
                  <a:lnTo>
                    <a:pt x="38" y="7"/>
                  </a:lnTo>
                  <a:lnTo>
                    <a:pt x="43" y="15"/>
                  </a:lnTo>
                  <a:lnTo>
                    <a:pt x="43" y="23"/>
                  </a:lnTo>
                  <a:lnTo>
                    <a:pt x="40" y="31"/>
                  </a:lnTo>
                  <a:lnTo>
                    <a:pt x="35" y="38"/>
                  </a:lnTo>
                  <a:lnTo>
                    <a:pt x="27" y="42"/>
                  </a:lnTo>
                  <a:lnTo>
                    <a:pt x="19" y="42"/>
                  </a:lnTo>
                  <a:lnTo>
                    <a:pt x="11" y="40"/>
                  </a:lnTo>
                  <a:lnTo>
                    <a:pt x="6" y="34"/>
                  </a:lnTo>
                  <a:lnTo>
                    <a:pt x="1" y="27"/>
                  </a:lnTo>
                  <a:lnTo>
                    <a:pt x="0" y="19"/>
                  </a:lnTo>
                  <a:lnTo>
                    <a:pt x="2" y="11"/>
                  </a:lnTo>
                  <a:lnTo>
                    <a:pt x="8" y="5"/>
                  </a:lnTo>
                  <a:close/>
                </a:path>
              </a:pathLst>
            </a:custGeom>
            <a:solidFill>
              <a:srgbClr val="FF0000"/>
            </a:solidFill>
            <a:ln w="9525">
              <a:noFill/>
              <a:round/>
              <a:headEnd/>
              <a:tailEnd/>
            </a:ln>
          </p:spPr>
          <p:txBody>
            <a:bodyPr/>
            <a:lstStyle/>
            <a:p>
              <a:endParaRPr lang="de-DE"/>
            </a:p>
          </p:txBody>
        </p:sp>
        <p:sp>
          <p:nvSpPr>
            <p:cNvPr id="125" name="Freeform 116"/>
            <p:cNvSpPr>
              <a:spLocks/>
            </p:cNvSpPr>
            <p:nvPr/>
          </p:nvSpPr>
          <p:spPr bwMode="auto">
            <a:xfrm>
              <a:off x="3989" y="2335"/>
              <a:ext cx="14" cy="14"/>
            </a:xfrm>
            <a:custGeom>
              <a:avLst/>
              <a:gdLst>
                <a:gd name="T0" fmla="*/ 7 w 43"/>
                <a:gd name="T1" fmla="*/ 6 h 42"/>
                <a:gd name="T2" fmla="*/ 13 w 43"/>
                <a:gd name="T3" fmla="*/ 1 h 42"/>
                <a:gd name="T4" fmla="*/ 21 w 43"/>
                <a:gd name="T5" fmla="*/ 0 h 42"/>
                <a:gd name="T6" fmla="*/ 29 w 43"/>
                <a:gd name="T7" fmla="*/ 1 h 42"/>
                <a:gd name="T8" fmla="*/ 37 w 43"/>
                <a:gd name="T9" fmla="*/ 6 h 42"/>
                <a:gd name="T10" fmla="*/ 42 w 43"/>
                <a:gd name="T11" fmla="*/ 13 h 42"/>
                <a:gd name="T12" fmla="*/ 43 w 43"/>
                <a:gd name="T13" fmla="*/ 21 h 42"/>
                <a:gd name="T14" fmla="*/ 42 w 43"/>
                <a:gd name="T15" fmla="*/ 29 h 42"/>
                <a:gd name="T16" fmla="*/ 36 w 43"/>
                <a:gd name="T17" fmla="*/ 37 h 42"/>
                <a:gd name="T18" fmla="*/ 29 w 43"/>
                <a:gd name="T19" fmla="*/ 41 h 42"/>
                <a:gd name="T20" fmla="*/ 21 w 43"/>
                <a:gd name="T21" fmla="*/ 42 h 42"/>
                <a:gd name="T22" fmla="*/ 13 w 43"/>
                <a:gd name="T23" fmla="*/ 41 h 42"/>
                <a:gd name="T24" fmla="*/ 7 w 43"/>
                <a:gd name="T25" fmla="*/ 36 h 42"/>
                <a:gd name="T26" fmla="*/ 2 w 43"/>
                <a:gd name="T27" fmla="*/ 29 h 42"/>
                <a:gd name="T28" fmla="*/ 0 w 43"/>
                <a:gd name="T29" fmla="*/ 21 h 42"/>
                <a:gd name="T30" fmla="*/ 2 w 43"/>
                <a:gd name="T31" fmla="*/ 13 h 42"/>
                <a:gd name="T32" fmla="*/ 7 w 43"/>
                <a:gd name="T33" fmla="*/ 6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42"/>
                <a:gd name="T53" fmla="*/ 43 w 43"/>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42">
                  <a:moveTo>
                    <a:pt x="7" y="6"/>
                  </a:moveTo>
                  <a:lnTo>
                    <a:pt x="13" y="1"/>
                  </a:lnTo>
                  <a:lnTo>
                    <a:pt x="21" y="0"/>
                  </a:lnTo>
                  <a:lnTo>
                    <a:pt x="29" y="1"/>
                  </a:lnTo>
                  <a:lnTo>
                    <a:pt x="37" y="6"/>
                  </a:lnTo>
                  <a:lnTo>
                    <a:pt x="42" y="13"/>
                  </a:lnTo>
                  <a:lnTo>
                    <a:pt x="43" y="21"/>
                  </a:lnTo>
                  <a:lnTo>
                    <a:pt x="42" y="29"/>
                  </a:lnTo>
                  <a:lnTo>
                    <a:pt x="36" y="37"/>
                  </a:lnTo>
                  <a:lnTo>
                    <a:pt x="29" y="41"/>
                  </a:lnTo>
                  <a:lnTo>
                    <a:pt x="21" y="42"/>
                  </a:lnTo>
                  <a:lnTo>
                    <a:pt x="13" y="41"/>
                  </a:lnTo>
                  <a:lnTo>
                    <a:pt x="7" y="36"/>
                  </a:lnTo>
                  <a:lnTo>
                    <a:pt x="2" y="29"/>
                  </a:lnTo>
                  <a:lnTo>
                    <a:pt x="0" y="21"/>
                  </a:lnTo>
                  <a:lnTo>
                    <a:pt x="2" y="13"/>
                  </a:lnTo>
                  <a:lnTo>
                    <a:pt x="7" y="6"/>
                  </a:lnTo>
                  <a:close/>
                </a:path>
              </a:pathLst>
            </a:custGeom>
            <a:solidFill>
              <a:srgbClr val="FF0000"/>
            </a:solidFill>
            <a:ln w="9525">
              <a:noFill/>
              <a:round/>
              <a:headEnd/>
              <a:tailEnd/>
            </a:ln>
          </p:spPr>
          <p:txBody>
            <a:bodyPr/>
            <a:lstStyle/>
            <a:p>
              <a:endParaRPr lang="de-DE"/>
            </a:p>
          </p:txBody>
        </p:sp>
        <p:sp>
          <p:nvSpPr>
            <p:cNvPr id="126" name="Freeform 117"/>
            <p:cNvSpPr>
              <a:spLocks/>
            </p:cNvSpPr>
            <p:nvPr/>
          </p:nvSpPr>
          <p:spPr bwMode="auto">
            <a:xfrm>
              <a:off x="4006" y="2312"/>
              <a:ext cx="14" cy="14"/>
            </a:xfrm>
            <a:custGeom>
              <a:avLst/>
              <a:gdLst>
                <a:gd name="T0" fmla="*/ 1 w 42"/>
                <a:gd name="T1" fmla="*/ 15 h 43"/>
                <a:gd name="T2" fmla="*/ 5 w 42"/>
                <a:gd name="T3" fmla="*/ 7 h 43"/>
                <a:gd name="T4" fmla="*/ 12 w 42"/>
                <a:gd name="T5" fmla="*/ 2 h 43"/>
                <a:gd name="T6" fmla="*/ 20 w 42"/>
                <a:gd name="T7" fmla="*/ 0 h 43"/>
                <a:gd name="T8" fmla="*/ 29 w 42"/>
                <a:gd name="T9" fmla="*/ 1 h 43"/>
                <a:gd name="T10" fmla="*/ 37 w 42"/>
                <a:gd name="T11" fmla="*/ 6 h 43"/>
                <a:gd name="T12" fmla="*/ 41 w 42"/>
                <a:gd name="T13" fmla="*/ 11 h 43"/>
                <a:gd name="T14" fmla="*/ 42 w 42"/>
                <a:gd name="T15" fmla="*/ 19 h 43"/>
                <a:gd name="T16" fmla="*/ 41 w 42"/>
                <a:gd name="T17" fmla="*/ 28 h 43"/>
                <a:gd name="T18" fmla="*/ 37 w 42"/>
                <a:gd name="T19" fmla="*/ 36 h 43"/>
                <a:gd name="T20" fmla="*/ 31 w 42"/>
                <a:gd name="T21" fmla="*/ 40 h 43"/>
                <a:gd name="T22" fmla="*/ 23 w 42"/>
                <a:gd name="T23" fmla="*/ 43 h 43"/>
                <a:gd name="T24" fmla="*/ 14 w 42"/>
                <a:gd name="T25" fmla="*/ 42 h 43"/>
                <a:gd name="T26" fmla="*/ 6 w 42"/>
                <a:gd name="T27" fmla="*/ 37 h 43"/>
                <a:gd name="T28" fmla="*/ 2 w 42"/>
                <a:gd name="T29" fmla="*/ 30 h 43"/>
                <a:gd name="T30" fmla="*/ 0 w 42"/>
                <a:gd name="T31" fmla="*/ 22 h 43"/>
                <a:gd name="T32" fmla="*/ 1 w 42"/>
                <a:gd name="T33" fmla="*/ 15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3"/>
                <a:gd name="T53" fmla="*/ 42 w 42"/>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3">
                  <a:moveTo>
                    <a:pt x="1" y="15"/>
                  </a:moveTo>
                  <a:lnTo>
                    <a:pt x="5" y="7"/>
                  </a:lnTo>
                  <a:lnTo>
                    <a:pt x="12" y="2"/>
                  </a:lnTo>
                  <a:lnTo>
                    <a:pt x="20" y="0"/>
                  </a:lnTo>
                  <a:lnTo>
                    <a:pt x="29" y="1"/>
                  </a:lnTo>
                  <a:lnTo>
                    <a:pt x="37" y="6"/>
                  </a:lnTo>
                  <a:lnTo>
                    <a:pt x="41" y="11"/>
                  </a:lnTo>
                  <a:lnTo>
                    <a:pt x="42" y="19"/>
                  </a:lnTo>
                  <a:lnTo>
                    <a:pt x="41" y="28"/>
                  </a:lnTo>
                  <a:lnTo>
                    <a:pt x="37" y="36"/>
                  </a:lnTo>
                  <a:lnTo>
                    <a:pt x="31" y="40"/>
                  </a:lnTo>
                  <a:lnTo>
                    <a:pt x="23" y="43"/>
                  </a:lnTo>
                  <a:lnTo>
                    <a:pt x="14" y="42"/>
                  </a:lnTo>
                  <a:lnTo>
                    <a:pt x="6" y="37"/>
                  </a:lnTo>
                  <a:lnTo>
                    <a:pt x="2" y="30"/>
                  </a:lnTo>
                  <a:lnTo>
                    <a:pt x="0" y="22"/>
                  </a:lnTo>
                  <a:lnTo>
                    <a:pt x="1" y="15"/>
                  </a:lnTo>
                  <a:close/>
                </a:path>
              </a:pathLst>
            </a:custGeom>
            <a:solidFill>
              <a:srgbClr val="FF0000"/>
            </a:solidFill>
            <a:ln w="9525">
              <a:noFill/>
              <a:round/>
              <a:headEnd/>
              <a:tailEnd/>
            </a:ln>
          </p:spPr>
          <p:txBody>
            <a:bodyPr/>
            <a:lstStyle/>
            <a:p>
              <a:endParaRPr lang="de-DE"/>
            </a:p>
          </p:txBody>
        </p:sp>
        <p:sp>
          <p:nvSpPr>
            <p:cNvPr id="127" name="Freeform 118"/>
            <p:cNvSpPr>
              <a:spLocks/>
            </p:cNvSpPr>
            <p:nvPr/>
          </p:nvSpPr>
          <p:spPr bwMode="auto">
            <a:xfrm>
              <a:off x="3956" y="2534"/>
              <a:ext cx="14" cy="14"/>
            </a:xfrm>
            <a:custGeom>
              <a:avLst/>
              <a:gdLst>
                <a:gd name="T0" fmla="*/ 0 w 42"/>
                <a:gd name="T1" fmla="*/ 25 h 42"/>
                <a:gd name="T2" fmla="*/ 0 w 42"/>
                <a:gd name="T3" fmla="*/ 18 h 42"/>
                <a:gd name="T4" fmla="*/ 4 w 42"/>
                <a:gd name="T5" fmla="*/ 10 h 42"/>
                <a:gd name="T6" fmla="*/ 9 w 42"/>
                <a:gd name="T7" fmla="*/ 3 h 42"/>
                <a:gd name="T8" fmla="*/ 17 w 42"/>
                <a:gd name="T9" fmla="*/ 0 h 42"/>
                <a:gd name="T10" fmla="*/ 25 w 42"/>
                <a:gd name="T11" fmla="*/ 0 h 42"/>
                <a:gd name="T12" fmla="*/ 33 w 42"/>
                <a:gd name="T13" fmla="*/ 3 h 42"/>
                <a:gd name="T14" fmla="*/ 39 w 42"/>
                <a:gd name="T15" fmla="*/ 9 h 42"/>
                <a:gd name="T16" fmla="*/ 42 w 42"/>
                <a:gd name="T17" fmla="*/ 17 h 42"/>
                <a:gd name="T18" fmla="*/ 42 w 42"/>
                <a:gd name="T19" fmla="*/ 24 h 42"/>
                <a:gd name="T20" fmla="*/ 40 w 42"/>
                <a:gd name="T21" fmla="*/ 32 h 42"/>
                <a:gd name="T22" fmla="*/ 34 w 42"/>
                <a:gd name="T23" fmla="*/ 39 h 42"/>
                <a:gd name="T24" fmla="*/ 26 w 42"/>
                <a:gd name="T25" fmla="*/ 42 h 42"/>
                <a:gd name="T26" fmla="*/ 17 w 42"/>
                <a:gd name="T27" fmla="*/ 42 h 42"/>
                <a:gd name="T28" fmla="*/ 9 w 42"/>
                <a:gd name="T29" fmla="*/ 39 h 42"/>
                <a:gd name="T30" fmla="*/ 4 w 42"/>
                <a:gd name="T31" fmla="*/ 33 h 42"/>
                <a:gd name="T32" fmla="*/ 0 w 42"/>
                <a:gd name="T33" fmla="*/ 25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2"/>
                <a:gd name="T53" fmla="*/ 42 w 42"/>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2">
                  <a:moveTo>
                    <a:pt x="0" y="25"/>
                  </a:moveTo>
                  <a:lnTo>
                    <a:pt x="0" y="18"/>
                  </a:lnTo>
                  <a:lnTo>
                    <a:pt x="4" y="10"/>
                  </a:lnTo>
                  <a:lnTo>
                    <a:pt x="9" y="3"/>
                  </a:lnTo>
                  <a:lnTo>
                    <a:pt x="17" y="0"/>
                  </a:lnTo>
                  <a:lnTo>
                    <a:pt x="25" y="0"/>
                  </a:lnTo>
                  <a:lnTo>
                    <a:pt x="33" y="3"/>
                  </a:lnTo>
                  <a:lnTo>
                    <a:pt x="39" y="9"/>
                  </a:lnTo>
                  <a:lnTo>
                    <a:pt x="42" y="17"/>
                  </a:lnTo>
                  <a:lnTo>
                    <a:pt x="42" y="24"/>
                  </a:lnTo>
                  <a:lnTo>
                    <a:pt x="40" y="32"/>
                  </a:lnTo>
                  <a:lnTo>
                    <a:pt x="34" y="39"/>
                  </a:lnTo>
                  <a:lnTo>
                    <a:pt x="26" y="42"/>
                  </a:lnTo>
                  <a:lnTo>
                    <a:pt x="17" y="42"/>
                  </a:lnTo>
                  <a:lnTo>
                    <a:pt x="9" y="39"/>
                  </a:lnTo>
                  <a:lnTo>
                    <a:pt x="4" y="33"/>
                  </a:lnTo>
                  <a:lnTo>
                    <a:pt x="0" y="25"/>
                  </a:lnTo>
                  <a:close/>
                </a:path>
              </a:pathLst>
            </a:custGeom>
            <a:solidFill>
              <a:srgbClr val="FF0000"/>
            </a:solidFill>
            <a:ln w="9525">
              <a:noFill/>
              <a:round/>
              <a:headEnd/>
              <a:tailEnd/>
            </a:ln>
          </p:spPr>
          <p:txBody>
            <a:bodyPr/>
            <a:lstStyle/>
            <a:p>
              <a:endParaRPr lang="de-DE"/>
            </a:p>
          </p:txBody>
        </p:sp>
        <p:sp>
          <p:nvSpPr>
            <p:cNvPr id="128" name="Freeform 119"/>
            <p:cNvSpPr>
              <a:spLocks/>
            </p:cNvSpPr>
            <p:nvPr/>
          </p:nvSpPr>
          <p:spPr bwMode="auto">
            <a:xfrm>
              <a:off x="4082" y="2477"/>
              <a:ext cx="257" cy="253"/>
            </a:xfrm>
            <a:custGeom>
              <a:avLst/>
              <a:gdLst>
                <a:gd name="T0" fmla="*/ 733 w 772"/>
                <a:gd name="T1" fmla="*/ 211 h 760"/>
                <a:gd name="T2" fmla="*/ 725 w 772"/>
                <a:gd name="T3" fmla="*/ 198 h 760"/>
                <a:gd name="T4" fmla="*/ 716 w 772"/>
                <a:gd name="T5" fmla="*/ 183 h 760"/>
                <a:gd name="T6" fmla="*/ 707 w 772"/>
                <a:gd name="T7" fmla="*/ 167 h 760"/>
                <a:gd name="T8" fmla="*/ 696 w 772"/>
                <a:gd name="T9" fmla="*/ 153 h 760"/>
                <a:gd name="T10" fmla="*/ 684 w 772"/>
                <a:gd name="T11" fmla="*/ 138 h 760"/>
                <a:gd name="T12" fmla="*/ 664 w 772"/>
                <a:gd name="T13" fmla="*/ 116 h 760"/>
                <a:gd name="T14" fmla="*/ 634 w 772"/>
                <a:gd name="T15" fmla="*/ 89 h 760"/>
                <a:gd name="T16" fmla="*/ 601 w 772"/>
                <a:gd name="T17" fmla="*/ 64 h 760"/>
                <a:gd name="T18" fmla="*/ 566 w 772"/>
                <a:gd name="T19" fmla="*/ 44 h 760"/>
                <a:gd name="T20" fmla="*/ 528 w 772"/>
                <a:gd name="T21" fmla="*/ 27 h 760"/>
                <a:gd name="T22" fmla="*/ 490 w 772"/>
                <a:gd name="T23" fmla="*/ 14 h 760"/>
                <a:gd name="T24" fmla="*/ 449 w 772"/>
                <a:gd name="T25" fmla="*/ 5 h 760"/>
                <a:gd name="T26" fmla="*/ 408 w 772"/>
                <a:gd name="T27" fmla="*/ 1 h 760"/>
                <a:gd name="T28" fmla="*/ 347 w 772"/>
                <a:gd name="T29" fmla="*/ 2 h 760"/>
                <a:gd name="T30" fmla="*/ 272 w 772"/>
                <a:gd name="T31" fmla="*/ 17 h 760"/>
                <a:gd name="T32" fmla="*/ 202 w 772"/>
                <a:gd name="T33" fmla="*/ 46 h 760"/>
                <a:gd name="T34" fmla="*/ 140 w 772"/>
                <a:gd name="T35" fmla="*/ 87 h 760"/>
                <a:gd name="T36" fmla="*/ 89 w 772"/>
                <a:gd name="T37" fmla="*/ 138 h 760"/>
                <a:gd name="T38" fmla="*/ 47 w 772"/>
                <a:gd name="T39" fmla="*/ 200 h 760"/>
                <a:gd name="T40" fmla="*/ 17 w 772"/>
                <a:gd name="T41" fmla="*/ 267 h 760"/>
                <a:gd name="T42" fmla="*/ 2 w 772"/>
                <a:gd name="T43" fmla="*/ 341 h 760"/>
                <a:gd name="T44" fmla="*/ 1 w 772"/>
                <a:gd name="T45" fmla="*/ 414 h 760"/>
                <a:gd name="T46" fmla="*/ 13 w 772"/>
                <a:gd name="T47" fmla="*/ 481 h 760"/>
                <a:gd name="T48" fmla="*/ 37 w 772"/>
                <a:gd name="T49" fmla="*/ 544 h 760"/>
                <a:gd name="T50" fmla="*/ 72 w 772"/>
                <a:gd name="T51" fmla="*/ 601 h 760"/>
                <a:gd name="T52" fmla="*/ 108 w 772"/>
                <a:gd name="T53" fmla="*/ 643 h 760"/>
                <a:gd name="T54" fmla="*/ 138 w 772"/>
                <a:gd name="T55" fmla="*/ 672 h 760"/>
                <a:gd name="T56" fmla="*/ 172 w 772"/>
                <a:gd name="T57" fmla="*/ 696 h 760"/>
                <a:gd name="T58" fmla="*/ 207 w 772"/>
                <a:gd name="T59" fmla="*/ 716 h 760"/>
                <a:gd name="T60" fmla="*/ 245 w 772"/>
                <a:gd name="T61" fmla="*/ 733 h 760"/>
                <a:gd name="T62" fmla="*/ 283 w 772"/>
                <a:gd name="T63" fmla="*/ 747 h 760"/>
                <a:gd name="T64" fmla="*/ 323 w 772"/>
                <a:gd name="T65" fmla="*/ 756 h 760"/>
                <a:gd name="T66" fmla="*/ 365 w 772"/>
                <a:gd name="T67" fmla="*/ 759 h 760"/>
                <a:gd name="T68" fmla="*/ 408 w 772"/>
                <a:gd name="T69" fmla="*/ 759 h 760"/>
                <a:gd name="T70" fmla="*/ 449 w 772"/>
                <a:gd name="T71" fmla="*/ 756 h 760"/>
                <a:gd name="T72" fmla="*/ 490 w 772"/>
                <a:gd name="T73" fmla="*/ 747 h 760"/>
                <a:gd name="T74" fmla="*/ 528 w 772"/>
                <a:gd name="T75" fmla="*/ 733 h 760"/>
                <a:gd name="T76" fmla="*/ 566 w 772"/>
                <a:gd name="T77" fmla="*/ 716 h 760"/>
                <a:gd name="T78" fmla="*/ 601 w 772"/>
                <a:gd name="T79" fmla="*/ 696 h 760"/>
                <a:gd name="T80" fmla="*/ 634 w 772"/>
                <a:gd name="T81" fmla="*/ 672 h 760"/>
                <a:gd name="T82" fmla="*/ 664 w 772"/>
                <a:gd name="T83" fmla="*/ 643 h 760"/>
                <a:gd name="T84" fmla="*/ 700 w 772"/>
                <a:gd name="T85" fmla="*/ 601 h 760"/>
                <a:gd name="T86" fmla="*/ 735 w 772"/>
                <a:gd name="T87" fmla="*/ 544 h 760"/>
                <a:gd name="T88" fmla="*/ 759 w 772"/>
                <a:gd name="T89" fmla="*/ 481 h 760"/>
                <a:gd name="T90" fmla="*/ 771 w 772"/>
                <a:gd name="T91" fmla="*/ 414 h 760"/>
                <a:gd name="T92" fmla="*/ 771 w 772"/>
                <a:gd name="T93" fmla="*/ 359 h 760"/>
                <a:gd name="T94" fmla="*/ 766 w 772"/>
                <a:gd name="T95" fmla="*/ 318 h 760"/>
                <a:gd name="T96" fmla="*/ 757 w 772"/>
                <a:gd name="T97" fmla="*/ 276 h 760"/>
                <a:gd name="T98" fmla="*/ 744 w 772"/>
                <a:gd name="T99" fmla="*/ 236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72"/>
                <a:gd name="T151" fmla="*/ 0 h 760"/>
                <a:gd name="T152" fmla="*/ 772 w 772"/>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72" h="760">
                  <a:moveTo>
                    <a:pt x="735" y="217"/>
                  </a:moveTo>
                  <a:lnTo>
                    <a:pt x="733" y="211"/>
                  </a:lnTo>
                  <a:lnTo>
                    <a:pt x="729" y="204"/>
                  </a:lnTo>
                  <a:lnTo>
                    <a:pt x="725" y="198"/>
                  </a:lnTo>
                  <a:lnTo>
                    <a:pt x="720" y="191"/>
                  </a:lnTo>
                  <a:lnTo>
                    <a:pt x="716" y="183"/>
                  </a:lnTo>
                  <a:lnTo>
                    <a:pt x="711" y="175"/>
                  </a:lnTo>
                  <a:lnTo>
                    <a:pt x="707" y="167"/>
                  </a:lnTo>
                  <a:lnTo>
                    <a:pt x="701" y="160"/>
                  </a:lnTo>
                  <a:lnTo>
                    <a:pt x="696" y="153"/>
                  </a:lnTo>
                  <a:lnTo>
                    <a:pt x="690" y="145"/>
                  </a:lnTo>
                  <a:lnTo>
                    <a:pt x="684" y="138"/>
                  </a:lnTo>
                  <a:lnTo>
                    <a:pt x="679" y="131"/>
                  </a:lnTo>
                  <a:lnTo>
                    <a:pt x="664" y="116"/>
                  </a:lnTo>
                  <a:lnTo>
                    <a:pt x="649" y="102"/>
                  </a:lnTo>
                  <a:lnTo>
                    <a:pt x="634" y="89"/>
                  </a:lnTo>
                  <a:lnTo>
                    <a:pt x="618" y="75"/>
                  </a:lnTo>
                  <a:lnTo>
                    <a:pt x="601" y="64"/>
                  </a:lnTo>
                  <a:lnTo>
                    <a:pt x="584" y="53"/>
                  </a:lnTo>
                  <a:lnTo>
                    <a:pt x="566" y="44"/>
                  </a:lnTo>
                  <a:lnTo>
                    <a:pt x="547" y="35"/>
                  </a:lnTo>
                  <a:lnTo>
                    <a:pt x="528" y="27"/>
                  </a:lnTo>
                  <a:lnTo>
                    <a:pt x="509" y="20"/>
                  </a:lnTo>
                  <a:lnTo>
                    <a:pt x="490" y="14"/>
                  </a:lnTo>
                  <a:lnTo>
                    <a:pt x="470" y="9"/>
                  </a:lnTo>
                  <a:lnTo>
                    <a:pt x="449" y="5"/>
                  </a:lnTo>
                  <a:lnTo>
                    <a:pt x="428" y="2"/>
                  </a:lnTo>
                  <a:lnTo>
                    <a:pt x="408" y="1"/>
                  </a:lnTo>
                  <a:lnTo>
                    <a:pt x="386" y="0"/>
                  </a:lnTo>
                  <a:lnTo>
                    <a:pt x="347" y="2"/>
                  </a:lnTo>
                  <a:lnTo>
                    <a:pt x="309" y="8"/>
                  </a:lnTo>
                  <a:lnTo>
                    <a:pt x="272" y="17"/>
                  </a:lnTo>
                  <a:lnTo>
                    <a:pt x="236" y="30"/>
                  </a:lnTo>
                  <a:lnTo>
                    <a:pt x="202" y="46"/>
                  </a:lnTo>
                  <a:lnTo>
                    <a:pt x="171" y="65"/>
                  </a:lnTo>
                  <a:lnTo>
                    <a:pt x="140" y="87"/>
                  </a:lnTo>
                  <a:lnTo>
                    <a:pt x="113" y="111"/>
                  </a:lnTo>
                  <a:lnTo>
                    <a:pt x="89" y="138"/>
                  </a:lnTo>
                  <a:lnTo>
                    <a:pt x="66" y="169"/>
                  </a:lnTo>
                  <a:lnTo>
                    <a:pt x="47" y="200"/>
                  </a:lnTo>
                  <a:lnTo>
                    <a:pt x="30" y="233"/>
                  </a:lnTo>
                  <a:lnTo>
                    <a:pt x="17" y="267"/>
                  </a:lnTo>
                  <a:lnTo>
                    <a:pt x="8" y="304"/>
                  </a:lnTo>
                  <a:lnTo>
                    <a:pt x="2" y="341"/>
                  </a:lnTo>
                  <a:lnTo>
                    <a:pt x="0" y="381"/>
                  </a:lnTo>
                  <a:lnTo>
                    <a:pt x="1" y="414"/>
                  </a:lnTo>
                  <a:lnTo>
                    <a:pt x="7" y="448"/>
                  </a:lnTo>
                  <a:lnTo>
                    <a:pt x="13" y="481"/>
                  </a:lnTo>
                  <a:lnTo>
                    <a:pt x="24" y="512"/>
                  </a:lnTo>
                  <a:lnTo>
                    <a:pt x="37" y="544"/>
                  </a:lnTo>
                  <a:lnTo>
                    <a:pt x="54" y="573"/>
                  </a:lnTo>
                  <a:lnTo>
                    <a:pt x="72" y="601"/>
                  </a:lnTo>
                  <a:lnTo>
                    <a:pt x="93" y="628"/>
                  </a:lnTo>
                  <a:lnTo>
                    <a:pt x="108" y="643"/>
                  </a:lnTo>
                  <a:lnTo>
                    <a:pt x="122" y="658"/>
                  </a:lnTo>
                  <a:lnTo>
                    <a:pt x="138" y="672"/>
                  </a:lnTo>
                  <a:lnTo>
                    <a:pt x="155" y="684"/>
                  </a:lnTo>
                  <a:lnTo>
                    <a:pt x="172" y="696"/>
                  </a:lnTo>
                  <a:lnTo>
                    <a:pt x="189" y="706"/>
                  </a:lnTo>
                  <a:lnTo>
                    <a:pt x="207" y="716"/>
                  </a:lnTo>
                  <a:lnTo>
                    <a:pt x="226" y="725"/>
                  </a:lnTo>
                  <a:lnTo>
                    <a:pt x="245" y="733"/>
                  </a:lnTo>
                  <a:lnTo>
                    <a:pt x="264" y="740"/>
                  </a:lnTo>
                  <a:lnTo>
                    <a:pt x="283" y="747"/>
                  </a:lnTo>
                  <a:lnTo>
                    <a:pt x="303" y="751"/>
                  </a:lnTo>
                  <a:lnTo>
                    <a:pt x="323" y="756"/>
                  </a:lnTo>
                  <a:lnTo>
                    <a:pt x="345" y="758"/>
                  </a:lnTo>
                  <a:lnTo>
                    <a:pt x="365" y="759"/>
                  </a:lnTo>
                  <a:lnTo>
                    <a:pt x="386" y="760"/>
                  </a:lnTo>
                  <a:lnTo>
                    <a:pt x="408" y="759"/>
                  </a:lnTo>
                  <a:lnTo>
                    <a:pt x="428" y="758"/>
                  </a:lnTo>
                  <a:lnTo>
                    <a:pt x="449" y="756"/>
                  </a:lnTo>
                  <a:lnTo>
                    <a:pt x="470" y="751"/>
                  </a:lnTo>
                  <a:lnTo>
                    <a:pt x="490" y="747"/>
                  </a:lnTo>
                  <a:lnTo>
                    <a:pt x="509" y="740"/>
                  </a:lnTo>
                  <a:lnTo>
                    <a:pt x="528" y="733"/>
                  </a:lnTo>
                  <a:lnTo>
                    <a:pt x="547" y="725"/>
                  </a:lnTo>
                  <a:lnTo>
                    <a:pt x="566" y="716"/>
                  </a:lnTo>
                  <a:lnTo>
                    <a:pt x="584" y="706"/>
                  </a:lnTo>
                  <a:lnTo>
                    <a:pt x="601" y="696"/>
                  </a:lnTo>
                  <a:lnTo>
                    <a:pt x="618" y="684"/>
                  </a:lnTo>
                  <a:lnTo>
                    <a:pt x="634" y="672"/>
                  </a:lnTo>
                  <a:lnTo>
                    <a:pt x="649" y="658"/>
                  </a:lnTo>
                  <a:lnTo>
                    <a:pt x="664" y="643"/>
                  </a:lnTo>
                  <a:lnTo>
                    <a:pt x="679" y="628"/>
                  </a:lnTo>
                  <a:lnTo>
                    <a:pt x="700" y="601"/>
                  </a:lnTo>
                  <a:lnTo>
                    <a:pt x="719" y="573"/>
                  </a:lnTo>
                  <a:lnTo>
                    <a:pt x="735" y="544"/>
                  </a:lnTo>
                  <a:lnTo>
                    <a:pt x="748" y="512"/>
                  </a:lnTo>
                  <a:lnTo>
                    <a:pt x="759" y="481"/>
                  </a:lnTo>
                  <a:lnTo>
                    <a:pt x="766" y="448"/>
                  </a:lnTo>
                  <a:lnTo>
                    <a:pt x="771" y="414"/>
                  </a:lnTo>
                  <a:lnTo>
                    <a:pt x="772" y="381"/>
                  </a:lnTo>
                  <a:lnTo>
                    <a:pt x="771" y="359"/>
                  </a:lnTo>
                  <a:lnTo>
                    <a:pt x="770" y="338"/>
                  </a:lnTo>
                  <a:lnTo>
                    <a:pt x="766" y="318"/>
                  </a:lnTo>
                  <a:lnTo>
                    <a:pt x="763" y="297"/>
                  </a:lnTo>
                  <a:lnTo>
                    <a:pt x="757" y="276"/>
                  </a:lnTo>
                  <a:lnTo>
                    <a:pt x="751" y="256"/>
                  </a:lnTo>
                  <a:lnTo>
                    <a:pt x="744" y="236"/>
                  </a:lnTo>
                  <a:lnTo>
                    <a:pt x="735" y="217"/>
                  </a:lnTo>
                  <a:close/>
                </a:path>
              </a:pathLst>
            </a:custGeom>
            <a:solidFill>
              <a:srgbClr val="00007F"/>
            </a:solidFill>
            <a:ln w="9525">
              <a:noFill/>
              <a:round/>
              <a:headEnd/>
              <a:tailEnd/>
            </a:ln>
          </p:spPr>
          <p:txBody>
            <a:bodyPr/>
            <a:lstStyle/>
            <a:p>
              <a:endParaRPr lang="de-DE"/>
            </a:p>
          </p:txBody>
        </p:sp>
        <p:sp>
          <p:nvSpPr>
            <p:cNvPr id="129" name="Freeform 120"/>
            <p:cNvSpPr>
              <a:spLocks/>
            </p:cNvSpPr>
            <p:nvPr/>
          </p:nvSpPr>
          <p:spPr bwMode="auto">
            <a:xfrm>
              <a:off x="3943" y="2560"/>
              <a:ext cx="62" cy="222"/>
            </a:xfrm>
            <a:custGeom>
              <a:avLst/>
              <a:gdLst>
                <a:gd name="T0" fmla="*/ 54 w 186"/>
                <a:gd name="T1" fmla="*/ 27 h 666"/>
                <a:gd name="T2" fmla="*/ 100 w 186"/>
                <a:gd name="T3" fmla="*/ 666 h 666"/>
                <a:gd name="T4" fmla="*/ 160 w 186"/>
                <a:gd name="T5" fmla="*/ 666 h 666"/>
                <a:gd name="T6" fmla="*/ 186 w 186"/>
                <a:gd name="T7" fmla="*/ 640 h 666"/>
                <a:gd name="T8" fmla="*/ 141 w 186"/>
                <a:gd name="T9" fmla="*/ 640 h 666"/>
                <a:gd name="T10" fmla="*/ 95 w 186"/>
                <a:gd name="T11" fmla="*/ 0 h 666"/>
                <a:gd name="T12" fmla="*/ 1 w 186"/>
                <a:gd name="T13" fmla="*/ 0 h 666"/>
                <a:gd name="T14" fmla="*/ 0 w 186"/>
                <a:gd name="T15" fmla="*/ 27 h 666"/>
                <a:gd name="T16" fmla="*/ 54 w 186"/>
                <a:gd name="T17" fmla="*/ 27 h 6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666"/>
                <a:gd name="T29" fmla="*/ 186 w 186"/>
                <a:gd name="T30" fmla="*/ 666 h 6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666">
                  <a:moveTo>
                    <a:pt x="54" y="27"/>
                  </a:moveTo>
                  <a:lnTo>
                    <a:pt x="100" y="666"/>
                  </a:lnTo>
                  <a:lnTo>
                    <a:pt x="160" y="666"/>
                  </a:lnTo>
                  <a:lnTo>
                    <a:pt x="186" y="640"/>
                  </a:lnTo>
                  <a:lnTo>
                    <a:pt x="141" y="640"/>
                  </a:lnTo>
                  <a:lnTo>
                    <a:pt x="95" y="0"/>
                  </a:lnTo>
                  <a:lnTo>
                    <a:pt x="1" y="0"/>
                  </a:lnTo>
                  <a:lnTo>
                    <a:pt x="0" y="27"/>
                  </a:lnTo>
                  <a:lnTo>
                    <a:pt x="54" y="27"/>
                  </a:lnTo>
                  <a:close/>
                </a:path>
              </a:pathLst>
            </a:custGeom>
            <a:solidFill>
              <a:srgbClr val="49548E"/>
            </a:solidFill>
            <a:ln w="9525">
              <a:noFill/>
              <a:round/>
              <a:headEnd/>
              <a:tailEnd/>
            </a:ln>
          </p:spPr>
          <p:txBody>
            <a:bodyPr/>
            <a:lstStyle/>
            <a:p>
              <a:endParaRPr lang="de-DE"/>
            </a:p>
          </p:txBody>
        </p:sp>
        <p:sp>
          <p:nvSpPr>
            <p:cNvPr id="130" name="Freeform 121"/>
            <p:cNvSpPr>
              <a:spLocks/>
            </p:cNvSpPr>
            <p:nvPr/>
          </p:nvSpPr>
          <p:spPr bwMode="auto">
            <a:xfrm>
              <a:off x="3867" y="2510"/>
              <a:ext cx="50" cy="272"/>
            </a:xfrm>
            <a:custGeom>
              <a:avLst/>
              <a:gdLst>
                <a:gd name="T0" fmla="*/ 55 w 151"/>
                <a:gd name="T1" fmla="*/ 27 h 814"/>
                <a:gd name="T2" fmla="*/ 103 w 151"/>
                <a:gd name="T3" fmla="*/ 814 h 814"/>
                <a:gd name="T4" fmla="*/ 150 w 151"/>
                <a:gd name="T5" fmla="*/ 814 h 814"/>
                <a:gd name="T6" fmla="*/ 151 w 151"/>
                <a:gd name="T7" fmla="*/ 788 h 814"/>
                <a:gd name="T8" fmla="*/ 145 w 151"/>
                <a:gd name="T9" fmla="*/ 788 h 814"/>
                <a:gd name="T10" fmla="*/ 96 w 151"/>
                <a:gd name="T11" fmla="*/ 0 h 814"/>
                <a:gd name="T12" fmla="*/ 1 w 151"/>
                <a:gd name="T13" fmla="*/ 0 h 814"/>
                <a:gd name="T14" fmla="*/ 0 w 151"/>
                <a:gd name="T15" fmla="*/ 27 h 814"/>
                <a:gd name="T16" fmla="*/ 55 w 151"/>
                <a:gd name="T17" fmla="*/ 27 h 8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
                <a:gd name="T28" fmla="*/ 0 h 814"/>
                <a:gd name="T29" fmla="*/ 151 w 151"/>
                <a:gd name="T30" fmla="*/ 814 h 8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 h="814">
                  <a:moveTo>
                    <a:pt x="55" y="27"/>
                  </a:moveTo>
                  <a:lnTo>
                    <a:pt x="103" y="814"/>
                  </a:lnTo>
                  <a:lnTo>
                    <a:pt x="150" y="814"/>
                  </a:lnTo>
                  <a:lnTo>
                    <a:pt x="151" y="788"/>
                  </a:lnTo>
                  <a:lnTo>
                    <a:pt x="145" y="788"/>
                  </a:lnTo>
                  <a:lnTo>
                    <a:pt x="96" y="0"/>
                  </a:lnTo>
                  <a:lnTo>
                    <a:pt x="1" y="0"/>
                  </a:lnTo>
                  <a:lnTo>
                    <a:pt x="0" y="27"/>
                  </a:lnTo>
                  <a:lnTo>
                    <a:pt x="55" y="27"/>
                  </a:lnTo>
                  <a:close/>
                </a:path>
              </a:pathLst>
            </a:custGeom>
            <a:solidFill>
              <a:srgbClr val="49548E"/>
            </a:solidFill>
            <a:ln w="9525">
              <a:noFill/>
              <a:round/>
              <a:headEnd/>
              <a:tailEnd/>
            </a:ln>
          </p:spPr>
          <p:txBody>
            <a:bodyPr/>
            <a:lstStyle/>
            <a:p>
              <a:endParaRPr lang="de-DE"/>
            </a:p>
          </p:txBody>
        </p:sp>
        <p:sp>
          <p:nvSpPr>
            <p:cNvPr id="131" name="Freeform 122"/>
            <p:cNvSpPr>
              <a:spLocks/>
            </p:cNvSpPr>
            <p:nvPr/>
          </p:nvSpPr>
          <p:spPr bwMode="auto">
            <a:xfrm>
              <a:off x="4035" y="2727"/>
              <a:ext cx="14" cy="55"/>
            </a:xfrm>
            <a:custGeom>
              <a:avLst/>
              <a:gdLst>
                <a:gd name="T0" fmla="*/ 0 w 42"/>
                <a:gd name="T1" fmla="*/ 163 h 163"/>
                <a:gd name="T2" fmla="*/ 12 w 42"/>
                <a:gd name="T3" fmla="*/ 163 h 163"/>
                <a:gd name="T4" fmla="*/ 42 w 42"/>
                <a:gd name="T5" fmla="*/ 137 h 163"/>
                <a:gd name="T6" fmla="*/ 42 w 42"/>
                <a:gd name="T7" fmla="*/ 0 h 163"/>
                <a:gd name="T8" fmla="*/ 0 w 42"/>
                <a:gd name="T9" fmla="*/ 43 h 163"/>
                <a:gd name="T10" fmla="*/ 0 w 42"/>
                <a:gd name="T11" fmla="*/ 163 h 163"/>
                <a:gd name="T12" fmla="*/ 0 60000 65536"/>
                <a:gd name="T13" fmla="*/ 0 60000 65536"/>
                <a:gd name="T14" fmla="*/ 0 60000 65536"/>
                <a:gd name="T15" fmla="*/ 0 60000 65536"/>
                <a:gd name="T16" fmla="*/ 0 60000 65536"/>
                <a:gd name="T17" fmla="*/ 0 60000 65536"/>
                <a:gd name="T18" fmla="*/ 0 w 42"/>
                <a:gd name="T19" fmla="*/ 0 h 163"/>
                <a:gd name="T20" fmla="*/ 42 w 42"/>
                <a:gd name="T21" fmla="*/ 163 h 163"/>
              </a:gdLst>
              <a:ahLst/>
              <a:cxnLst>
                <a:cxn ang="T12">
                  <a:pos x="T0" y="T1"/>
                </a:cxn>
                <a:cxn ang="T13">
                  <a:pos x="T2" y="T3"/>
                </a:cxn>
                <a:cxn ang="T14">
                  <a:pos x="T4" y="T5"/>
                </a:cxn>
                <a:cxn ang="T15">
                  <a:pos x="T6" y="T7"/>
                </a:cxn>
                <a:cxn ang="T16">
                  <a:pos x="T8" y="T9"/>
                </a:cxn>
                <a:cxn ang="T17">
                  <a:pos x="T10" y="T11"/>
                </a:cxn>
              </a:cxnLst>
              <a:rect l="T18" t="T19" r="T20" b="T21"/>
              <a:pathLst>
                <a:path w="42" h="163">
                  <a:moveTo>
                    <a:pt x="0" y="163"/>
                  </a:moveTo>
                  <a:lnTo>
                    <a:pt x="12" y="163"/>
                  </a:lnTo>
                  <a:lnTo>
                    <a:pt x="42" y="137"/>
                  </a:lnTo>
                  <a:lnTo>
                    <a:pt x="42" y="0"/>
                  </a:lnTo>
                  <a:lnTo>
                    <a:pt x="0" y="43"/>
                  </a:lnTo>
                  <a:lnTo>
                    <a:pt x="0" y="163"/>
                  </a:lnTo>
                  <a:close/>
                </a:path>
              </a:pathLst>
            </a:custGeom>
            <a:solidFill>
              <a:srgbClr val="49548E"/>
            </a:solidFill>
            <a:ln w="9525">
              <a:noFill/>
              <a:round/>
              <a:headEnd/>
              <a:tailEnd/>
            </a:ln>
          </p:spPr>
          <p:txBody>
            <a:bodyPr/>
            <a:lstStyle/>
            <a:p>
              <a:endParaRPr lang="de-DE"/>
            </a:p>
          </p:txBody>
        </p:sp>
        <p:sp>
          <p:nvSpPr>
            <p:cNvPr id="132" name="Freeform 123"/>
            <p:cNvSpPr>
              <a:spLocks/>
            </p:cNvSpPr>
            <p:nvPr/>
          </p:nvSpPr>
          <p:spPr bwMode="auto">
            <a:xfrm>
              <a:off x="4083" y="2727"/>
              <a:ext cx="14" cy="55"/>
            </a:xfrm>
            <a:custGeom>
              <a:avLst/>
              <a:gdLst>
                <a:gd name="T0" fmla="*/ 0 w 42"/>
                <a:gd name="T1" fmla="*/ 163 h 163"/>
                <a:gd name="T2" fmla="*/ 0 w 42"/>
                <a:gd name="T3" fmla="*/ 163 h 163"/>
                <a:gd name="T4" fmla="*/ 42 w 42"/>
                <a:gd name="T5" fmla="*/ 133 h 163"/>
                <a:gd name="T6" fmla="*/ 42 w 42"/>
                <a:gd name="T7" fmla="*/ 0 h 163"/>
                <a:gd name="T8" fmla="*/ 0 w 42"/>
                <a:gd name="T9" fmla="*/ 43 h 163"/>
                <a:gd name="T10" fmla="*/ 0 w 42"/>
                <a:gd name="T11" fmla="*/ 163 h 163"/>
                <a:gd name="T12" fmla="*/ 0 60000 65536"/>
                <a:gd name="T13" fmla="*/ 0 60000 65536"/>
                <a:gd name="T14" fmla="*/ 0 60000 65536"/>
                <a:gd name="T15" fmla="*/ 0 60000 65536"/>
                <a:gd name="T16" fmla="*/ 0 60000 65536"/>
                <a:gd name="T17" fmla="*/ 0 60000 65536"/>
                <a:gd name="T18" fmla="*/ 0 w 42"/>
                <a:gd name="T19" fmla="*/ 0 h 163"/>
                <a:gd name="T20" fmla="*/ 42 w 42"/>
                <a:gd name="T21" fmla="*/ 163 h 163"/>
              </a:gdLst>
              <a:ahLst/>
              <a:cxnLst>
                <a:cxn ang="T12">
                  <a:pos x="T0" y="T1"/>
                </a:cxn>
                <a:cxn ang="T13">
                  <a:pos x="T2" y="T3"/>
                </a:cxn>
                <a:cxn ang="T14">
                  <a:pos x="T4" y="T5"/>
                </a:cxn>
                <a:cxn ang="T15">
                  <a:pos x="T6" y="T7"/>
                </a:cxn>
                <a:cxn ang="T16">
                  <a:pos x="T8" y="T9"/>
                </a:cxn>
                <a:cxn ang="T17">
                  <a:pos x="T10" y="T11"/>
                </a:cxn>
              </a:cxnLst>
              <a:rect l="T18" t="T19" r="T20" b="T21"/>
              <a:pathLst>
                <a:path w="42" h="163">
                  <a:moveTo>
                    <a:pt x="0" y="163"/>
                  </a:moveTo>
                  <a:lnTo>
                    <a:pt x="0" y="163"/>
                  </a:lnTo>
                  <a:lnTo>
                    <a:pt x="42" y="133"/>
                  </a:lnTo>
                  <a:lnTo>
                    <a:pt x="42" y="0"/>
                  </a:lnTo>
                  <a:lnTo>
                    <a:pt x="0" y="43"/>
                  </a:lnTo>
                  <a:lnTo>
                    <a:pt x="0" y="163"/>
                  </a:lnTo>
                  <a:close/>
                </a:path>
              </a:pathLst>
            </a:custGeom>
            <a:solidFill>
              <a:srgbClr val="49548E"/>
            </a:solidFill>
            <a:ln w="9525">
              <a:noFill/>
              <a:round/>
              <a:headEnd/>
              <a:tailEnd/>
            </a:ln>
          </p:spPr>
          <p:txBody>
            <a:bodyPr/>
            <a:lstStyle/>
            <a:p>
              <a:endParaRPr lang="de-DE"/>
            </a:p>
          </p:txBody>
        </p:sp>
        <p:sp>
          <p:nvSpPr>
            <p:cNvPr id="133" name="Freeform 124"/>
            <p:cNvSpPr>
              <a:spLocks/>
            </p:cNvSpPr>
            <p:nvPr/>
          </p:nvSpPr>
          <p:spPr bwMode="auto">
            <a:xfrm>
              <a:off x="4128" y="2727"/>
              <a:ext cx="83" cy="197"/>
            </a:xfrm>
            <a:custGeom>
              <a:avLst/>
              <a:gdLst>
                <a:gd name="T0" fmla="*/ 42 w 249"/>
                <a:gd name="T1" fmla="*/ 229 h 591"/>
                <a:gd name="T2" fmla="*/ 42 w 249"/>
                <a:gd name="T3" fmla="*/ 229 h 591"/>
                <a:gd name="T4" fmla="*/ 42 w 249"/>
                <a:gd name="T5" fmla="*/ 0 h 591"/>
                <a:gd name="T6" fmla="*/ 0 w 249"/>
                <a:gd name="T7" fmla="*/ 43 h 591"/>
                <a:gd name="T8" fmla="*/ 0 w 249"/>
                <a:gd name="T9" fmla="*/ 255 h 591"/>
                <a:gd name="T10" fmla="*/ 0 w 249"/>
                <a:gd name="T11" fmla="*/ 255 h 591"/>
                <a:gd name="T12" fmla="*/ 207 w 249"/>
                <a:gd name="T13" fmla="*/ 255 h 591"/>
                <a:gd name="T14" fmla="*/ 207 w 249"/>
                <a:gd name="T15" fmla="*/ 591 h 591"/>
                <a:gd name="T16" fmla="*/ 249 w 249"/>
                <a:gd name="T17" fmla="*/ 586 h 591"/>
                <a:gd name="T18" fmla="*/ 249 w 249"/>
                <a:gd name="T19" fmla="*/ 229 h 591"/>
                <a:gd name="T20" fmla="*/ 42 w 249"/>
                <a:gd name="T21" fmla="*/ 229 h 5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9"/>
                <a:gd name="T34" fmla="*/ 0 h 591"/>
                <a:gd name="T35" fmla="*/ 249 w 249"/>
                <a:gd name="T36" fmla="*/ 591 h 5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9" h="591">
                  <a:moveTo>
                    <a:pt x="42" y="229"/>
                  </a:moveTo>
                  <a:lnTo>
                    <a:pt x="42" y="229"/>
                  </a:lnTo>
                  <a:lnTo>
                    <a:pt x="42" y="0"/>
                  </a:lnTo>
                  <a:lnTo>
                    <a:pt x="0" y="43"/>
                  </a:lnTo>
                  <a:lnTo>
                    <a:pt x="0" y="255"/>
                  </a:lnTo>
                  <a:lnTo>
                    <a:pt x="207" y="255"/>
                  </a:lnTo>
                  <a:lnTo>
                    <a:pt x="207" y="591"/>
                  </a:lnTo>
                  <a:lnTo>
                    <a:pt x="249" y="586"/>
                  </a:lnTo>
                  <a:lnTo>
                    <a:pt x="249" y="229"/>
                  </a:lnTo>
                  <a:lnTo>
                    <a:pt x="42" y="229"/>
                  </a:lnTo>
                  <a:close/>
                </a:path>
              </a:pathLst>
            </a:custGeom>
            <a:solidFill>
              <a:srgbClr val="49548E"/>
            </a:solidFill>
            <a:ln w="9525">
              <a:noFill/>
              <a:round/>
              <a:headEnd/>
              <a:tailEnd/>
            </a:ln>
          </p:spPr>
          <p:txBody>
            <a:bodyPr/>
            <a:lstStyle/>
            <a:p>
              <a:endParaRPr lang="de-DE"/>
            </a:p>
          </p:txBody>
        </p:sp>
        <p:sp>
          <p:nvSpPr>
            <p:cNvPr id="134" name="Freeform 125"/>
            <p:cNvSpPr>
              <a:spLocks/>
            </p:cNvSpPr>
            <p:nvPr/>
          </p:nvSpPr>
          <p:spPr bwMode="auto">
            <a:xfrm>
              <a:off x="3826" y="2773"/>
              <a:ext cx="27" cy="9"/>
            </a:xfrm>
            <a:custGeom>
              <a:avLst/>
              <a:gdLst>
                <a:gd name="T0" fmla="*/ 79 w 80"/>
                <a:gd name="T1" fmla="*/ 26 h 26"/>
                <a:gd name="T2" fmla="*/ 80 w 80"/>
                <a:gd name="T3" fmla="*/ 0 h 26"/>
                <a:gd name="T4" fmla="*/ 0 w 80"/>
                <a:gd name="T5" fmla="*/ 0 h 26"/>
                <a:gd name="T6" fmla="*/ 0 w 80"/>
                <a:gd name="T7" fmla="*/ 26 h 26"/>
                <a:gd name="T8" fmla="*/ 79 w 80"/>
                <a:gd name="T9" fmla="*/ 26 h 26"/>
                <a:gd name="T10" fmla="*/ 0 60000 65536"/>
                <a:gd name="T11" fmla="*/ 0 60000 65536"/>
                <a:gd name="T12" fmla="*/ 0 60000 65536"/>
                <a:gd name="T13" fmla="*/ 0 60000 65536"/>
                <a:gd name="T14" fmla="*/ 0 60000 65536"/>
                <a:gd name="T15" fmla="*/ 0 w 80"/>
                <a:gd name="T16" fmla="*/ 0 h 26"/>
                <a:gd name="T17" fmla="*/ 80 w 80"/>
                <a:gd name="T18" fmla="*/ 26 h 26"/>
              </a:gdLst>
              <a:ahLst/>
              <a:cxnLst>
                <a:cxn ang="T10">
                  <a:pos x="T0" y="T1"/>
                </a:cxn>
                <a:cxn ang="T11">
                  <a:pos x="T2" y="T3"/>
                </a:cxn>
                <a:cxn ang="T12">
                  <a:pos x="T4" y="T5"/>
                </a:cxn>
                <a:cxn ang="T13">
                  <a:pos x="T6" y="T7"/>
                </a:cxn>
                <a:cxn ang="T14">
                  <a:pos x="T8" y="T9"/>
                </a:cxn>
              </a:cxnLst>
              <a:rect l="T15" t="T16" r="T17" b="T18"/>
              <a:pathLst>
                <a:path w="80" h="26">
                  <a:moveTo>
                    <a:pt x="79" y="26"/>
                  </a:moveTo>
                  <a:lnTo>
                    <a:pt x="80" y="0"/>
                  </a:lnTo>
                  <a:lnTo>
                    <a:pt x="0" y="0"/>
                  </a:lnTo>
                  <a:lnTo>
                    <a:pt x="0" y="26"/>
                  </a:lnTo>
                  <a:lnTo>
                    <a:pt x="79" y="26"/>
                  </a:lnTo>
                  <a:close/>
                </a:path>
              </a:pathLst>
            </a:custGeom>
            <a:solidFill>
              <a:srgbClr val="49548E"/>
            </a:solidFill>
            <a:ln w="9525">
              <a:noFill/>
              <a:round/>
              <a:headEnd/>
              <a:tailEnd/>
            </a:ln>
          </p:spPr>
          <p:txBody>
            <a:bodyPr/>
            <a:lstStyle/>
            <a:p>
              <a:endParaRPr lang="de-DE"/>
            </a:p>
          </p:txBody>
        </p:sp>
        <p:sp>
          <p:nvSpPr>
            <p:cNvPr id="135" name="Rectangle 126"/>
            <p:cNvSpPr>
              <a:spLocks noChangeArrowheads="1"/>
            </p:cNvSpPr>
            <p:nvPr/>
          </p:nvSpPr>
          <p:spPr bwMode="auto">
            <a:xfrm>
              <a:off x="3765" y="2823"/>
              <a:ext cx="61" cy="8"/>
            </a:xfrm>
            <a:prstGeom prst="rect">
              <a:avLst/>
            </a:prstGeom>
            <a:solidFill>
              <a:srgbClr val="49548E"/>
            </a:solidFill>
            <a:ln w="9525">
              <a:noFill/>
              <a:miter lim="800000"/>
              <a:headEnd/>
              <a:tailEnd/>
            </a:ln>
          </p:spPr>
          <p:txBody>
            <a:bodyPr/>
            <a:lstStyle/>
            <a:p>
              <a:endParaRPr lang="de-DE"/>
            </a:p>
          </p:txBody>
        </p:sp>
        <p:sp>
          <p:nvSpPr>
            <p:cNvPr id="136" name="Rectangle 127"/>
            <p:cNvSpPr>
              <a:spLocks noChangeArrowheads="1"/>
            </p:cNvSpPr>
            <p:nvPr/>
          </p:nvSpPr>
          <p:spPr bwMode="auto">
            <a:xfrm>
              <a:off x="3872" y="2574"/>
              <a:ext cx="32" cy="6"/>
            </a:xfrm>
            <a:prstGeom prst="rect">
              <a:avLst/>
            </a:prstGeom>
            <a:solidFill>
              <a:srgbClr val="49548E"/>
            </a:solidFill>
            <a:ln w="9525">
              <a:noFill/>
              <a:miter lim="800000"/>
              <a:headEnd/>
              <a:tailEnd/>
            </a:ln>
          </p:spPr>
          <p:txBody>
            <a:bodyPr/>
            <a:lstStyle/>
            <a:p>
              <a:endParaRPr lang="de-DE"/>
            </a:p>
          </p:txBody>
        </p:sp>
        <p:sp>
          <p:nvSpPr>
            <p:cNvPr id="137" name="Rectangle 128"/>
            <p:cNvSpPr>
              <a:spLocks noChangeArrowheads="1"/>
            </p:cNvSpPr>
            <p:nvPr/>
          </p:nvSpPr>
          <p:spPr bwMode="auto">
            <a:xfrm>
              <a:off x="3946" y="2610"/>
              <a:ext cx="31" cy="7"/>
            </a:xfrm>
            <a:prstGeom prst="rect">
              <a:avLst/>
            </a:prstGeom>
            <a:solidFill>
              <a:srgbClr val="49548E"/>
            </a:solidFill>
            <a:ln w="9525">
              <a:noFill/>
              <a:miter lim="800000"/>
              <a:headEnd/>
              <a:tailEnd/>
            </a:ln>
          </p:spPr>
          <p:txBody>
            <a:bodyPr/>
            <a:lstStyle/>
            <a:p>
              <a:endParaRPr lang="de-DE"/>
            </a:p>
          </p:txBody>
        </p:sp>
        <p:sp>
          <p:nvSpPr>
            <p:cNvPr id="138" name="Freeform 129"/>
            <p:cNvSpPr>
              <a:spLocks/>
            </p:cNvSpPr>
            <p:nvPr/>
          </p:nvSpPr>
          <p:spPr bwMode="auto">
            <a:xfrm>
              <a:off x="4307" y="2546"/>
              <a:ext cx="10" cy="11"/>
            </a:xfrm>
            <a:custGeom>
              <a:avLst/>
              <a:gdLst>
                <a:gd name="T0" fmla="*/ 9 w 32"/>
                <a:gd name="T1" fmla="*/ 32 h 32"/>
                <a:gd name="T2" fmla="*/ 32 w 32"/>
                <a:gd name="T3" fmla="*/ 23 h 32"/>
                <a:gd name="T4" fmla="*/ 28 w 32"/>
                <a:gd name="T5" fmla="*/ 18 h 32"/>
                <a:gd name="T6" fmla="*/ 25 w 32"/>
                <a:gd name="T7" fmla="*/ 11 h 32"/>
                <a:gd name="T8" fmla="*/ 22 w 32"/>
                <a:gd name="T9" fmla="*/ 5 h 32"/>
                <a:gd name="T10" fmla="*/ 18 w 32"/>
                <a:gd name="T11" fmla="*/ 0 h 32"/>
                <a:gd name="T12" fmla="*/ 0 w 32"/>
                <a:gd name="T13" fmla="*/ 15 h 32"/>
                <a:gd name="T14" fmla="*/ 3 w 32"/>
                <a:gd name="T15" fmla="*/ 20 h 32"/>
                <a:gd name="T16" fmla="*/ 5 w 32"/>
                <a:gd name="T17" fmla="*/ 23 h 32"/>
                <a:gd name="T18" fmla="*/ 7 w 32"/>
                <a:gd name="T19" fmla="*/ 28 h 32"/>
                <a:gd name="T20" fmla="*/ 9 w 32"/>
                <a:gd name="T21" fmla="*/ 32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
                <a:gd name="T34" fmla="*/ 0 h 32"/>
                <a:gd name="T35" fmla="*/ 32 w 32"/>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 h="32">
                  <a:moveTo>
                    <a:pt x="9" y="32"/>
                  </a:moveTo>
                  <a:lnTo>
                    <a:pt x="32" y="23"/>
                  </a:lnTo>
                  <a:lnTo>
                    <a:pt x="28" y="18"/>
                  </a:lnTo>
                  <a:lnTo>
                    <a:pt x="25" y="11"/>
                  </a:lnTo>
                  <a:lnTo>
                    <a:pt x="22" y="5"/>
                  </a:lnTo>
                  <a:lnTo>
                    <a:pt x="18" y="0"/>
                  </a:lnTo>
                  <a:lnTo>
                    <a:pt x="0" y="15"/>
                  </a:lnTo>
                  <a:lnTo>
                    <a:pt x="3" y="20"/>
                  </a:lnTo>
                  <a:lnTo>
                    <a:pt x="5" y="23"/>
                  </a:lnTo>
                  <a:lnTo>
                    <a:pt x="7" y="28"/>
                  </a:lnTo>
                  <a:lnTo>
                    <a:pt x="9" y="32"/>
                  </a:lnTo>
                  <a:close/>
                </a:path>
              </a:pathLst>
            </a:custGeom>
            <a:solidFill>
              <a:srgbClr val="FFFFFF"/>
            </a:solidFill>
            <a:ln w="9525">
              <a:noFill/>
              <a:round/>
              <a:headEnd/>
              <a:tailEnd/>
            </a:ln>
          </p:spPr>
          <p:txBody>
            <a:bodyPr/>
            <a:lstStyle/>
            <a:p>
              <a:endParaRPr lang="de-DE"/>
            </a:p>
          </p:txBody>
        </p:sp>
        <p:sp>
          <p:nvSpPr>
            <p:cNvPr id="139" name="Freeform 130"/>
            <p:cNvSpPr>
              <a:spLocks/>
            </p:cNvSpPr>
            <p:nvPr/>
          </p:nvSpPr>
          <p:spPr bwMode="auto">
            <a:xfrm>
              <a:off x="4092" y="2487"/>
              <a:ext cx="237" cy="233"/>
            </a:xfrm>
            <a:custGeom>
              <a:avLst/>
              <a:gdLst>
                <a:gd name="T0" fmla="*/ 674 w 711"/>
                <a:gd name="T1" fmla="*/ 260 h 699"/>
                <a:gd name="T2" fmla="*/ 686 w 711"/>
                <a:gd name="T3" fmla="*/ 333 h 699"/>
                <a:gd name="T4" fmla="*/ 672 w 711"/>
                <a:gd name="T5" fmla="*/ 446 h 699"/>
                <a:gd name="T6" fmla="*/ 612 w 711"/>
                <a:gd name="T7" fmla="*/ 555 h 699"/>
                <a:gd name="T8" fmla="*/ 514 w 711"/>
                <a:gd name="T9" fmla="*/ 633 h 699"/>
                <a:gd name="T10" fmla="*/ 389 w 711"/>
                <a:gd name="T11" fmla="*/ 671 h 699"/>
                <a:gd name="T12" fmla="*/ 301 w 711"/>
                <a:gd name="T13" fmla="*/ 667 h 699"/>
                <a:gd name="T14" fmla="*/ 232 w 711"/>
                <a:gd name="T15" fmla="*/ 649 h 699"/>
                <a:gd name="T16" fmla="*/ 169 w 711"/>
                <a:gd name="T17" fmla="*/ 617 h 699"/>
                <a:gd name="T18" fmla="*/ 115 w 711"/>
                <a:gd name="T19" fmla="*/ 572 h 699"/>
                <a:gd name="T20" fmla="*/ 55 w 711"/>
                <a:gd name="T21" fmla="*/ 488 h 699"/>
                <a:gd name="T22" fmla="*/ 25 w 711"/>
                <a:gd name="T23" fmla="*/ 379 h 699"/>
                <a:gd name="T24" fmla="*/ 35 w 711"/>
                <a:gd name="T25" fmla="*/ 267 h 699"/>
                <a:gd name="T26" fmla="*/ 85 w 711"/>
                <a:gd name="T27" fmla="*/ 163 h 699"/>
                <a:gd name="T28" fmla="*/ 141 w 711"/>
                <a:gd name="T29" fmla="*/ 104 h 699"/>
                <a:gd name="T30" fmla="*/ 200 w 711"/>
                <a:gd name="T31" fmla="*/ 64 h 699"/>
                <a:gd name="T32" fmla="*/ 267 w 711"/>
                <a:gd name="T33" fmla="*/ 40 h 699"/>
                <a:gd name="T34" fmla="*/ 337 w 711"/>
                <a:gd name="T35" fmla="*/ 27 h 699"/>
                <a:gd name="T36" fmla="*/ 409 w 711"/>
                <a:gd name="T37" fmla="*/ 32 h 699"/>
                <a:gd name="T38" fmla="*/ 478 w 711"/>
                <a:gd name="T39" fmla="*/ 50 h 699"/>
                <a:gd name="T40" fmla="*/ 541 w 711"/>
                <a:gd name="T41" fmla="*/ 82 h 699"/>
                <a:gd name="T42" fmla="*/ 596 w 711"/>
                <a:gd name="T43" fmla="*/ 127 h 699"/>
                <a:gd name="T44" fmla="*/ 623 w 711"/>
                <a:gd name="T45" fmla="*/ 160 h 699"/>
                <a:gd name="T46" fmla="*/ 641 w 711"/>
                <a:gd name="T47" fmla="*/ 186 h 699"/>
                <a:gd name="T48" fmla="*/ 654 w 711"/>
                <a:gd name="T49" fmla="*/ 162 h 699"/>
                <a:gd name="T50" fmla="*/ 635 w 711"/>
                <a:gd name="T51" fmla="*/ 135 h 699"/>
                <a:gd name="T52" fmla="*/ 597 w 711"/>
                <a:gd name="T53" fmla="*/ 96 h 699"/>
                <a:gd name="T54" fmla="*/ 536 w 711"/>
                <a:gd name="T55" fmla="*/ 50 h 699"/>
                <a:gd name="T56" fmla="*/ 468 w 711"/>
                <a:gd name="T57" fmla="*/ 18 h 699"/>
                <a:gd name="T58" fmla="*/ 394 w 711"/>
                <a:gd name="T59" fmla="*/ 3 h 699"/>
                <a:gd name="T60" fmla="*/ 284 w 711"/>
                <a:gd name="T61" fmla="*/ 7 h 699"/>
                <a:gd name="T62" fmla="*/ 158 w 711"/>
                <a:gd name="T63" fmla="*/ 60 h 699"/>
                <a:gd name="T64" fmla="*/ 61 w 711"/>
                <a:gd name="T65" fmla="*/ 155 h 699"/>
                <a:gd name="T66" fmla="*/ 7 w 711"/>
                <a:gd name="T67" fmla="*/ 280 h 699"/>
                <a:gd name="T68" fmla="*/ 6 w 711"/>
                <a:gd name="T69" fmla="*/ 412 h 699"/>
                <a:gd name="T70" fmla="*/ 49 w 711"/>
                <a:gd name="T71" fmla="*/ 527 h 699"/>
                <a:gd name="T72" fmla="*/ 113 w 711"/>
                <a:gd name="T73" fmla="*/ 604 h 699"/>
                <a:gd name="T74" fmla="*/ 173 w 711"/>
                <a:gd name="T75" fmla="*/ 649 h 699"/>
                <a:gd name="T76" fmla="*/ 242 w 711"/>
                <a:gd name="T77" fmla="*/ 681 h 699"/>
                <a:gd name="T78" fmla="*/ 317 w 711"/>
                <a:gd name="T79" fmla="*/ 697 h 699"/>
                <a:gd name="T80" fmla="*/ 394 w 711"/>
                <a:gd name="T81" fmla="*/ 697 h 699"/>
                <a:gd name="T82" fmla="*/ 468 w 711"/>
                <a:gd name="T83" fmla="*/ 681 h 699"/>
                <a:gd name="T84" fmla="*/ 536 w 711"/>
                <a:gd name="T85" fmla="*/ 649 h 699"/>
                <a:gd name="T86" fmla="*/ 597 w 711"/>
                <a:gd name="T87" fmla="*/ 604 h 699"/>
                <a:gd name="T88" fmla="*/ 661 w 711"/>
                <a:gd name="T89" fmla="*/ 527 h 699"/>
                <a:gd name="T90" fmla="*/ 705 w 711"/>
                <a:gd name="T91" fmla="*/ 412 h 699"/>
                <a:gd name="T92" fmla="*/ 708 w 711"/>
                <a:gd name="T93" fmla="*/ 311 h 699"/>
                <a:gd name="T94" fmla="*/ 690 w 711"/>
                <a:gd name="T95" fmla="*/ 236 h 69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1"/>
                <a:gd name="T145" fmla="*/ 0 h 699"/>
                <a:gd name="T146" fmla="*/ 711 w 711"/>
                <a:gd name="T147" fmla="*/ 699 h 69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1" h="699">
                  <a:moveTo>
                    <a:pt x="653" y="209"/>
                  </a:moveTo>
                  <a:lnTo>
                    <a:pt x="661" y="226"/>
                  </a:lnTo>
                  <a:lnTo>
                    <a:pt x="668" y="243"/>
                  </a:lnTo>
                  <a:lnTo>
                    <a:pt x="674" y="260"/>
                  </a:lnTo>
                  <a:lnTo>
                    <a:pt x="678" y="278"/>
                  </a:lnTo>
                  <a:lnTo>
                    <a:pt x="683" y="296"/>
                  </a:lnTo>
                  <a:lnTo>
                    <a:pt x="685" y="314"/>
                  </a:lnTo>
                  <a:lnTo>
                    <a:pt x="686" y="333"/>
                  </a:lnTo>
                  <a:lnTo>
                    <a:pt x="687" y="351"/>
                  </a:lnTo>
                  <a:lnTo>
                    <a:pt x="685" y="383"/>
                  </a:lnTo>
                  <a:lnTo>
                    <a:pt x="680" y="415"/>
                  </a:lnTo>
                  <a:lnTo>
                    <a:pt x="672" y="446"/>
                  </a:lnTo>
                  <a:lnTo>
                    <a:pt x="661" y="475"/>
                  </a:lnTo>
                  <a:lnTo>
                    <a:pt x="647" y="503"/>
                  </a:lnTo>
                  <a:lnTo>
                    <a:pt x="631" y="529"/>
                  </a:lnTo>
                  <a:lnTo>
                    <a:pt x="612" y="555"/>
                  </a:lnTo>
                  <a:lnTo>
                    <a:pt x="590" y="578"/>
                  </a:lnTo>
                  <a:lnTo>
                    <a:pt x="567" y="598"/>
                  </a:lnTo>
                  <a:lnTo>
                    <a:pt x="541" y="617"/>
                  </a:lnTo>
                  <a:lnTo>
                    <a:pt x="514" y="633"/>
                  </a:lnTo>
                  <a:lnTo>
                    <a:pt x="485" y="646"/>
                  </a:lnTo>
                  <a:lnTo>
                    <a:pt x="454" y="657"/>
                  </a:lnTo>
                  <a:lnTo>
                    <a:pt x="422" y="665"/>
                  </a:lnTo>
                  <a:lnTo>
                    <a:pt x="389" y="671"/>
                  </a:lnTo>
                  <a:lnTo>
                    <a:pt x="355" y="672"/>
                  </a:lnTo>
                  <a:lnTo>
                    <a:pt x="337" y="672"/>
                  </a:lnTo>
                  <a:lnTo>
                    <a:pt x="319" y="670"/>
                  </a:lnTo>
                  <a:lnTo>
                    <a:pt x="301" y="667"/>
                  </a:lnTo>
                  <a:lnTo>
                    <a:pt x="284" y="664"/>
                  </a:lnTo>
                  <a:lnTo>
                    <a:pt x="267" y="661"/>
                  </a:lnTo>
                  <a:lnTo>
                    <a:pt x="249" y="655"/>
                  </a:lnTo>
                  <a:lnTo>
                    <a:pt x="232" y="649"/>
                  </a:lnTo>
                  <a:lnTo>
                    <a:pt x="216" y="643"/>
                  </a:lnTo>
                  <a:lnTo>
                    <a:pt x="200" y="635"/>
                  </a:lnTo>
                  <a:lnTo>
                    <a:pt x="185" y="627"/>
                  </a:lnTo>
                  <a:lnTo>
                    <a:pt x="169" y="617"/>
                  </a:lnTo>
                  <a:lnTo>
                    <a:pt x="155" y="607"/>
                  </a:lnTo>
                  <a:lnTo>
                    <a:pt x="141" y="595"/>
                  </a:lnTo>
                  <a:lnTo>
                    <a:pt x="127" y="584"/>
                  </a:lnTo>
                  <a:lnTo>
                    <a:pt x="115" y="572"/>
                  </a:lnTo>
                  <a:lnTo>
                    <a:pt x="103" y="558"/>
                  </a:lnTo>
                  <a:lnTo>
                    <a:pt x="85" y="536"/>
                  </a:lnTo>
                  <a:lnTo>
                    <a:pt x="69" y="512"/>
                  </a:lnTo>
                  <a:lnTo>
                    <a:pt x="55" y="488"/>
                  </a:lnTo>
                  <a:lnTo>
                    <a:pt x="44" y="462"/>
                  </a:lnTo>
                  <a:lnTo>
                    <a:pt x="35" y="435"/>
                  </a:lnTo>
                  <a:lnTo>
                    <a:pt x="28" y="407"/>
                  </a:lnTo>
                  <a:lnTo>
                    <a:pt x="25" y="379"/>
                  </a:lnTo>
                  <a:lnTo>
                    <a:pt x="24" y="351"/>
                  </a:lnTo>
                  <a:lnTo>
                    <a:pt x="25" y="323"/>
                  </a:lnTo>
                  <a:lnTo>
                    <a:pt x="28" y="293"/>
                  </a:lnTo>
                  <a:lnTo>
                    <a:pt x="35" y="267"/>
                  </a:lnTo>
                  <a:lnTo>
                    <a:pt x="44" y="238"/>
                  </a:lnTo>
                  <a:lnTo>
                    <a:pt x="55" y="213"/>
                  </a:lnTo>
                  <a:lnTo>
                    <a:pt x="69" y="188"/>
                  </a:lnTo>
                  <a:lnTo>
                    <a:pt x="85" y="163"/>
                  </a:lnTo>
                  <a:lnTo>
                    <a:pt x="103" y="141"/>
                  </a:lnTo>
                  <a:lnTo>
                    <a:pt x="115" y="127"/>
                  </a:lnTo>
                  <a:lnTo>
                    <a:pt x="127" y="115"/>
                  </a:lnTo>
                  <a:lnTo>
                    <a:pt x="141" y="104"/>
                  </a:lnTo>
                  <a:lnTo>
                    <a:pt x="155" y="93"/>
                  </a:lnTo>
                  <a:lnTo>
                    <a:pt x="169" y="82"/>
                  </a:lnTo>
                  <a:lnTo>
                    <a:pt x="185" y="73"/>
                  </a:lnTo>
                  <a:lnTo>
                    <a:pt x="200" y="64"/>
                  </a:lnTo>
                  <a:lnTo>
                    <a:pt x="216" y="57"/>
                  </a:lnTo>
                  <a:lnTo>
                    <a:pt x="232" y="50"/>
                  </a:lnTo>
                  <a:lnTo>
                    <a:pt x="249" y="44"/>
                  </a:lnTo>
                  <a:lnTo>
                    <a:pt x="267" y="40"/>
                  </a:lnTo>
                  <a:lnTo>
                    <a:pt x="284" y="35"/>
                  </a:lnTo>
                  <a:lnTo>
                    <a:pt x="301" y="32"/>
                  </a:lnTo>
                  <a:lnTo>
                    <a:pt x="319" y="30"/>
                  </a:lnTo>
                  <a:lnTo>
                    <a:pt x="337" y="27"/>
                  </a:lnTo>
                  <a:lnTo>
                    <a:pt x="355" y="27"/>
                  </a:lnTo>
                  <a:lnTo>
                    <a:pt x="373" y="27"/>
                  </a:lnTo>
                  <a:lnTo>
                    <a:pt x="391" y="30"/>
                  </a:lnTo>
                  <a:lnTo>
                    <a:pt x="409" y="32"/>
                  </a:lnTo>
                  <a:lnTo>
                    <a:pt x="426" y="35"/>
                  </a:lnTo>
                  <a:lnTo>
                    <a:pt x="444" y="40"/>
                  </a:lnTo>
                  <a:lnTo>
                    <a:pt x="461" y="44"/>
                  </a:lnTo>
                  <a:lnTo>
                    <a:pt x="478" y="50"/>
                  </a:lnTo>
                  <a:lnTo>
                    <a:pt x="494" y="57"/>
                  </a:lnTo>
                  <a:lnTo>
                    <a:pt x="511" y="64"/>
                  </a:lnTo>
                  <a:lnTo>
                    <a:pt x="525" y="73"/>
                  </a:lnTo>
                  <a:lnTo>
                    <a:pt x="541" y="82"/>
                  </a:lnTo>
                  <a:lnTo>
                    <a:pt x="556" y="93"/>
                  </a:lnTo>
                  <a:lnTo>
                    <a:pt x="569" y="104"/>
                  </a:lnTo>
                  <a:lnTo>
                    <a:pt x="583" y="115"/>
                  </a:lnTo>
                  <a:lnTo>
                    <a:pt x="596" y="127"/>
                  </a:lnTo>
                  <a:lnTo>
                    <a:pt x="608" y="141"/>
                  </a:lnTo>
                  <a:lnTo>
                    <a:pt x="613" y="148"/>
                  </a:lnTo>
                  <a:lnTo>
                    <a:pt x="618" y="153"/>
                  </a:lnTo>
                  <a:lnTo>
                    <a:pt x="623" y="160"/>
                  </a:lnTo>
                  <a:lnTo>
                    <a:pt x="627" y="167"/>
                  </a:lnTo>
                  <a:lnTo>
                    <a:pt x="632" y="172"/>
                  </a:lnTo>
                  <a:lnTo>
                    <a:pt x="636" y="179"/>
                  </a:lnTo>
                  <a:lnTo>
                    <a:pt x="641" y="186"/>
                  </a:lnTo>
                  <a:lnTo>
                    <a:pt x="644" y="192"/>
                  </a:lnTo>
                  <a:lnTo>
                    <a:pt x="662" y="177"/>
                  </a:lnTo>
                  <a:lnTo>
                    <a:pt x="658" y="170"/>
                  </a:lnTo>
                  <a:lnTo>
                    <a:pt x="654" y="162"/>
                  </a:lnTo>
                  <a:lnTo>
                    <a:pt x="650" y="155"/>
                  </a:lnTo>
                  <a:lnTo>
                    <a:pt x="645" y="149"/>
                  </a:lnTo>
                  <a:lnTo>
                    <a:pt x="640" y="142"/>
                  </a:lnTo>
                  <a:lnTo>
                    <a:pt x="635" y="135"/>
                  </a:lnTo>
                  <a:lnTo>
                    <a:pt x="630" y="130"/>
                  </a:lnTo>
                  <a:lnTo>
                    <a:pt x="624" y="123"/>
                  </a:lnTo>
                  <a:lnTo>
                    <a:pt x="611" y="108"/>
                  </a:lnTo>
                  <a:lnTo>
                    <a:pt x="597" y="96"/>
                  </a:lnTo>
                  <a:lnTo>
                    <a:pt x="584" y="82"/>
                  </a:lnTo>
                  <a:lnTo>
                    <a:pt x="568" y="71"/>
                  </a:lnTo>
                  <a:lnTo>
                    <a:pt x="553" y="60"/>
                  </a:lnTo>
                  <a:lnTo>
                    <a:pt x="536" y="50"/>
                  </a:lnTo>
                  <a:lnTo>
                    <a:pt x="521" y="41"/>
                  </a:lnTo>
                  <a:lnTo>
                    <a:pt x="504" y="33"/>
                  </a:lnTo>
                  <a:lnTo>
                    <a:pt x="486" y="25"/>
                  </a:lnTo>
                  <a:lnTo>
                    <a:pt x="468" y="18"/>
                  </a:lnTo>
                  <a:lnTo>
                    <a:pt x="450" y="13"/>
                  </a:lnTo>
                  <a:lnTo>
                    <a:pt x="432" y="8"/>
                  </a:lnTo>
                  <a:lnTo>
                    <a:pt x="413" y="5"/>
                  </a:lnTo>
                  <a:lnTo>
                    <a:pt x="394" y="3"/>
                  </a:lnTo>
                  <a:lnTo>
                    <a:pt x="375" y="0"/>
                  </a:lnTo>
                  <a:lnTo>
                    <a:pt x="355" y="0"/>
                  </a:lnTo>
                  <a:lnTo>
                    <a:pt x="319" y="3"/>
                  </a:lnTo>
                  <a:lnTo>
                    <a:pt x="284" y="7"/>
                  </a:lnTo>
                  <a:lnTo>
                    <a:pt x="250" y="16"/>
                  </a:lnTo>
                  <a:lnTo>
                    <a:pt x="217" y="29"/>
                  </a:lnTo>
                  <a:lnTo>
                    <a:pt x="187" y="43"/>
                  </a:lnTo>
                  <a:lnTo>
                    <a:pt x="158" y="60"/>
                  </a:lnTo>
                  <a:lnTo>
                    <a:pt x="130" y="80"/>
                  </a:lnTo>
                  <a:lnTo>
                    <a:pt x="105" y="103"/>
                  </a:lnTo>
                  <a:lnTo>
                    <a:pt x="81" y="128"/>
                  </a:lnTo>
                  <a:lnTo>
                    <a:pt x="61" y="155"/>
                  </a:lnTo>
                  <a:lnTo>
                    <a:pt x="43" y="183"/>
                  </a:lnTo>
                  <a:lnTo>
                    <a:pt x="28" y="215"/>
                  </a:lnTo>
                  <a:lnTo>
                    <a:pt x="16" y="246"/>
                  </a:lnTo>
                  <a:lnTo>
                    <a:pt x="7" y="280"/>
                  </a:lnTo>
                  <a:lnTo>
                    <a:pt x="2" y="315"/>
                  </a:lnTo>
                  <a:lnTo>
                    <a:pt x="0" y="351"/>
                  </a:lnTo>
                  <a:lnTo>
                    <a:pt x="1" y="382"/>
                  </a:lnTo>
                  <a:lnTo>
                    <a:pt x="6" y="412"/>
                  </a:lnTo>
                  <a:lnTo>
                    <a:pt x="13" y="443"/>
                  </a:lnTo>
                  <a:lnTo>
                    <a:pt x="23" y="472"/>
                  </a:lnTo>
                  <a:lnTo>
                    <a:pt x="34" y="500"/>
                  </a:lnTo>
                  <a:lnTo>
                    <a:pt x="49" y="527"/>
                  </a:lnTo>
                  <a:lnTo>
                    <a:pt x="67" y="553"/>
                  </a:lnTo>
                  <a:lnTo>
                    <a:pt x="86" y="578"/>
                  </a:lnTo>
                  <a:lnTo>
                    <a:pt x="99" y="592"/>
                  </a:lnTo>
                  <a:lnTo>
                    <a:pt x="113" y="604"/>
                  </a:lnTo>
                  <a:lnTo>
                    <a:pt x="127" y="618"/>
                  </a:lnTo>
                  <a:lnTo>
                    <a:pt x="142" y="629"/>
                  </a:lnTo>
                  <a:lnTo>
                    <a:pt x="158" y="640"/>
                  </a:lnTo>
                  <a:lnTo>
                    <a:pt x="173" y="649"/>
                  </a:lnTo>
                  <a:lnTo>
                    <a:pt x="190" y="659"/>
                  </a:lnTo>
                  <a:lnTo>
                    <a:pt x="207" y="667"/>
                  </a:lnTo>
                  <a:lnTo>
                    <a:pt x="225" y="674"/>
                  </a:lnTo>
                  <a:lnTo>
                    <a:pt x="242" y="681"/>
                  </a:lnTo>
                  <a:lnTo>
                    <a:pt x="261" y="686"/>
                  </a:lnTo>
                  <a:lnTo>
                    <a:pt x="279" y="691"/>
                  </a:lnTo>
                  <a:lnTo>
                    <a:pt x="298" y="694"/>
                  </a:lnTo>
                  <a:lnTo>
                    <a:pt x="317" y="697"/>
                  </a:lnTo>
                  <a:lnTo>
                    <a:pt x="336" y="699"/>
                  </a:lnTo>
                  <a:lnTo>
                    <a:pt x="355" y="699"/>
                  </a:lnTo>
                  <a:lnTo>
                    <a:pt x="375" y="699"/>
                  </a:lnTo>
                  <a:lnTo>
                    <a:pt x="394" y="697"/>
                  </a:lnTo>
                  <a:lnTo>
                    <a:pt x="413" y="694"/>
                  </a:lnTo>
                  <a:lnTo>
                    <a:pt x="432" y="691"/>
                  </a:lnTo>
                  <a:lnTo>
                    <a:pt x="450" y="686"/>
                  </a:lnTo>
                  <a:lnTo>
                    <a:pt x="468" y="681"/>
                  </a:lnTo>
                  <a:lnTo>
                    <a:pt x="486" y="674"/>
                  </a:lnTo>
                  <a:lnTo>
                    <a:pt x="504" y="667"/>
                  </a:lnTo>
                  <a:lnTo>
                    <a:pt x="521" y="659"/>
                  </a:lnTo>
                  <a:lnTo>
                    <a:pt x="536" y="649"/>
                  </a:lnTo>
                  <a:lnTo>
                    <a:pt x="553" y="640"/>
                  </a:lnTo>
                  <a:lnTo>
                    <a:pt x="568" y="629"/>
                  </a:lnTo>
                  <a:lnTo>
                    <a:pt x="584" y="618"/>
                  </a:lnTo>
                  <a:lnTo>
                    <a:pt x="597" y="604"/>
                  </a:lnTo>
                  <a:lnTo>
                    <a:pt x="611" y="592"/>
                  </a:lnTo>
                  <a:lnTo>
                    <a:pt x="624" y="578"/>
                  </a:lnTo>
                  <a:lnTo>
                    <a:pt x="643" y="553"/>
                  </a:lnTo>
                  <a:lnTo>
                    <a:pt x="661" y="527"/>
                  </a:lnTo>
                  <a:lnTo>
                    <a:pt x="676" y="500"/>
                  </a:lnTo>
                  <a:lnTo>
                    <a:pt x="688" y="472"/>
                  </a:lnTo>
                  <a:lnTo>
                    <a:pt x="698" y="443"/>
                  </a:lnTo>
                  <a:lnTo>
                    <a:pt x="705" y="412"/>
                  </a:lnTo>
                  <a:lnTo>
                    <a:pt x="710" y="382"/>
                  </a:lnTo>
                  <a:lnTo>
                    <a:pt x="711" y="351"/>
                  </a:lnTo>
                  <a:lnTo>
                    <a:pt x="710" y="331"/>
                  </a:lnTo>
                  <a:lnTo>
                    <a:pt x="708" y="311"/>
                  </a:lnTo>
                  <a:lnTo>
                    <a:pt x="705" y="292"/>
                  </a:lnTo>
                  <a:lnTo>
                    <a:pt x="702" y="273"/>
                  </a:lnTo>
                  <a:lnTo>
                    <a:pt x="697" y="254"/>
                  </a:lnTo>
                  <a:lnTo>
                    <a:pt x="690" y="236"/>
                  </a:lnTo>
                  <a:lnTo>
                    <a:pt x="684" y="218"/>
                  </a:lnTo>
                  <a:lnTo>
                    <a:pt x="676" y="200"/>
                  </a:lnTo>
                  <a:lnTo>
                    <a:pt x="653" y="209"/>
                  </a:lnTo>
                  <a:close/>
                </a:path>
              </a:pathLst>
            </a:custGeom>
            <a:solidFill>
              <a:srgbClr val="FFFFFF"/>
            </a:solidFill>
            <a:ln w="9525">
              <a:noFill/>
              <a:round/>
              <a:headEnd/>
              <a:tailEnd/>
            </a:ln>
          </p:spPr>
          <p:txBody>
            <a:bodyPr/>
            <a:lstStyle/>
            <a:p>
              <a:endParaRPr lang="de-DE"/>
            </a:p>
          </p:txBody>
        </p:sp>
        <p:sp>
          <p:nvSpPr>
            <p:cNvPr id="140" name="Freeform 131"/>
            <p:cNvSpPr>
              <a:spLocks/>
            </p:cNvSpPr>
            <p:nvPr/>
          </p:nvSpPr>
          <p:spPr bwMode="auto">
            <a:xfrm>
              <a:off x="4095" y="2492"/>
              <a:ext cx="230" cy="223"/>
            </a:xfrm>
            <a:custGeom>
              <a:avLst/>
              <a:gdLst>
                <a:gd name="T0" fmla="*/ 690 w 690"/>
                <a:gd name="T1" fmla="*/ 323 h 671"/>
                <a:gd name="T2" fmla="*/ 359 w 690"/>
                <a:gd name="T3" fmla="*/ 137 h 671"/>
                <a:gd name="T4" fmla="*/ 414 w 690"/>
                <a:gd name="T5" fmla="*/ 129 h 671"/>
                <a:gd name="T6" fmla="*/ 462 w 690"/>
                <a:gd name="T7" fmla="*/ 111 h 671"/>
                <a:gd name="T8" fmla="*/ 500 w 690"/>
                <a:gd name="T9" fmla="*/ 85 h 671"/>
                <a:gd name="T10" fmla="*/ 526 w 690"/>
                <a:gd name="T11" fmla="*/ 52 h 671"/>
                <a:gd name="T12" fmla="*/ 497 w 690"/>
                <a:gd name="T13" fmla="*/ 53 h 671"/>
                <a:gd name="T14" fmla="*/ 468 w 690"/>
                <a:gd name="T15" fmla="*/ 77 h 671"/>
                <a:gd name="T16" fmla="*/ 430 w 690"/>
                <a:gd name="T17" fmla="*/ 96 h 671"/>
                <a:gd name="T18" fmla="*/ 383 w 690"/>
                <a:gd name="T19" fmla="*/ 108 h 671"/>
                <a:gd name="T20" fmla="*/ 359 w 690"/>
                <a:gd name="T21" fmla="*/ 0 h 671"/>
                <a:gd name="T22" fmla="*/ 335 w 690"/>
                <a:gd name="T23" fmla="*/ 110 h 671"/>
                <a:gd name="T24" fmla="*/ 287 w 690"/>
                <a:gd name="T25" fmla="*/ 103 h 671"/>
                <a:gd name="T26" fmla="*/ 244 w 690"/>
                <a:gd name="T27" fmla="*/ 87 h 671"/>
                <a:gd name="T28" fmla="*/ 210 w 690"/>
                <a:gd name="T29" fmla="*/ 65 h 671"/>
                <a:gd name="T30" fmla="*/ 188 w 690"/>
                <a:gd name="T31" fmla="*/ 37 h 671"/>
                <a:gd name="T32" fmla="*/ 180 w 690"/>
                <a:gd name="T33" fmla="*/ 68 h 671"/>
                <a:gd name="T34" fmla="*/ 211 w 690"/>
                <a:gd name="T35" fmla="*/ 99 h 671"/>
                <a:gd name="T36" fmla="*/ 255 w 690"/>
                <a:gd name="T37" fmla="*/ 121 h 671"/>
                <a:gd name="T38" fmla="*/ 307 w 690"/>
                <a:gd name="T39" fmla="*/ 135 h 671"/>
                <a:gd name="T40" fmla="*/ 335 w 690"/>
                <a:gd name="T41" fmla="*/ 323 h 671"/>
                <a:gd name="T42" fmla="*/ 0 w 690"/>
                <a:gd name="T43" fmla="*/ 350 h 671"/>
                <a:gd name="T44" fmla="*/ 335 w 690"/>
                <a:gd name="T45" fmla="*/ 543 h 671"/>
                <a:gd name="T46" fmla="*/ 284 w 690"/>
                <a:gd name="T47" fmla="*/ 550 h 671"/>
                <a:gd name="T48" fmla="*/ 240 w 690"/>
                <a:gd name="T49" fmla="*/ 566 h 671"/>
                <a:gd name="T50" fmla="*/ 201 w 690"/>
                <a:gd name="T51" fmla="*/ 588 h 671"/>
                <a:gd name="T52" fmla="*/ 174 w 690"/>
                <a:gd name="T53" fmla="*/ 619 h 671"/>
                <a:gd name="T54" fmla="*/ 204 w 690"/>
                <a:gd name="T55" fmla="*/ 621 h 671"/>
                <a:gd name="T56" fmla="*/ 233 w 690"/>
                <a:gd name="T57" fmla="*/ 598 h 671"/>
                <a:gd name="T58" fmla="*/ 270 w 690"/>
                <a:gd name="T59" fmla="*/ 581 h 671"/>
                <a:gd name="T60" fmla="*/ 313 w 690"/>
                <a:gd name="T61" fmla="*/ 571 h 671"/>
                <a:gd name="T62" fmla="*/ 335 w 690"/>
                <a:gd name="T63" fmla="*/ 671 h 671"/>
                <a:gd name="T64" fmla="*/ 359 w 690"/>
                <a:gd name="T65" fmla="*/ 569 h 671"/>
                <a:gd name="T66" fmla="*/ 405 w 690"/>
                <a:gd name="T67" fmla="*/ 576 h 671"/>
                <a:gd name="T68" fmla="*/ 446 w 690"/>
                <a:gd name="T69" fmla="*/ 589 h 671"/>
                <a:gd name="T70" fmla="*/ 480 w 690"/>
                <a:gd name="T71" fmla="*/ 610 h 671"/>
                <a:gd name="T72" fmla="*/ 504 w 690"/>
                <a:gd name="T73" fmla="*/ 635 h 671"/>
                <a:gd name="T74" fmla="*/ 510 w 690"/>
                <a:gd name="T75" fmla="*/ 605 h 671"/>
                <a:gd name="T76" fmla="*/ 477 w 690"/>
                <a:gd name="T77" fmla="*/ 577 h 671"/>
                <a:gd name="T78" fmla="*/ 435 w 690"/>
                <a:gd name="T79" fmla="*/ 557 h 671"/>
                <a:gd name="T80" fmla="*/ 386 w 690"/>
                <a:gd name="T81" fmla="*/ 546 h 671"/>
                <a:gd name="T82" fmla="*/ 359 w 690"/>
                <a:gd name="T83" fmla="*/ 350 h 67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0"/>
                <a:gd name="T127" fmla="*/ 0 h 671"/>
                <a:gd name="T128" fmla="*/ 690 w 690"/>
                <a:gd name="T129" fmla="*/ 671 h 67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0" h="671">
                  <a:moveTo>
                    <a:pt x="690" y="350"/>
                  </a:moveTo>
                  <a:lnTo>
                    <a:pt x="690" y="323"/>
                  </a:lnTo>
                  <a:lnTo>
                    <a:pt x="359" y="323"/>
                  </a:lnTo>
                  <a:lnTo>
                    <a:pt x="359" y="137"/>
                  </a:lnTo>
                  <a:lnTo>
                    <a:pt x="387" y="135"/>
                  </a:lnTo>
                  <a:lnTo>
                    <a:pt x="414" y="129"/>
                  </a:lnTo>
                  <a:lnTo>
                    <a:pt x="438" y="121"/>
                  </a:lnTo>
                  <a:lnTo>
                    <a:pt x="462" y="111"/>
                  </a:lnTo>
                  <a:lnTo>
                    <a:pt x="482" y="100"/>
                  </a:lnTo>
                  <a:lnTo>
                    <a:pt x="500" y="85"/>
                  </a:lnTo>
                  <a:lnTo>
                    <a:pt x="515" y="70"/>
                  </a:lnTo>
                  <a:lnTo>
                    <a:pt x="526" y="52"/>
                  </a:lnTo>
                  <a:lnTo>
                    <a:pt x="506" y="38"/>
                  </a:lnTo>
                  <a:lnTo>
                    <a:pt x="497" y="53"/>
                  </a:lnTo>
                  <a:lnTo>
                    <a:pt x="483" y="66"/>
                  </a:lnTo>
                  <a:lnTo>
                    <a:pt x="468" y="77"/>
                  </a:lnTo>
                  <a:lnTo>
                    <a:pt x="450" y="87"/>
                  </a:lnTo>
                  <a:lnTo>
                    <a:pt x="430" y="96"/>
                  </a:lnTo>
                  <a:lnTo>
                    <a:pt x="407" y="103"/>
                  </a:lnTo>
                  <a:lnTo>
                    <a:pt x="383" y="108"/>
                  </a:lnTo>
                  <a:lnTo>
                    <a:pt x="359" y="110"/>
                  </a:lnTo>
                  <a:lnTo>
                    <a:pt x="359" y="0"/>
                  </a:lnTo>
                  <a:lnTo>
                    <a:pt x="335" y="0"/>
                  </a:lnTo>
                  <a:lnTo>
                    <a:pt x="335" y="110"/>
                  </a:lnTo>
                  <a:lnTo>
                    <a:pt x="310" y="108"/>
                  </a:lnTo>
                  <a:lnTo>
                    <a:pt x="287" y="103"/>
                  </a:lnTo>
                  <a:lnTo>
                    <a:pt x="264" y="96"/>
                  </a:lnTo>
                  <a:lnTo>
                    <a:pt x="244" y="87"/>
                  </a:lnTo>
                  <a:lnTo>
                    <a:pt x="226" y="77"/>
                  </a:lnTo>
                  <a:lnTo>
                    <a:pt x="210" y="65"/>
                  </a:lnTo>
                  <a:lnTo>
                    <a:pt x="197" y="52"/>
                  </a:lnTo>
                  <a:lnTo>
                    <a:pt x="188" y="37"/>
                  </a:lnTo>
                  <a:lnTo>
                    <a:pt x="169" y="50"/>
                  </a:lnTo>
                  <a:lnTo>
                    <a:pt x="180" y="68"/>
                  </a:lnTo>
                  <a:lnTo>
                    <a:pt x="193" y="84"/>
                  </a:lnTo>
                  <a:lnTo>
                    <a:pt x="211" y="99"/>
                  </a:lnTo>
                  <a:lnTo>
                    <a:pt x="232" y="111"/>
                  </a:lnTo>
                  <a:lnTo>
                    <a:pt x="255" y="121"/>
                  </a:lnTo>
                  <a:lnTo>
                    <a:pt x="280" y="129"/>
                  </a:lnTo>
                  <a:lnTo>
                    <a:pt x="307" y="135"/>
                  </a:lnTo>
                  <a:lnTo>
                    <a:pt x="335" y="137"/>
                  </a:lnTo>
                  <a:lnTo>
                    <a:pt x="335" y="323"/>
                  </a:lnTo>
                  <a:lnTo>
                    <a:pt x="0" y="323"/>
                  </a:lnTo>
                  <a:lnTo>
                    <a:pt x="0" y="350"/>
                  </a:lnTo>
                  <a:lnTo>
                    <a:pt x="335" y="350"/>
                  </a:lnTo>
                  <a:lnTo>
                    <a:pt x="335" y="543"/>
                  </a:lnTo>
                  <a:lnTo>
                    <a:pt x="309" y="546"/>
                  </a:lnTo>
                  <a:lnTo>
                    <a:pt x="284" y="550"/>
                  </a:lnTo>
                  <a:lnTo>
                    <a:pt x="261" y="557"/>
                  </a:lnTo>
                  <a:lnTo>
                    <a:pt x="240" y="566"/>
                  </a:lnTo>
                  <a:lnTo>
                    <a:pt x="219" y="576"/>
                  </a:lnTo>
                  <a:lnTo>
                    <a:pt x="201" y="588"/>
                  </a:lnTo>
                  <a:lnTo>
                    <a:pt x="187" y="603"/>
                  </a:lnTo>
                  <a:lnTo>
                    <a:pt x="174" y="619"/>
                  </a:lnTo>
                  <a:lnTo>
                    <a:pt x="193" y="634"/>
                  </a:lnTo>
                  <a:lnTo>
                    <a:pt x="204" y="621"/>
                  </a:lnTo>
                  <a:lnTo>
                    <a:pt x="217" y="608"/>
                  </a:lnTo>
                  <a:lnTo>
                    <a:pt x="233" y="598"/>
                  </a:lnTo>
                  <a:lnTo>
                    <a:pt x="250" y="589"/>
                  </a:lnTo>
                  <a:lnTo>
                    <a:pt x="270" y="581"/>
                  </a:lnTo>
                  <a:lnTo>
                    <a:pt x="290" y="576"/>
                  </a:lnTo>
                  <a:lnTo>
                    <a:pt x="313" y="571"/>
                  </a:lnTo>
                  <a:lnTo>
                    <a:pt x="335" y="569"/>
                  </a:lnTo>
                  <a:lnTo>
                    <a:pt x="335" y="671"/>
                  </a:lnTo>
                  <a:lnTo>
                    <a:pt x="359" y="671"/>
                  </a:lnTo>
                  <a:lnTo>
                    <a:pt x="359" y="569"/>
                  </a:lnTo>
                  <a:lnTo>
                    <a:pt x="382" y="571"/>
                  </a:lnTo>
                  <a:lnTo>
                    <a:pt x="405" y="576"/>
                  </a:lnTo>
                  <a:lnTo>
                    <a:pt x="426" y="581"/>
                  </a:lnTo>
                  <a:lnTo>
                    <a:pt x="446" y="589"/>
                  </a:lnTo>
                  <a:lnTo>
                    <a:pt x="464" y="599"/>
                  </a:lnTo>
                  <a:lnTo>
                    <a:pt x="480" y="610"/>
                  </a:lnTo>
                  <a:lnTo>
                    <a:pt x="494" y="622"/>
                  </a:lnTo>
                  <a:lnTo>
                    <a:pt x="504" y="635"/>
                  </a:lnTo>
                  <a:lnTo>
                    <a:pt x="522" y="621"/>
                  </a:lnTo>
                  <a:lnTo>
                    <a:pt x="510" y="605"/>
                  </a:lnTo>
                  <a:lnTo>
                    <a:pt x="495" y="590"/>
                  </a:lnTo>
                  <a:lnTo>
                    <a:pt x="477" y="577"/>
                  </a:lnTo>
                  <a:lnTo>
                    <a:pt x="458" y="566"/>
                  </a:lnTo>
                  <a:lnTo>
                    <a:pt x="435" y="557"/>
                  </a:lnTo>
                  <a:lnTo>
                    <a:pt x="410" y="550"/>
                  </a:lnTo>
                  <a:lnTo>
                    <a:pt x="386" y="546"/>
                  </a:lnTo>
                  <a:lnTo>
                    <a:pt x="359" y="543"/>
                  </a:lnTo>
                  <a:lnTo>
                    <a:pt x="359" y="350"/>
                  </a:lnTo>
                  <a:lnTo>
                    <a:pt x="690" y="350"/>
                  </a:lnTo>
                  <a:close/>
                </a:path>
              </a:pathLst>
            </a:custGeom>
            <a:solidFill>
              <a:srgbClr val="FFFFFF"/>
            </a:solidFill>
            <a:ln w="9525">
              <a:noFill/>
              <a:round/>
              <a:headEnd/>
              <a:tailEnd/>
            </a:ln>
          </p:spPr>
          <p:txBody>
            <a:bodyPr/>
            <a:lstStyle/>
            <a:p>
              <a:endParaRPr lang="de-DE"/>
            </a:p>
          </p:txBody>
        </p:sp>
        <p:sp>
          <p:nvSpPr>
            <p:cNvPr id="141" name="Freeform 132"/>
            <p:cNvSpPr>
              <a:spLocks/>
            </p:cNvSpPr>
            <p:nvPr/>
          </p:nvSpPr>
          <p:spPr bwMode="auto">
            <a:xfrm>
              <a:off x="4264" y="2552"/>
              <a:ext cx="9" cy="10"/>
            </a:xfrm>
            <a:custGeom>
              <a:avLst/>
              <a:gdLst>
                <a:gd name="T0" fmla="*/ 4 w 26"/>
                <a:gd name="T1" fmla="*/ 28 h 28"/>
                <a:gd name="T2" fmla="*/ 26 w 26"/>
                <a:gd name="T3" fmla="*/ 22 h 28"/>
                <a:gd name="T4" fmla="*/ 25 w 26"/>
                <a:gd name="T5" fmla="*/ 17 h 28"/>
                <a:gd name="T6" fmla="*/ 24 w 26"/>
                <a:gd name="T7" fmla="*/ 11 h 28"/>
                <a:gd name="T8" fmla="*/ 22 w 26"/>
                <a:gd name="T9" fmla="*/ 5 h 28"/>
                <a:gd name="T10" fmla="*/ 20 w 26"/>
                <a:gd name="T11" fmla="*/ 0 h 28"/>
                <a:gd name="T12" fmla="*/ 0 w 26"/>
                <a:gd name="T13" fmla="*/ 12 h 28"/>
                <a:gd name="T14" fmla="*/ 1 w 26"/>
                <a:gd name="T15" fmla="*/ 17 h 28"/>
                <a:gd name="T16" fmla="*/ 2 w 26"/>
                <a:gd name="T17" fmla="*/ 20 h 28"/>
                <a:gd name="T18" fmla="*/ 2 w 26"/>
                <a:gd name="T19" fmla="*/ 25 h 28"/>
                <a:gd name="T20" fmla="*/ 4 w 26"/>
                <a:gd name="T21" fmla="*/ 28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8"/>
                <a:gd name="T35" fmla="*/ 26 w 26"/>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8">
                  <a:moveTo>
                    <a:pt x="4" y="28"/>
                  </a:moveTo>
                  <a:lnTo>
                    <a:pt x="26" y="22"/>
                  </a:lnTo>
                  <a:lnTo>
                    <a:pt x="25" y="17"/>
                  </a:lnTo>
                  <a:lnTo>
                    <a:pt x="24" y="11"/>
                  </a:lnTo>
                  <a:lnTo>
                    <a:pt x="22" y="5"/>
                  </a:lnTo>
                  <a:lnTo>
                    <a:pt x="20" y="0"/>
                  </a:lnTo>
                  <a:lnTo>
                    <a:pt x="0" y="12"/>
                  </a:lnTo>
                  <a:lnTo>
                    <a:pt x="1" y="17"/>
                  </a:lnTo>
                  <a:lnTo>
                    <a:pt x="2" y="20"/>
                  </a:lnTo>
                  <a:lnTo>
                    <a:pt x="2" y="25"/>
                  </a:lnTo>
                  <a:lnTo>
                    <a:pt x="4" y="28"/>
                  </a:lnTo>
                  <a:close/>
                </a:path>
              </a:pathLst>
            </a:custGeom>
            <a:solidFill>
              <a:srgbClr val="FFFFFF"/>
            </a:solidFill>
            <a:ln w="9525">
              <a:noFill/>
              <a:round/>
              <a:headEnd/>
              <a:tailEnd/>
            </a:ln>
          </p:spPr>
          <p:txBody>
            <a:bodyPr/>
            <a:lstStyle/>
            <a:p>
              <a:endParaRPr lang="de-DE"/>
            </a:p>
          </p:txBody>
        </p:sp>
        <p:sp>
          <p:nvSpPr>
            <p:cNvPr id="142" name="Freeform 133"/>
            <p:cNvSpPr>
              <a:spLocks/>
            </p:cNvSpPr>
            <p:nvPr/>
          </p:nvSpPr>
          <p:spPr bwMode="auto">
            <a:xfrm>
              <a:off x="4143" y="2487"/>
              <a:ext cx="135" cy="233"/>
            </a:xfrm>
            <a:custGeom>
              <a:avLst/>
              <a:gdLst>
                <a:gd name="T0" fmla="*/ 378 w 404"/>
                <a:gd name="T1" fmla="*/ 286 h 699"/>
                <a:gd name="T2" fmla="*/ 378 w 404"/>
                <a:gd name="T3" fmla="*/ 415 h 699"/>
                <a:gd name="T4" fmla="*/ 328 w 404"/>
                <a:gd name="T5" fmla="*/ 578 h 699"/>
                <a:gd name="T6" fmla="*/ 238 w 404"/>
                <a:gd name="T7" fmla="*/ 665 h 699"/>
                <a:gd name="T8" fmla="*/ 178 w 404"/>
                <a:gd name="T9" fmla="*/ 668 h 699"/>
                <a:gd name="T10" fmla="*/ 141 w 404"/>
                <a:gd name="T11" fmla="*/ 653 h 699"/>
                <a:gd name="T12" fmla="*/ 107 w 404"/>
                <a:gd name="T13" fmla="*/ 622 h 699"/>
                <a:gd name="T14" fmla="*/ 57 w 404"/>
                <a:gd name="T15" fmla="*/ 539 h 699"/>
                <a:gd name="T16" fmla="*/ 29 w 404"/>
                <a:gd name="T17" fmla="*/ 432 h 699"/>
                <a:gd name="T18" fmla="*/ 25 w 404"/>
                <a:gd name="T19" fmla="*/ 309 h 699"/>
                <a:gd name="T20" fmla="*/ 45 w 404"/>
                <a:gd name="T21" fmla="*/ 195 h 699"/>
                <a:gd name="T22" fmla="*/ 88 w 404"/>
                <a:gd name="T23" fmla="*/ 103 h 699"/>
                <a:gd name="T24" fmla="*/ 129 w 404"/>
                <a:gd name="T25" fmla="*/ 55 h 699"/>
                <a:gd name="T26" fmla="*/ 165 w 404"/>
                <a:gd name="T27" fmla="*/ 34 h 699"/>
                <a:gd name="T28" fmla="*/ 202 w 404"/>
                <a:gd name="T29" fmla="*/ 27 h 699"/>
                <a:gd name="T30" fmla="*/ 240 w 404"/>
                <a:gd name="T31" fmla="*/ 34 h 699"/>
                <a:gd name="T32" fmla="*/ 276 w 404"/>
                <a:gd name="T33" fmla="*/ 55 h 699"/>
                <a:gd name="T34" fmla="*/ 307 w 404"/>
                <a:gd name="T35" fmla="*/ 90 h 699"/>
                <a:gd name="T36" fmla="*/ 335 w 404"/>
                <a:gd name="T37" fmla="*/ 135 h 699"/>
                <a:gd name="T38" fmla="*/ 358 w 404"/>
                <a:gd name="T39" fmla="*/ 189 h 699"/>
                <a:gd name="T40" fmla="*/ 377 w 404"/>
                <a:gd name="T41" fmla="*/ 176 h 699"/>
                <a:gd name="T42" fmla="*/ 354 w 404"/>
                <a:gd name="T43" fmla="*/ 119 h 699"/>
                <a:gd name="T44" fmla="*/ 325 w 404"/>
                <a:gd name="T45" fmla="*/ 72 h 699"/>
                <a:gd name="T46" fmla="*/ 288 w 404"/>
                <a:gd name="T47" fmla="*/ 34 h 699"/>
                <a:gd name="T48" fmla="*/ 246 w 404"/>
                <a:gd name="T49" fmla="*/ 8 h 699"/>
                <a:gd name="T50" fmla="*/ 202 w 404"/>
                <a:gd name="T51" fmla="*/ 0 h 699"/>
                <a:gd name="T52" fmla="*/ 143 w 404"/>
                <a:gd name="T53" fmla="*/ 16 h 699"/>
                <a:gd name="T54" fmla="*/ 90 w 404"/>
                <a:gd name="T55" fmla="*/ 60 h 699"/>
                <a:gd name="T56" fmla="*/ 46 w 404"/>
                <a:gd name="T57" fmla="*/ 128 h 699"/>
                <a:gd name="T58" fmla="*/ 16 w 404"/>
                <a:gd name="T59" fmla="*/ 215 h 699"/>
                <a:gd name="T60" fmla="*/ 1 w 404"/>
                <a:gd name="T61" fmla="*/ 315 h 699"/>
                <a:gd name="T62" fmla="*/ 6 w 404"/>
                <a:gd name="T63" fmla="*/ 437 h 699"/>
                <a:gd name="T64" fmla="*/ 37 w 404"/>
                <a:gd name="T65" fmla="*/ 552 h 699"/>
                <a:gd name="T66" fmla="*/ 90 w 404"/>
                <a:gd name="T67" fmla="*/ 642 h 699"/>
                <a:gd name="T68" fmla="*/ 129 w 404"/>
                <a:gd name="T69" fmla="*/ 676 h 699"/>
                <a:gd name="T70" fmla="*/ 172 w 404"/>
                <a:gd name="T71" fmla="*/ 695 h 699"/>
                <a:gd name="T72" fmla="*/ 217 w 404"/>
                <a:gd name="T73" fmla="*/ 698 h 699"/>
                <a:gd name="T74" fmla="*/ 261 w 404"/>
                <a:gd name="T75" fmla="*/ 684 h 699"/>
                <a:gd name="T76" fmla="*/ 301 w 404"/>
                <a:gd name="T77" fmla="*/ 655 h 699"/>
                <a:gd name="T78" fmla="*/ 352 w 404"/>
                <a:gd name="T79" fmla="*/ 585 h 699"/>
                <a:gd name="T80" fmla="*/ 390 w 404"/>
                <a:gd name="T81" fmla="*/ 478 h 699"/>
                <a:gd name="T82" fmla="*/ 404 w 404"/>
                <a:gd name="T83" fmla="*/ 351 h 699"/>
                <a:gd name="T84" fmla="*/ 396 w 404"/>
                <a:gd name="T85" fmla="*/ 250 h 6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04"/>
                <a:gd name="T130" fmla="*/ 0 h 699"/>
                <a:gd name="T131" fmla="*/ 404 w 404"/>
                <a:gd name="T132" fmla="*/ 699 h 6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04" h="699">
                  <a:moveTo>
                    <a:pt x="367" y="224"/>
                  </a:moveTo>
                  <a:lnTo>
                    <a:pt x="372" y="254"/>
                  </a:lnTo>
                  <a:lnTo>
                    <a:pt x="378" y="286"/>
                  </a:lnTo>
                  <a:lnTo>
                    <a:pt x="380" y="317"/>
                  </a:lnTo>
                  <a:lnTo>
                    <a:pt x="381" y="351"/>
                  </a:lnTo>
                  <a:lnTo>
                    <a:pt x="378" y="415"/>
                  </a:lnTo>
                  <a:lnTo>
                    <a:pt x="367" y="475"/>
                  </a:lnTo>
                  <a:lnTo>
                    <a:pt x="351" y="529"/>
                  </a:lnTo>
                  <a:lnTo>
                    <a:pt x="328" y="578"/>
                  </a:lnTo>
                  <a:lnTo>
                    <a:pt x="302" y="617"/>
                  </a:lnTo>
                  <a:lnTo>
                    <a:pt x="272" y="646"/>
                  </a:lnTo>
                  <a:lnTo>
                    <a:pt x="238" y="665"/>
                  </a:lnTo>
                  <a:lnTo>
                    <a:pt x="202" y="672"/>
                  </a:lnTo>
                  <a:lnTo>
                    <a:pt x="190" y="671"/>
                  </a:lnTo>
                  <a:lnTo>
                    <a:pt x="178" y="668"/>
                  </a:lnTo>
                  <a:lnTo>
                    <a:pt x="165" y="665"/>
                  </a:lnTo>
                  <a:lnTo>
                    <a:pt x="153" y="659"/>
                  </a:lnTo>
                  <a:lnTo>
                    <a:pt x="141" y="653"/>
                  </a:lnTo>
                  <a:lnTo>
                    <a:pt x="129" y="644"/>
                  </a:lnTo>
                  <a:lnTo>
                    <a:pt x="118" y="634"/>
                  </a:lnTo>
                  <a:lnTo>
                    <a:pt x="107" y="622"/>
                  </a:lnTo>
                  <a:lnTo>
                    <a:pt x="88" y="598"/>
                  </a:lnTo>
                  <a:lnTo>
                    <a:pt x="72" y="571"/>
                  </a:lnTo>
                  <a:lnTo>
                    <a:pt x="57" y="539"/>
                  </a:lnTo>
                  <a:lnTo>
                    <a:pt x="45" y="506"/>
                  </a:lnTo>
                  <a:lnTo>
                    <a:pt x="36" y="470"/>
                  </a:lnTo>
                  <a:lnTo>
                    <a:pt x="29" y="432"/>
                  </a:lnTo>
                  <a:lnTo>
                    <a:pt x="25" y="392"/>
                  </a:lnTo>
                  <a:lnTo>
                    <a:pt x="24" y="351"/>
                  </a:lnTo>
                  <a:lnTo>
                    <a:pt x="25" y="309"/>
                  </a:lnTo>
                  <a:lnTo>
                    <a:pt x="29" y="270"/>
                  </a:lnTo>
                  <a:lnTo>
                    <a:pt x="36" y="232"/>
                  </a:lnTo>
                  <a:lnTo>
                    <a:pt x="45" y="195"/>
                  </a:lnTo>
                  <a:lnTo>
                    <a:pt x="57" y="161"/>
                  </a:lnTo>
                  <a:lnTo>
                    <a:pt x="72" y="130"/>
                  </a:lnTo>
                  <a:lnTo>
                    <a:pt x="88" y="103"/>
                  </a:lnTo>
                  <a:lnTo>
                    <a:pt x="107" y="78"/>
                  </a:lnTo>
                  <a:lnTo>
                    <a:pt x="118" y="66"/>
                  </a:lnTo>
                  <a:lnTo>
                    <a:pt x="129" y="55"/>
                  </a:lnTo>
                  <a:lnTo>
                    <a:pt x="141" y="48"/>
                  </a:lnTo>
                  <a:lnTo>
                    <a:pt x="153" y="40"/>
                  </a:lnTo>
                  <a:lnTo>
                    <a:pt x="165" y="34"/>
                  </a:lnTo>
                  <a:lnTo>
                    <a:pt x="178" y="31"/>
                  </a:lnTo>
                  <a:lnTo>
                    <a:pt x="190" y="29"/>
                  </a:lnTo>
                  <a:lnTo>
                    <a:pt x="202" y="27"/>
                  </a:lnTo>
                  <a:lnTo>
                    <a:pt x="215" y="29"/>
                  </a:lnTo>
                  <a:lnTo>
                    <a:pt x="227" y="31"/>
                  </a:lnTo>
                  <a:lnTo>
                    <a:pt x="240" y="34"/>
                  </a:lnTo>
                  <a:lnTo>
                    <a:pt x="252" y="40"/>
                  </a:lnTo>
                  <a:lnTo>
                    <a:pt x="263" y="48"/>
                  </a:lnTo>
                  <a:lnTo>
                    <a:pt x="276" y="55"/>
                  </a:lnTo>
                  <a:lnTo>
                    <a:pt x="286" y="66"/>
                  </a:lnTo>
                  <a:lnTo>
                    <a:pt x="297" y="78"/>
                  </a:lnTo>
                  <a:lnTo>
                    <a:pt x="307" y="90"/>
                  </a:lnTo>
                  <a:lnTo>
                    <a:pt x="317" y="105"/>
                  </a:lnTo>
                  <a:lnTo>
                    <a:pt x="327" y="119"/>
                  </a:lnTo>
                  <a:lnTo>
                    <a:pt x="335" y="135"/>
                  </a:lnTo>
                  <a:lnTo>
                    <a:pt x="343" y="152"/>
                  </a:lnTo>
                  <a:lnTo>
                    <a:pt x="351" y="170"/>
                  </a:lnTo>
                  <a:lnTo>
                    <a:pt x="358" y="189"/>
                  </a:lnTo>
                  <a:lnTo>
                    <a:pt x="363" y="208"/>
                  </a:lnTo>
                  <a:lnTo>
                    <a:pt x="383" y="196"/>
                  </a:lnTo>
                  <a:lnTo>
                    <a:pt x="377" y="176"/>
                  </a:lnTo>
                  <a:lnTo>
                    <a:pt x="370" y="157"/>
                  </a:lnTo>
                  <a:lnTo>
                    <a:pt x="362" y="137"/>
                  </a:lnTo>
                  <a:lnTo>
                    <a:pt x="354" y="119"/>
                  </a:lnTo>
                  <a:lnTo>
                    <a:pt x="345" y="103"/>
                  </a:lnTo>
                  <a:lnTo>
                    <a:pt x="335" y="87"/>
                  </a:lnTo>
                  <a:lnTo>
                    <a:pt x="325" y="72"/>
                  </a:lnTo>
                  <a:lnTo>
                    <a:pt x="314" y="59"/>
                  </a:lnTo>
                  <a:lnTo>
                    <a:pt x="301" y="45"/>
                  </a:lnTo>
                  <a:lnTo>
                    <a:pt x="288" y="34"/>
                  </a:lnTo>
                  <a:lnTo>
                    <a:pt x="274" y="24"/>
                  </a:lnTo>
                  <a:lnTo>
                    <a:pt x="261" y="15"/>
                  </a:lnTo>
                  <a:lnTo>
                    <a:pt x="246" y="8"/>
                  </a:lnTo>
                  <a:lnTo>
                    <a:pt x="232" y="4"/>
                  </a:lnTo>
                  <a:lnTo>
                    <a:pt x="217" y="2"/>
                  </a:lnTo>
                  <a:lnTo>
                    <a:pt x="202" y="0"/>
                  </a:lnTo>
                  <a:lnTo>
                    <a:pt x="182" y="3"/>
                  </a:lnTo>
                  <a:lnTo>
                    <a:pt x="162" y="7"/>
                  </a:lnTo>
                  <a:lnTo>
                    <a:pt x="143" y="16"/>
                  </a:lnTo>
                  <a:lnTo>
                    <a:pt x="124" y="29"/>
                  </a:lnTo>
                  <a:lnTo>
                    <a:pt x="106" y="43"/>
                  </a:lnTo>
                  <a:lnTo>
                    <a:pt x="90" y="60"/>
                  </a:lnTo>
                  <a:lnTo>
                    <a:pt x="74" y="80"/>
                  </a:lnTo>
                  <a:lnTo>
                    <a:pt x="60" y="103"/>
                  </a:lnTo>
                  <a:lnTo>
                    <a:pt x="46" y="128"/>
                  </a:lnTo>
                  <a:lnTo>
                    <a:pt x="35" y="155"/>
                  </a:lnTo>
                  <a:lnTo>
                    <a:pt x="25" y="183"/>
                  </a:lnTo>
                  <a:lnTo>
                    <a:pt x="16" y="215"/>
                  </a:lnTo>
                  <a:lnTo>
                    <a:pt x="9" y="246"/>
                  </a:lnTo>
                  <a:lnTo>
                    <a:pt x="5" y="280"/>
                  </a:lnTo>
                  <a:lnTo>
                    <a:pt x="1" y="315"/>
                  </a:lnTo>
                  <a:lnTo>
                    <a:pt x="0" y="351"/>
                  </a:lnTo>
                  <a:lnTo>
                    <a:pt x="1" y="395"/>
                  </a:lnTo>
                  <a:lnTo>
                    <a:pt x="6" y="437"/>
                  </a:lnTo>
                  <a:lnTo>
                    <a:pt x="14" y="478"/>
                  </a:lnTo>
                  <a:lnTo>
                    <a:pt x="24" y="516"/>
                  </a:lnTo>
                  <a:lnTo>
                    <a:pt x="37" y="552"/>
                  </a:lnTo>
                  <a:lnTo>
                    <a:pt x="52" y="585"/>
                  </a:lnTo>
                  <a:lnTo>
                    <a:pt x="70" y="616"/>
                  </a:lnTo>
                  <a:lnTo>
                    <a:pt x="90" y="642"/>
                  </a:lnTo>
                  <a:lnTo>
                    <a:pt x="102" y="655"/>
                  </a:lnTo>
                  <a:lnTo>
                    <a:pt x="116" y="666"/>
                  </a:lnTo>
                  <a:lnTo>
                    <a:pt x="129" y="676"/>
                  </a:lnTo>
                  <a:lnTo>
                    <a:pt x="144" y="684"/>
                  </a:lnTo>
                  <a:lnTo>
                    <a:pt x="157" y="691"/>
                  </a:lnTo>
                  <a:lnTo>
                    <a:pt x="172" y="695"/>
                  </a:lnTo>
                  <a:lnTo>
                    <a:pt x="188" y="698"/>
                  </a:lnTo>
                  <a:lnTo>
                    <a:pt x="202" y="699"/>
                  </a:lnTo>
                  <a:lnTo>
                    <a:pt x="217" y="698"/>
                  </a:lnTo>
                  <a:lnTo>
                    <a:pt x="232" y="695"/>
                  </a:lnTo>
                  <a:lnTo>
                    <a:pt x="246" y="691"/>
                  </a:lnTo>
                  <a:lnTo>
                    <a:pt x="261" y="684"/>
                  </a:lnTo>
                  <a:lnTo>
                    <a:pt x="274" y="676"/>
                  </a:lnTo>
                  <a:lnTo>
                    <a:pt x="288" y="666"/>
                  </a:lnTo>
                  <a:lnTo>
                    <a:pt x="301" y="655"/>
                  </a:lnTo>
                  <a:lnTo>
                    <a:pt x="314" y="642"/>
                  </a:lnTo>
                  <a:lnTo>
                    <a:pt x="334" y="616"/>
                  </a:lnTo>
                  <a:lnTo>
                    <a:pt x="352" y="585"/>
                  </a:lnTo>
                  <a:lnTo>
                    <a:pt x="367" y="552"/>
                  </a:lnTo>
                  <a:lnTo>
                    <a:pt x="380" y="516"/>
                  </a:lnTo>
                  <a:lnTo>
                    <a:pt x="390" y="478"/>
                  </a:lnTo>
                  <a:lnTo>
                    <a:pt x="398" y="437"/>
                  </a:lnTo>
                  <a:lnTo>
                    <a:pt x="403" y="395"/>
                  </a:lnTo>
                  <a:lnTo>
                    <a:pt x="404" y="351"/>
                  </a:lnTo>
                  <a:lnTo>
                    <a:pt x="403" y="316"/>
                  </a:lnTo>
                  <a:lnTo>
                    <a:pt x="400" y="282"/>
                  </a:lnTo>
                  <a:lnTo>
                    <a:pt x="396" y="250"/>
                  </a:lnTo>
                  <a:lnTo>
                    <a:pt x="389" y="218"/>
                  </a:lnTo>
                  <a:lnTo>
                    <a:pt x="367" y="224"/>
                  </a:lnTo>
                  <a:close/>
                </a:path>
              </a:pathLst>
            </a:custGeom>
            <a:solidFill>
              <a:srgbClr val="FFFFFF"/>
            </a:solidFill>
            <a:ln w="9525">
              <a:noFill/>
              <a:round/>
              <a:headEnd/>
              <a:tailEnd/>
            </a:ln>
          </p:spPr>
          <p:txBody>
            <a:bodyPr/>
            <a:lstStyle/>
            <a:p>
              <a:endParaRPr lang="de-DE"/>
            </a:p>
          </p:txBody>
        </p:sp>
      </p:grpSp>
      <p:sp>
        <p:nvSpPr>
          <p:cNvPr id="143" name="Textfeld 142"/>
          <p:cNvSpPr txBox="1"/>
          <p:nvPr/>
        </p:nvSpPr>
        <p:spPr>
          <a:xfrm>
            <a:off x="9625150" y="6190449"/>
            <a:ext cx="1891543"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Own illustration</a:t>
            </a:r>
          </a:p>
        </p:txBody>
      </p:sp>
    </p:spTree>
    <p:extLst>
      <p:ext uri="{BB962C8B-B14F-4D97-AF65-F5344CB8AC3E}">
        <p14:creationId xmlns:p14="http://schemas.microsoft.com/office/powerpoint/2010/main" val="407881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III. Transport Concept</a:t>
            </a:r>
            <a:r>
              <a:rPr lang="en-US" noProof="0" dirty="0"/>
              <a:t/>
            </a:r>
            <a:br>
              <a:rPr lang="en-US" noProof="0" dirty="0"/>
            </a:br>
            <a:r>
              <a:rPr lang="en-US" noProof="0" dirty="0"/>
              <a:t>Transport Hierarchy</a:t>
            </a:r>
          </a:p>
        </p:txBody>
      </p:sp>
      <p:sp>
        <p:nvSpPr>
          <p:cNvPr id="4" name="Abgerundetes Rechteck 3"/>
          <p:cNvSpPr/>
          <p:nvPr/>
        </p:nvSpPr>
        <p:spPr bwMode="gray">
          <a:xfrm>
            <a:off x="5193351" y="1613209"/>
            <a:ext cx="1806497" cy="691376"/>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Project</a:t>
            </a:r>
          </a:p>
        </p:txBody>
      </p:sp>
      <p:sp>
        <p:nvSpPr>
          <p:cNvPr id="10" name="Abgerundetes Rechteck 9"/>
          <p:cNvSpPr/>
          <p:nvPr/>
        </p:nvSpPr>
        <p:spPr bwMode="gray">
          <a:xfrm>
            <a:off x="2803273" y="2724614"/>
            <a:ext cx="1806497" cy="691376"/>
          </a:xfrm>
          <a:prstGeom prst="roundRect">
            <a:avLst/>
          </a:prstGeom>
          <a:solidFill>
            <a:schemeClr val="accent5"/>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Transport Request</a:t>
            </a:r>
          </a:p>
        </p:txBody>
      </p:sp>
      <p:sp>
        <p:nvSpPr>
          <p:cNvPr id="11" name="Abgerundetes Rechteck 10"/>
          <p:cNvSpPr/>
          <p:nvPr/>
        </p:nvSpPr>
        <p:spPr bwMode="gray">
          <a:xfrm>
            <a:off x="7668923" y="2724614"/>
            <a:ext cx="1806497" cy="691376"/>
          </a:xfrm>
          <a:prstGeom prst="roundRect">
            <a:avLst/>
          </a:prstGeom>
          <a:solidFill>
            <a:schemeClr val="accent5"/>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Transport Request</a:t>
            </a:r>
          </a:p>
        </p:txBody>
      </p:sp>
      <p:sp>
        <p:nvSpPr>
          <p:cNvPr id="13" name="Abgerundetes Rechteck 12"/>
          <p:cNvSpPr/>
          <p:nvPr/>
        </p:nvSpPr>
        <p:spPr bwMode="gray">
          <a:xfrm>
            <a:off x="1680716" y="3826726"/>
            <a:ext cx="1806497" cy="691376"/>
          </a:xfrm>
          <a:prstGeom prst="round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Task</a:t>
            </a:r>
            <a:r>
              <a:rPr kumimoji="0" lang="de-DE" sz="2000" b="0" i="0" u="none" strike="noStrike" kern="0" cap="none" spc="0" normalizeH="0" noProof="0" dirty="0">
                <a:ln>
                  <a:noFill/>
                </a:ln>
                <a:effectLst/>
                <a:uLnTx/>
                <a:uFillTx/>
                <a:ea typeface="Arial Unicode MS" pitchFamily="34" charset="-128"/>
                <a:cs typeface="Arial Unicode MS" pitchFamily="34" charset="-128"/>
              </a:rPr>
              <a:t> 1</a:t>
            </a:r>
            <a:endParaRPr kumimoji="0" lang="de-DE" sz="20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Abgerundetes Rechteck 13"/>
          <p:cNvSpPr/>
          <p:nvPr/>
        </p:nvSpPr>
        <p:spPr bwMode="gray">
          <a:xfrm>
            <a:off x="3676785" y="3836019"/>
            <a:ext cx="1806497" cy="691376"/>
          </a:xfrm>
          <a:prstGeom prst="round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Task 2</a:t>
            </a:r>
          </a:p>
        </p:txBody>
      </p:sp>
      <p:sp>
        <p:nvSpPr>
          <p:cNvPr id="15" name="Abgerundetes Rechteck 14"/>
          <p:cNvSpPr/>
          <p:nvPr/>
        </p:nvSpPr>
        <p:spPr bwMode="gray">
          <a:xfrm>
            <a:off x="5672854" y="3843453"/>
            <a:ext cx="1806497" cy="691376"/>
          </a:xfrm>
          <a:prstGeom prst="round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Task A</a:t>
            </a:r>
          </a:p>
        </p:txBody>
      </p:sp>
      <p:sp>
        <p:nvSpPr>
          <p:cNvPr id="16" name="Abgerundetes Rechteck 15"/>
          <p:cNvSpPr/>
          <p:nvPr/>
        </p:nvSpPr>
        <p:spPr bwMode="gray">
          <a:xfrm>
            <a:off x="7668923" y="3843453"/>
            <a:ext cx="1806497" cy="691376"/>
          </a:xfrm>
          <a:prstGeom prst="round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Task B</a:t>
            </a:r>
          </a:p>
        </p:txBody>
      </p:sp>
      <p:sp>
        <p:nvSpPr>
          <p:cNvPr id="17" name="Abgerundetes Rechteck 16"/>
          <p:cNvSpPr/>
          <p:nvPr/>
        </p:nvSpPr>
        <p:spPr bwMode="gray">
          <a:xfrm>
            <a:off x="9664992" y="3843453"/>
            <a:ext cx="1806497" cy="691376"/>
          </a:xfrm>
          <a:prstGeom prst="roundRect">
            <a:avLst/>
          </a:prstGeom>
          <a:solidFill>
            <a:schemeClr val="bg2"/>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Task C</a:t>
            </a:r>
          </a:p>
        </p:txBody>
      </p:sp>
      <p:sp>
        <p:nvSpPr>
          <p:cNvPr id="18" name="Abgerundetes Rechteck 17"/>
          <p:cNvSpPr/>
          <p:nvPr/>
        </p:nvSpPr>
        <p:spPr bwMode="gray">
          <a:xfrm>
            <a:off x="2803273" y="4928838"/>
            <a:ext cx="1806497" cy="691376"/>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Developer</a:t>
            </a:r>
          </a:p>
        </p:txBody>
      </p:sp>
      <p:sp>
        <p:nvSpPr>
          <p:cNvPr id="19" name="Abgerundetes Rechteck 18"/>
          <p:cNvSpPr/>
          <p:nvPr/>
        </p:nvSpPr>
        <p:spPr bwMode="gray">
          <a:xfrm>
            <a:off x="5672854" y="4928838"/>
            <a:ext cx="1806497" cy="691376"/>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Developer</a:t>
            </a:r>
          </a:p>
        </p:txBody>
      </p:sp>
      <p:sp>
        <p:nvSpPr>
          <p:cNvPr id="20" name="Abgerundetes Rechteck 19"/>
          <p:cNvSpPr/>
          <p:nvPr/>
        </p:nvSpPr>
        <p:spPr bwMode="gray">
          <a:xfrm>
            <a:off x="7668923" y="4928838"/>
            <a:ext cx="1806497" cy="691376"/>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Developer</a:t>
            </a:r>
          </a:p>
        </p:txBody>
      </p:sp>
      <p:sp>
        <p:nvSpPr>
          <p:cNvPr id="21" name="Abgerundetes Rechteck 20"/>
          <p:cNvSpPr/>
          <p:nvPr/>
        </p:nvSpPr>
        <p:spPr bwMode="gray">
          <a:xfrm>
            <a:off x="9664992" y="4928838"/>
            <a:ext cx="1806497" cy="691376"/>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Developer</a:t>
            </a:r>
          </a:p>
        </p:txBody>
      </p:sp>
      <p:sp>
        <p:nvSpPr>
          <p:cNvPr id="22" name="Rechteckige Legende 21"/>
          <p:cNvSpPr/>
          <p:nvPr/>
        </p:nvSpPr>
        <p:spPr bwMode="gray">
          <a:xfrm>
            <a:off x="1840102" y="1546741"/>
            <a:ext cx="1926342" cy="703237"/>
          </a:xfrm>
          <a:prstGeom prst="wedgeRectCallout">
            <a:avLst>
              <a:gd name="adj1" fmla="val 119655"/>
              <a:gd name="adj2" fmla="val 5123"/>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Defined by Project Owner</a:t>
            </a:r>
          </a:p>
        </p:txBody>
      </p:sp>
      <p:sp>
        <p:nvSpPr>
          <p:cNvPr id="23" name="Rechteckige Legende 22"/>
          <p:cNvSpPr/>
          <p:nvPr/>
        </p:nvSpPr>
        <p:spPr bwMode="gray">
          <a:xfrm>
            <a:off x="324000" y="2453269"/>
            <a:ext cx="2315122" cy="962722"/>
          </a:xfrm>
          <a:prstGeom prst="wedgeRectCallout">
            <a:avLst>
              <a:gd name="adj1" fmla="val 56523"/>
              <a:gd name="adj2" fmla="val 18453"/>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Defined by Transport Request Owner / Manager</a:t>
            </a:r>
          </a:p>
        </p:txBody>
      </p:sp>
      <p:cxnSp>
        <p:nvCxnSpPr>
          <p:cNvPr id="25" name="Gerade Verbindung mit Pfeil 24"/>
          <p:cNvCxnSpPr>
            <a:stCxn id="10" idx="0"/>
            <a:endCxn id="4" idx="2"/>
          </p:cNvCxnSpPr>
          <p:nvPr/>
        </p:nvCxnSpPr>
        <p:spPr>
          <a:xfrm flipV="1">
            <a:off x="3706522" y="2304585"/>
            <a:ext cx="2390078" cy="4200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Gerade Verbindung mit Pfeil 28"/>
          <p:cNvCxnSpPr>
            <a:stCxn id="11" idx="0"/>
            <a:endCxn id="4" idx="2"/>
          </p:cNvCxnSpPr>
          <p:nvPr/>
        </p:nvCxnSpPr>
        <p:spPr>
          <a:xfrm flipH="1" flipV="1">
            <a:off x="6096600" y="2304585"/>
            <a:ext cx="2475572" cy="4200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Gerade Verbindung mit Pfeil 30"/>
          <p:cNvCxnSpPr>
            <a:stCxn id="13" idx="0"/>
            <a:endCxn id="10" idx="2"/>
          </p:cNvCxnSpPr>
          <p:nvPr/>
        </p:nvCxnSpPr>
        <p:spPr>
          <a:xfrm flipV="1">
            <a:off x="2583965" y="3415990"/>
            <a:ext cx="1122557" cy="4107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Gerade Verbindung mit Pfeil 32"/>
          <p:cNvCxnSpPr>
            <a:stCxn id="14" idx="0"/>
            <a:endCxn id="10" idx="2"/>
          </p:cNvCxnSpPr>
          <p:nvPr/>
        </p:nvCxnSpPr>
        <p:spPr>
          <a:xfrm flipH="1" flipV="1">
            <a:off x="3706522" y="3415990"/>
            <a:ext cx="873512" cy="4200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Gerade Verbindung mit Pfeil 35"/>
          <p:cNvCxnSpPr>
            <a:stCxn id="15" idx="0"/>
            <a:endCxn id="11" idx="2"/>
          </p:cNvCxnSpPr>
          <p:nvPr/>
        </p:nvCxnSpPr>
        <p:spPr>
          <a:xfrm flipV="1">
            <a:off x="6576103" y="3415990"/>
            <a:ext cx="1996069" cy="4274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Gerade Verbindung mit Pfeil 37"/>
          <p:cNvCxnSpPr>
            <a:stCxn id="16" idx="0"/>
            <a:endCxn id="11" idx="2"/>
          </p:cNvCxnSpPr>
          <p:nvPr/>
        </p:nvCxnSpPr>
        <p:spPr>
          <a:xfrm flipV="1">
            <a:off x="8572172" y="3415990"/>
            <a:ext cx="0" cy="4274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Gerade Verbindung mit Pfeil 39"/>
          <p:cNvCxnSpPr>
            <a:stCxn id="17" idx="0"/>
            <a:endCxn id="11" idx="2"/>
          </p:cNvCxnSpPr>
          <p:nvPr/>
        </p:nvCxnSpPr>
        <p:spPr>
          <a:xfrm flipH="1" flipV="1">
            <a:off x="8572172" y="3415990"/>
            <a:ext cx="1996069" cy="4274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Gerade Verbindung mit Pfeil 41"/>
          <p:cNvCxnSpPr>
            <a:stCxn id="18" idx="0"/>
            <a:endCxn id="13" idx="2"/>
          </p:cNvCxnSpPr>
          <p:nvPr/>
        </p:nvCxnSpPr>
        <p:spPr>
          <a:xfrm flipH="1" flipV="1">
            <a:off x="2583965" y="4518102"/>
            <a:ext cx="1122557" cy="4107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Gerade Verbindung mit Pfeil 43"/>
          <p:cNvCxnSpPr>
            <a:stCxn id="18" idx="0"/>
            <a:endCxn id="14" idx="2"/>
          </p:cNvCxnSpPr>
          <p:nvPr/>
        </p:nvCxnSpPr>
        <p:spPr>
          <a:xfrm flipV="1">
            <a:off x="3706522" y="4527395"/>
            <a:ext cx="873512" cy="4014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Gerade Verbindung mit Pfeil 48"/>
          <p:cNvCxnSpPr>
            <a:stCxn id="19" idx="0"/>
            <a:endCxn id="15" idx="2"/>
          </p:cNvCxnSpPr>
          <p:nvPr/>
        </p:nvCxnSpPr>
        <p:spPr>
          <a:xfrm flipV="1">
            <a:off x="6576103" y="4534829"/>
            <a:ext cx="0" cy="394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Gerade Verbindung mit Pfeil 50"/>
          <p:cNvCxnSpPr>
            <a:stCxn id="20" idx="0"/>
            <a:endCxn id="16" idx="2"/>
          </p:cNvCxnSpPr>
          <p:nvPr/>
        </p:nvCxnSpPr>
        <p:spPr>
          <a:xfrm flipV="1">
            <a:off x="8572172" y="4534829"/>
            <a:ext cx="0" cy="394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Gerade Verbindung mit Pfeil 52"/>
          <p:cNvCxnSpPr>
            <a:stCxn id="21" idx="0"/>
            <a:endCxn id="17" idx="2"/>
          </p:cNvCxnSpPr>
          <p:nvPr/>
        </p:nvCxnSpPr>
        <p:spPr>
          <a:xfrm flipV="1">
            <a:off x="10568241" y="4534829"/>
            <a:ext cx="0" cy="394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Textfeld 53"/>
          <p:cNvSpPr txBox="1"/>
          <p:nvPr/>
        </p:nvSpPr>
        <p:spPr>
          <a:xfrm>
            <a:off x="9579946" y="5699719"/>
            <a:ext cx="1891543"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Own illustration</a:t>
            </a:r>
          </a:p>
        </p:txBody>
      </p:sp>
    </p:spTree>
    <p:extLst>
      <p:ext uri="{BB962C8B-B14F-4D97-AF65-F5344CB8AC3E}">
        <p14:creationId xmlns:p14="http://schemas.microsoft.com/office/powerpoint/2010/main" val="61935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III. Transport Concept</a:t>
            </a:r>
            <a:r>
              <a:rPr lang="en-US" noProof="0" dirty="0"/>
              <a:t/>
            </a:r>
            <a:br>
              <a:rPr lang="en-US" noProof="0" dirty="0"/>
            </a:br>
            <a:r>
              <a:rPr lang="en-US" noProof="0" dirty="0"/>
              <a:t>Releasing transport requests</a:t>
            </a:r>
          </a:p>
        </p:txBody>
      </p:sp>
      <p:sp>
        <p:nvSpPr>
          <p:cNvPr id="4" name="Abgerundetes Rechteck 3"/>
          <p:cNvSpPr/>
          <p:nvPr/>
        </p:nvSpPr>
        <p:spPr bwMode="gray">
          <a:xfrm>
            <a:off x="826718" y="1868999"/>
            <a:ext cx="3121537" cy="1249977"/>
          </a:xfrm>
          <a:prstGeom prst="roundRect">
            <a:avLst/>
          </a:prstGeom>
          <a:solidFill>
            <a:schemeClr val="accent1"/>
          </a:solidFill>
          <a:ln w="6350" algn="ctr">
            <a:noFill/>
            <a:miter lim="800000"/>
            <a:headEnd/>
            <a:tailEnd/>
          </a:ln>
        </p:spPr>
        <p:txBody>
          <a:bodyPr lIns="90000" tIns="72000" rIns="90000" bIns="72000" rtlCol="0" anchor="ctr"/>
          <a:lstStyle/>
          <a:p>
            <a:r>
              <a:rPr lang="en-US" sz="2000" dirty="0"/>
              <a:t>Tasks get released to the related transport request</a:t>
            </a:r>
          </a:p>
        </p:txBody>
      </p:sp>
      <p:sp>
        <p:nvSpPr>
          <p:cNvPr id="5" name="Abgerundetes Rechteck 4"/>
          <p:cNvSpPr/>
          <p:nvPr/>
        </p:nvSpPr>
        <p:spPr bwMode="gray">
          <a:xfrm>
            <a:off x="4335414" y="1869000"/>
            <a:ext cx="3121537" cy="1249977"/>
          </a:xfrm>
          <a:prstGeom prst="roundRect">
            <a:avLst/>
          </a:prstGeom>
          <a:solidFill>
            <a:schemeClr val="accent1"/>
          </a:solidFill>
          <a:ln w="6350" algn="ctr">
            <a:noFill/>
            <a:miter lim="800000"/>
            <a:headEnd/>
            <a:tailEnd/>
          </a:ln>
        </p:spPr>
        <p:txBody>
          <a:bodyPr lIns="90000" tIns="72000" rIns="90000" bIns="72000" rtlCol="0" anchor="ctr"/>
          <a:lstStyle/>
          <a:p>
            <a:r>
              <a:rPr lang="en-US" sz="2000" dirty="0"/>
              <a:t>The recorded entries of the task are copied into the object list of the transport request</a:t>
            </a:r>
          </a:p>
        </p:txBody>
      </p:sp>
      <p:sp>
        <p:nvSpPr>
          <p:cNvPr id="6" name="Abgerundetes Rechteck 5"/>
          <p:cNvSpPr/>
          <p:nvPr/>
        </p:nvSpPr>
        <p:spPr bwMode="gray">
          <a:xfrm>
            <a:off x="826718" y="3552292"/>
            <a:ext cx="10138929" cy="593823"/>
          </a:xfrm>
          <a:prstGeom prst="roundRect">
            <a:avLst/>
          </a:prstGeom>
          <a:solidFill>
            <a:schemeClr val="accent1"/>
          </a:solidFill>
          <a:ln w="6350" algn="ctr">
            <a:noFill/>
            <a:miter lim="800000"/>
            <a:headEnd/>
            <a:tailEnd/>
          </a:ln>
        </p:spPr>
        <p:txBody>
          <a:bodyPr lIns="90000" tIns="72000" rIns="90000" bIns="72000" rtlCol="0" anchor="ctr"/>
          <a:lstStyle/>
          <a:p>
            <a:r>
              <a:rPr lang="en-US" sz="2000" dirty="0"/>
              <a:t>When every task has been released, it is possible to release the transport request</a:t>
            </a:r>
          </a:p>
        </p:txBody>
      </p:sp>
      <p:sp>
        <p:nvSpPr>
          <p:cNvPr id="7" name="Abgerundetes Rechteck 6"/>
          <p:cNvSpPr/>
          <p:nvPr/>
        </p:nvSpPr>
        <p:spPr bwMode="gray">
          <a:xfrm>
            <a:off x="7844110" y="1843314"/>
            <a:ext cx="3121537" cy="1275662"/>
          </a:xfrm>
          <a:prstGeom prst="roundRect">
            <a:avLst/>
          </a:prstGeom>
          <a:solidFill>
            <a:schemeClr val="accent1"/>
          </a:solidFill>
          <a:ln w="6350" algn="ctr">
            <a:noFill/>
            <a:miter lim="800000"/>
            <a:headEnd/>
            <a:tailEnd/>
          </a:ln>
        </p:spPr>
        <p:txBody>
          <a:bodyPr lIns="90000" tIns="72000" rIns="90000" bIns="72000" rtlCol="0" anchor="ctr"/>
          <a:lstStyle/>
          <a:p>
            <a:r>
              <a:rPr lang="en-US" sz="2000" dirty="0"/>
              <a:t>Developers have to release their tasks (in urgent situations a task can be taken over)</a:t>
            </a:r>
          </a:p>
        </p:txBody>
      </p:sp>
      <p:sp>
        <p:nvSpPr>
          <p:cNvPr id="8" name="Rechteckige Legende 7"/>
          <p:cNvSpPr/>
          <p:nvPr/>
        </p:nvSpPr>
        <p:spPr bwMode="gray">
          <a:xfrm>
            <a:off x="826718" y="4759890"/>
            <a:ext cx="4947781" cy="1465548"/>
          </a:xfrm>
          <a:prstGeom prst="wedgeRectCallout">
            <a:avLst>
              <a:gd name="adj1" fmla="val 20280"/>
              <a:gd name="adj2" fmla="val -86465"/>
            </a:avLst>
          </a:prstGeom>
          <a:solidFill>
            <a:schemeClr val="bg1"/>
          </a:solidFill>
          <a:ln w="19050" algn="ctr">
            <a:solidFill>
              <a:schemeClr val="accent1"/>
            </a:solidFill>
            <a:miter lim="800000"/>
            <a:headEnd/>
            <a:tailEnd/>
          </a:ln>
        </p:spPr>
        <p:txBody>
          <a:bodyPr lIns="90000" tIns="72000" rIns="90000" bIns="72000" rtlCol="0" anchor="ctr"/>
          <a:lstStyle/>
          <a:p>
            <a:endParaRPr lang="en-US" sz="2000" dirty="0"/>
          </a:p>
          <a:p>
            <a:r>
              <a:rPr lang="en-US" sz="1800" dirty="0"/>
              <a:t>When releasing a transportable transport request, table entries get written on the </a:t>
            </a:r>
            <a:r>
              <a:rPr lang="en-US" sz="1800" dirty="0" err="1"/>
              <a:t>filesystem</a:t>
            </a:r>
            <a:r>
              <a:rPr lang="en-US" sz="1800" dirty="0"/>
              <a:t>. </a:t>
            </a:r>
          </a:p>
          <a:p>
            <a:r>
              <a:rPr lang="en-US" sz="1800" dirty="0"/>
              <a:t>      A released transport request cannot be edited anymore.</a:t>
            </a:r>
          </a:p>
          <a:p>
            <a:endParaRPr lang="en-US" sz="2000" dirty="0"/>
          </a:p>
        </p:txBody>
      </p:sp>
      <p:sp>
        <p:nvSpPr>
          <p:cNvPr id="11" name="Rechteckige Legende 10"/>
          <p:cNvSpPr/>
          <p:nvPr/>
        </p:nvSpPr>
        <p:spPr bwMode="gray">
          <a:xfrm>
            <a:off x="6756514" y="4759890"/>
            <a:ext cx="4091026" cy="977030"/>
          </a:xfrm>
          <a:prstGeom prst="wedgeRectCallout">
            <a:avLst>
              <a:gd name="adj1" fmla="val -22296"/>
              <a:gd name="adj2" fmla="val -105728"/>
            </a:avLst>
          </a:prstGeom>
          <a:solidFill>
            <a:schemeClr val="bg1"/>
          </a:solidFill>
          <a:ln w="19050" algn="ctr">
            <a:solidFill>
              <a:schemeClr val="accent1"/>
            </a:solidFill>
            <a:miter lim="800000"/>
            <a:headEnd/>
            <a:tailEnd/>
          </a:ln>
        </p:spPr>
        <p:txBody>
          <a:bodyPr lIns="90000" tIns="72000" rIns="90000" bIns="72000" rtlCol="0" anchor="ctr"/>
          <a:lstStyle/>
          <a:p>
            <a:r>
              <a:rPr lang="en-US" sz="1800" dirty="0"/>
              <a:t>Releasing a transport request can be done in the Transport Manager (Transaction: </a:t>
            </a:r>
            <a:r>
              <a:rPr lang="en-US" sz="1800" b="1" i="1" dirty="0"/>
              <a:t>SE09</a:t>
            </a:r>
            <a:r>
              <a:rPr lang="en-US" sz="1800" dirty="0"/>
              <a:t> or </a:t>
            </a:r>
            <a:r>
              <a:rPr lang="en-US" sz="1800" b="1" i="1" dirty="0"/>
              <a:t>SE10</a:t>
            </a:r>
            <a:r>
              <a:rPr lang="en-US" sz="1800" dirty="0"/>
              <a:t>)</a:t>
            </a:r>
          </a:p>
        </p:txBody>
      </p:sp>
      <p:sp>
        <p:nvSpPr>
          <p:cNvPr id="13" name="Pfeil nach rechts 12"/>
          <p:cNvSpPr/>
          <p:nvPr/>
        </p:nvSpPr>
        <p:spPr bwMode="gray">
          <a:xfrm>
            <a:off x="939451" y="5686815"/>
            <a:ext cx="300625" cy="181239"/>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67765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IV. Development Prerequisites</a:t>
            </a:r>
            <a:r>
              <a:rPr lang="en-US" noProof="0" dirty="0"/>
              <a:t/>
            </a:r>
            <a:br>
              <a:rPr lang="en-US" noProof="0" dirty="0"/>
            </a:br>
            <a:r>
              <a:rPr lang="en-US" noProof="0" dirty="0"/>
              <a:t>SAP Client configuration</a:t>
            </a:r>
          </a:p>
        </p:txBody>
      </p:sp>
      <p:sp>
        <p:nvSpPr>
          <p:cNvPr id="3" name="Inhaltsplatzhalter 2"/>
          <p:cNvSpPr>
            <a:spLocks noGrp="1"/>
          </p:cNvSpPr>
          <p:nvPr>
            <p:ph idx="1"/>
          </p:nvPr>
        </p:nvSpPr>
        <p:spPr>
          <a:xfrm>
            <a:off x="324000" y="1692390"/>
            <a:ext cx="11545200" cy="1586069"/>
          </a:xfrm>
        </p:spPr>
        <p:txBody>
          <a:bodyPr/>
          <a:lstStyle/>
          <a:p>
            <a:pPr marL="342900" indent="-342900">
              <a:buFont typeface="Arial" panose="020B0604020202020204" pitchFamily="34" charset="0"/>
              <a:buChar char="•"/>
            </a:pPr>
            <a:r>
              <a:rPr lang="en-US" noProof="0" dirty="0"/>
              <a:t>A properly configured client is necessary for development</a:t>
            </a:r>
          </a:p>
          <a:p>
            <a:pPr marL="342900" indent="-342900">
              <a:buFont typeface="Arial" panose="020B0604020202020204" pitchFamily="34" charset="0"/>
              <a:buChar char="•"/>
            </a:pPr>
            <a:r>
              <a:rPr lang="en-US" noProof="0" dirty="0"/>
              <a:t>Access to the repository is needed</a:t>
            </a:r>
          </a:p>
          <a:p>
            <a:pPr marL="342900" indent="-342900">
              <a:buFont typeface="Arial" panose="020B0604020202020204" pitchFamily="34" charset="0"/>
              <a:buChar char="•"/>
            </a:pPr>
            <a:r>
              <a:rPr lang="en-US" noProof="0" dirty="0"/>
              <a:t>Configuration in transaction SCC4</a:t>
            </a:r>
          </a:p>
          <a:p>
            <a:endParaRPr lang="en-US" noProof="0" dirty="0"/>
          </a:p>
        </p:txBody>
      </p:sp>
      <p:pic>
        <p:nvPicPr>
          <p:cNvPr id="4" name="Grafik 3"/>
          <p:cNvPicPr>
            <a:picLocks noChangeAspect="1"/>
          </p:cNvPicPr>
          <p:nvPr/>
        </p:nvPicPr>
        <p:blipFill>
          <a:blip r:embed="rId2"/>
          <a:stretch>
            <a:fillRect/>
          </a:stretch>
        </p:blipFill>
        <p:spPr>
          <a:xfrm>
            <a:off x="5571621" y="2485424"/>
            <a:ext cx="4724400" cy="3695700"/>
          </a:xfrm>
          <a:prstGeom prst="rect">
            <a:avLst/>
          </a:prstGeom>
        </p:spPr>
      </p:pic>
      <p:sp>
        <p:nvSpPr>
          <p:cNvPr id="5" name="Rechteckige Legende 4"/>
          <p:cNvSpPr/>
          <p:nvPr/>
        </p:nvSpPr>
        <p:spPr bwMode="gray">
          <a:xfrm>
            <a:off x="1698853" y="3769551"/>
            <a:ext cx="1926342" cy="703237"/>
          </a:xfrm>
          <a:prstGeom prst="wedgeRectCallout">
            <a:avLst>
              <a:gd name="adj1" fmla="val 223854"/>
              <a:gd name="adj2" fmla="val -60419"/>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Client Role C (Customizing)</a:t>
            </a:r>
          </a:p>
        </p:txBody>
      </p:sp>
      <p:sp>
        <p:nvSpPr>
          <p:cNvPr id="6" name="Rechteckige Legende 5"/>
          <p:cNvSpPr/>
          <p:nvPr/>
        </p:nvSpPr>
        <p:spPr bwMode="gray">
          <a:xfrm>
            <a:off x="1412488" y="4762009"/>
            <a:ext cx="2212707" cy="895376"/>
          </a:xfrm>
          <a:prstGeom prst="wedgeRectCallout">
            <a:avLst>
              <a:gd name="adj1" fmla="val 143465"/>
              <a:gd name="adj2" fmla="val 61995"/>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Changes should be allowed</a:t>
            </a:r>
          </a:p>
        </p:txBody>
      </p:sp>
    </p:spTree>
    <p:extLst>
      <p:ext uri="{BB962C8B-B14F-4D97-AF65-F5344CB8AC3E}">
        <p14:creationId xmlns:p14="http://schemas.microsoft.com/office/powerpoint/2010/main" val="66992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IV. Development Prerequisites</a:t>
            </a:r>
            <a:r>
              <a:rPr lang="en-US" noProof="0" dirty="0"/>
              <a:t/>
            </a:r>
            <a:br>
              <a:rPr lang="en-US" noProof="0" dirty="0"/>
            </a:br>
            <a:r>
              <a:rPr lang="en-US" noProof="0" dirty="0"/>
              <a:t>SAP User configuration</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A user with a development profile and an access key is needed</a:t>
            </a:r>
          </a:p>
          <a:p>
            <a:pPr marL="522900" lvl="2" indent="-342900">
              <a:buFont typeface="Arial" panose="020B0604020202020204" pitchFamily="34" charset="0"/>
              <a:buChar char="•"/>
            </a:pPr>
            <a:r>
              <a:rPr lang="en-US" noProof="0" dirty="0"/>
              <a:t>The access key allows development of new programs or changes to existing ones</a:t>
            </a:r>
          </a:p>
          <a:p>
            <a:pPr marL="522900" lvl="2" indent="-342900">
              <a:buFont typeface="Arial" panose="020B0604020202020204" pitchFamily="34" charset="0"/>
              <a:buChar char="•"/>
            </a:pPr>
            <a:r>
              <a:rPr lang="en-US" noProof="0" dirty="0"/>
              <a:t>The access key is always username dependent</a:t>
            </a:r>
          </a:p>
          <a:p>
            <a:pPr marL="522900" lvl="2" indent="-342900">
              <a:buFont typeface="Arial" panose="020B0604020202020204" pitchFamily="34" charset="0"/>
              <a:buChar char="•"/>
            </a:pPr>
            <a:r>
              <a:rPr lang="en-US" noProof="0" dirty="0"/>
              <a:t>Access keys must be requested from SAP</a:t>
            </a:r>
          </a:p>
          <a:p>
            <a:pPr marL="522900" lvl="2" indent="-342900">
              <a:buFont typeface="Arial" panose="020B0604020202020204" pitchFamily="34" charset="0"/>
              <a:buChar char="•"/>
            </a:pPr>
            <a:r>
              <a:rPr lang="en-US" noProof="0" dirty="0"/>
              <a:t>License costs increase by the number of development users</a:t>
            </a:r>
          </a:p>
          <a:p>
            <a:pPr marL="522900" lvl="2" indent="-342900">
              <a:buFont typeface="Arial" panose="020B0604020202020204" pitchFamily="34" charset="0"/>
              <a:buChar char="•"/>
            </a:pPr>
            <a:r>
              <a:rPr lang="en-US" noProof="0" dirty="0"/>
              <a:t>Access keys can be obtained from your local UCC</a:t>
            </a:r>
          </a:p>
        </p:txBody>
      </p:sp>
      <p:pic>
        <p:nvPicPr>
          <p:cNvPr id="4" name="Grafik 3"/>
          <p:cNvPicPr>
            <a:picLocks noChangeAspect="1"/>
          </p:cNvPicPr>
          <p:nvPr/>
        </p:nvPicPr>
        <p:blipFill>
          <a:blip r:embed="rId2"/>
          <a:stretch>
            <a:fillRect/>
          </a:stretch>
        </p:blipFill>
        <p:spPr>
          <a:xfrm>
            <a:off x="7689306" y="2807810"/>
            <a:ext cx="3209925" cy="2162175"/>
          </a:xfrm>
          <a:prstGeom prst="rect">
            <a:avLst/>
          </a:prstGeom>
        </p:spPr>
      </p:pic>
    </p:spTree>
    <p:extLst>
      <p:ext uri="{BB962C8B-B14F-4D97-AF65-F5344CB8AC3E}">
        <p14:creationId xmlns:p14="http://schemas.microsoft.com/office/powerpoint/2010/main" val="3143997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IV. Development Prerequisites</a:t>
            </a:r>
            <a:r>
              <a:rPr lang="en-US" noProof="0" dirty="0"/>
              <a:t/>
            </a:r>
            <a:br>
              <a:rPr lang="en-US" noProof="0" dirty="0"/>
            </a:br>
            <a:r>
              <a:rPr lang="en-US" noProof="0" dirty="0"/>
              <a:t>Creation of a package and a transport request</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For development an own package and an own transport request are needed</a:t>
            </a:r>
          </a:p>
          <a:p>
            <a:pPr marL="522900" lvl="2" indent="-342900">
              <a:buFont typeface="Arial" panose="020B0604020202020204" pitchFamily="34" charset="0"/>
              <a:buChar char="•"/>
            </a:pPr>
            <a:r>
              <a:rPr lang="en-US" noProof="0" dirty="0"/>
              <a:t>Packages allow you to group your developments</a:t>
            </a:r>
          </a:p>
          <a:p>
            <a:pPr marL="522900" lvl="2" indent="-342900">
              <a:buFont typeface="Arial" panose="020B0604020202020204" pitchFamily="34" charset="0"/>
              <a:buChar char="•"/>
            </a:pPr>
            <a:r>
              <a:rPr lang="en-US" noProof="0" dirty="0"/>
              <a:t>Transport requests enable you to transport new developments to other SAP systems</a:t>
            </a:r>
          </a:p>
          <a:p>
            <a:pPr marL="522900" lvl="2" indent="-342900">
              <a:buFont typeface="Arial" panose="020B0604020202020204" pitchFamily="34" charset="0"/>
              <a:buChar char="•"/>
            </a:pPr>
            <a:r>
              <a:rPr lang="en-US" noProof="0" dirty="0"/>
              <a:t>It is not possible to transport developments when using the local package $TMP </a:t>
            </a:r>
          </a:p>
        </p:txBody>
      </p:sp>
    </p:spTree>
    <p:extLst>
      <p:ext uri="{BB962C8B-B14F-4D97-AF65-F5344CB8AC3E}">
        <p14:creationId xmlns:p14="http://schemas.microsoft.com/office/powerpoint/2010/main" val="2697469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IV. Development Prerequisites</a:t>
            </a:r>
            <a:r>
              <a:rPr lang="en-US" noProof="0" dirty="0"/>
              <a:t/>
            </a:r>
            <a:br>
              <a:rPr lang="en-US" noProof="0" dirty="0"/>
            </a:br>
            <a:r>
              <a:rPr lang="en-US" noProof="0" dirty="0"/>
              <a:t>Namespaces</a:t>
            </a:r>
          </a:p>
        </p:txBody>
      </p:sp>
      <p:sp>
        <p:nvSpPr>
          <p:cNvPr id="3" name="Inhaltsplatzhalter 2"/>
          <p:cNvSpPr>
            <a:spLocks noGrp="1"/>
          </p:cNvSpPr>
          <p:nvPr>
            <p:ph idx="1"/>
          </p:nvPr>
        </p:nvSpPr>
        <p:spPr>
          <a:xfrm>
            <a:off x="324000" y="1692390"/>
            <a:ext cx="6668400" cy="4393017"/>
          </a:xfrm>
        </p:spPr>
        <p:txBody>
          <a:bodyPr/>
          <a:lstStyle/>
          <a:p>
            <a:pPr marL="342900" indent="-342900">
              <a:buFont typeface="Arial" panose="020B0604020202020204" pitchFamily="34" charset="0"/>
              <a:buChar char="•"/>
            </a:pPr>
            <a:r>
              <a:rPr lang="en-US" noProof="0" dirty="0">
                <a:solidFill>
                  <a:srgbClr val="FF0000"/>
                </a:solidFill>
              </a:rPr>
              <a:t>Important:</a:t>
            </a:r>
            <a:r>
              <a:rPr lang="en-US" noProof="0" dirty="0"/>
              <a:t> pay attention to namespaces!</a:t>
            </a:r>
          </a:p>
          <a:p>
            <a:pPr marL="342900" indent="-342900">
              <a:buFont typeface="Arial" panose="020B0604020202020204" pitchFamily="34" charset="0"/>
              <a:buChar char="•"/>
            </a:pPr>
            <a:r>
              <a:rPr lang="en-US" noProof="0" dirty="0"/>
              <a:t>SAP uses namespaces from A to X for their own programs and implementations</a:t>
            </a:r>
          </a:p>
          <a:p>
            <a:pPr marL="342900" indent="-342900">
              <a:buFont typeface="Arial" panose="020B0604020202020204" pitchFamily="34" charset="0"/>
              <a:buChar char="•"/>
            </a:pPr>
            <a:r>
              <a:rPr lang="en-US" noProof="0" dirty="0"/>
              <a:t>Companies can register their own namespace</a:t>
            </a:r>
          </a:p>
          <a:p>
            <a:pPr marL="342900" indent="-342900">
              <a:buFont typeface="Arial" panose="020B0604020202020204" pitchFamily="34" charset="0"/>
              <a:buChar char="•"/>
            </a:pPr>
            <a:r>
              <a:rPr lang="en-US" dirty="0"/>
              <a:t>A namespace is unique and can only be assigned to one company</a:t>
            </a:r>
          </a:p>
          <a:p>
            <a:pPr marL="342900" indent="-342900">
              <a:buFont typeface="Arial" panose="020B0604020202020204" pitchFamily="34" charset="0"/>
              <a:buChar char="•"/>
            </a:pPr>
            <a:r>
              <a:rPr lang="en-US" noProof="0" dirty="0"/>
              <a:t>Developer namespaces begin with </a:t>
            </a:r>
            <a:r>
              <a:rPr lang="en-US" noProof="0" dirty="0">
                <a:solidFill>
                  <a:srgbClr val="FF0000"/>
                </a:solidFill>
              </a:rPr>
              <a:t>Y or Z </a:t>
            </a:r>
            <a:r>
              <a:rPr lang="en-US" noProof="0" dirty="0"/>
              <a:t>(e.g. ZZ_*)</a:t>
            </a:r>
          </a:p>
          <a:p>
            <a:pPr marL="342900" indent="-342900">
              <a:buFont typeface="Arial" panose="020B0604020202020204" pitchFamily="34" charset="0"/>
              <a:buChar char="•"/>
            </a:pPr>
            <a:r>
              <a:rPr lang="en-US" dirty="0"/>
              <a:t>When modifying a program outside the development namespace a modification key has to be entered</a:t>
            </a:r>
            <a:endParaRPr lang="en-US" noProof="0" dirty="0"/>
          </a:p>
        </p:txBody>
      </p:sp>
      <p:pic>
        <p:nvPicPr>
          <p:cNvPr id="4" name="Grafik 3"/>
          <p:cNvPicPr>
            <a:picLocks noChangeAspect="1"/>
          </p:cNvPicPr>
          <p:nvPr/>
        </p:nvPicPr>
        <p:blipFill>
          <a:blip r:embed="rId2"/>
          <a:stretch>
            <a:fillRect/>
          </a:stretch>
        </p:blipFill>
        <p:spPr>
          <a:xfrm>
            <a:off x="6992400" y="3275532"/>
            <a:ext cx="4876800" cy="2809875"/>
          </a:xfrm>
          <a:prstGeom prst="rect">
            <a:avLst/>
          </a:prstGeom>
        </p:spPr>
      </p:pic>
      <p:sp>
        <p:nvSpPr>
          <p:cNvPr id="6" name="Rechteckige Legende 5"/>
          <p:cNvSpPr/>
          <p:nvPr/>
        </p:nvSpPr>
        <p:spPr bwMode="gray">
          <a:xfrm>
            <a:off x="6992400" y="1692390"/>
            <a:ext cx="4201380" cy="971002"/>
          </a:xfrm>
          <a:prstGeom prst="wedgeRectCallout">
            <a:avLst>
              <a:gd name="adj1" fmla="val -33427"/>
              <a:gd name="adj2" fmla="val 114885"/>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Notice the difference: </a:t>
            </a:r>
            <a:r>
              <a:rPr kumimoji="0" lang="en-US" sz="2000" b="0" i="1" u="none" strike="noStrike" kern="0" cap="none" spc="0" normalizeH="0" baseline="0" dirty="0">
                <a:ln>
                  <a:noFill/>
                </a:ln>
                <a:effectLst/>
                <a:uLnTx/>
                <a:uFillTx/>
                <a:ea typeface="Arial Unicode MS" pitchFamily="34" charset="-128"/>
                <a:cs typeface="Arial Unicode MS" pitchFamily="34" charset="-128"/>
              </a:rPr>
              <a:t>register object</a:t>
            </a:r>
            <a:r>
              <a:rPr kumimoji="0" lang="en-US" sz="2000" b="0" i="0" u="none" strike="noStrike" kern="0" cap="none" spc="0" normalizeH="0" baseline="0" dirty="0">
                <a:ln>
                  <a:noFill/>
                </a:ln>
                <a:effectLst/>
                <a:uLnTx/>
                <a:uFillTx/>
                <a:ea typeface="Arial Unicode MS" pitchFamily="34" charset="-128"/>
                <a:cs typeface="Arial Unicode MS" pitchFamily="34" charset="-128"/>
              </a:rPr>
              <a:t> instead of</a:t>
            </a:r>
            <a:r>
              <a:rPr kumimoji="0" lang="en-US" sz="2000" b="0" i="0" u="none" strike="noStrike" kern="0" cap="none" spc="0" normalizeH="0" dirty="0">
                <a:ln>
                  <a:noFill/>
                </a:ln>
                <a:effectLst/>
                <a:uLnTx/>
                <a:uFillTx/>
                <a:ea typeface="Arial Unicode MS" pitchFamily="34" charset="-128"/>
                <a:cs typeface="Arial Unicode MS" pitchFamily="34" charset="-128"/>
              </a:rPr>
              <a:t> </a:t>
            </a:r>
            <a:r>
              <a:rPr kumimoji="0" lang="en-US" sz="2000" b="0" i="1" u="none" strike="noStrike" kern="0" cap="none" spc="0" normalizeH="0" dirty="0">
                <a:ln>
                  <a:noFill/>
                </a:ln>
                <a:effectLst/>
                <a:uLnTx/>
                <a:uFillTx/>
                <a:ea typeface="Arial Unicode MS" pitchFamily="34" charset="-128"/>
                <a:cs typeface="Arial Unicode MS" pitchFamily="34" charset="-128"/>
              </a:rPr>
              <a:t>register developer</a:t>
            </a:r>
            <a:endParaRPr kumimoji="0" lang="en-US" sz="2000" b="0" i="1" u="none" strike="noStrike" kern="0" cap="none" spc="0" normalizeH="0" baseline="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146734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V. Using Help</a:t>
            </a:r>
            <a:r>
              <a:rPr lang="en-US" noProof="0" dirty="0"/>
              <a:t/>
            </a:r>
            <a:br>
              <a:rPr lang="en-US" noProof="0" dirty="0"/>
            </a:br>
            <a:r>
              <a:rPr lang="en-US" noProof="0" dirty="0"/>
              <a:t>Using different Help options (separate with screenshots)</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F1 Help: press F1 to get help to the currently selected item</a:t>
            </a:r>
          </a:p>
          <a:p>
            <a:pPr marL="342900" indent="-342900">
              <a:buFont typeface="Arial" panose="020B0604020202020204" pitchFamily="34" charset="0"/>
              <a:buChar char="•"/>
            </a:pPr>
            <a:r>
              <a:rPr lang="en-US" noProof="0" dirty="0"/>
              <a:t>F4 Help: press F4 in an input field when the symbol               is shown for a list of all valid values</a:t>
            </a:r>
          </a:p>
          <a:p>
            <a:pPr marL="342900" indent="-342900">
              <a:buFont typeface="Arial" panose="020B0604020202020204" pitchFamily="34" charset="0"/>
              <a:buChar char="•"/>
            </a:pPr>
            <a:r>
              <a:rPr lang="en-US" noProof="0" dirty="0"/>
              <a:t>Links:</a:t>
            </a:r>
          </a:p>
          <a:p>
            <a:pPr marL="522900" lvl="2" indent="-342900">
              <a:buFont typeface="Arial" panose="020B0604020202020204" pitchFamily="34" charset="0"/>
              <a:buChar char="•"/>
            </a:pPr>
            <a:r>
              <a:rPr lang="en-US" dirty="0"/>
              <a:t>SAP Community Network: </a:t>
            </a:r>
            <a:r>
              <a:rPr lang="en-US" dirty="0">
                <a:hlinkClick r:id="rId2"/>
              </a:rPr>
              <a:t>http://scn.sap.com</a:t>
            </a:r>
            <a:endParaRPr lang="en-US" dirty="0"/>
          </a:p>
          <a:p>
            <a:pPr marL="522900" lvl="2" indent="-342900">
              <a:buFont typeface="Arial" panose="020B0604020202020204" pitchFamily="34" charset="0"/>
              <a:buChar char="•"/>
            </a:pPr>
            <a:r>
              <a:rPr lang="en-US" dirty="0"/>
              <a:t>SAP Marketplace: </a:t>
            </a:r>
            <a:r>
              <a:rPr lang="en-US" dirty="0">
                <a:hlinkClick r:id="rId3"/>
              </a:rPr>
              <a:t>http://service.sap.com/</a:t>
            </a:r>
            <a:endParaRPr lang="en-US" dirty="0"/>
          </a:p>
          <a:p>
            <a:pPr marL="522900" lvl="2" indent="-342900">
              <a:buFont typeface="Arial" panose="020B0604020202020204" pitchFamily="34" charset="0"/>
              <a:buChar char="•"/>
            </a:pPr>
            <a:r>
              <a:rPr lang="en-US" noProof="0" dirty="0"/>
              <a:t>ABAP Help: </a:t>
            </a:r>
            <a:r>
              <a:rPr lang="de-DE" dirty="0">
                <a:hlinkClick r:id="rId4"/>
              </a:rPr>
              <a:t>http://help.sap.com/saphelp_nw74/helpdata/de/4a/24dbfa64550455e10000000a421937/frameset.htm</a:t>
            </a:r>
            <a:endParaRPr lang="en-US" noProof="0" dirty="0"/>
          </a:p>
          <a:p>
            <a:pPr marL="342900" indent="-342900">
              <a:buFont typeface="Arial" panose="020B0604020202020204" pitchFamily="34" charset="0"/>
              <a:buChar char="•"/>
            </a:pPr>
            <a:r>
              <a:rPr lang="en-US" noProof="0" dirty="0"/>
              <a:t>Books</a:t>
            </a:r>
          </a:p>
          <a:p>
            <a:pPr marL="522900" lvl="2" indent="-342900">
              <a:buFont typeface="Arial" panose="020B0604020202020204" pitchFamily="34" charset="0"/>
              <a:buChar char="•"/>
            </a:pPr>
            <a:r>
              <a:rPr lang="de-DE" dirty="0"/>
              <a:t>The Official ABAP Reference, SAP PRESS, </a:t>
            </a:r>
            <a:r>
              <a:rPr lang="de-DE" b="1" dirty="0"/>
              <a:t>ISBN-13:</a:t>
            </a:r>
            <a:r>
              <a:rPr lang="de-DE" dirty="0"/>
              <a:t> 978-1592290390 </a:t>
            </a:r>
          </a:p>
          <a:p>
            <a:pPr marL="522900" lvl="2" indent="-342900">
              <a:buFont typeface="Arial" panose="020B0604020202020204" pitchFamily="34" charset="0"/>
              <a:buChar char="•"/>
            </a:pPr>
            <a:r>
              <a:rPr lang="de-DE" dirty="0"/>
              <a:t>ABAP-Objects, SAP PRESS, </a:t>
            </a:r>
            <a:r>
              <a:rPr lang="de-DE" b="1" dirty="0"/>
              <a:t>ISBN-13:</a:t>
            </a:r>
            <a:r>
              <a:rPr lang="de-DE" dirty="0"/>
              <a:t> 978-1592290796</a:t>
            </a:r>
          </a:p>
        </p:txBody>
      </p:sp>
      <p:pic>
        <p:nvPicPr>
          <p:cNvPr id="4" name="Grafik 3"/>
          <p:cNvPicPr>
            <a:picLocks noChangeAspect="1"/>
          </p:cNvPicPr>
          <p:nvPr/>
        </p:nvPicPr>
        <p:blipFill>
          <a:blip r:embed="rId5"/>
          <a:stretch>
            <a:fillRect/>
          </a:stretch>
        </p:blipFill>
        <p:spPr>
          <a:xfrm>
            <a:off x="7555830" y="1398361"/>
            <a:ext cx="2357790" cy="777828"/>
          </a:xfrm>
          <a:prstGeom prst="rect">
            <a:avLst/>
          </a:prstGeom>
        </p:spPr>
      </p:pic>
      <p:pic>
        <p:nvPicPr>
          <p:cNvPr id="5" name="Grafik 4"/>
          <p:cNvPicPr>
            <a:picLocks noChangeAspect="1"/>
          </p:cNvPicPr>
          <p:nvPr/>
        </p:nvPicPr>
        <p:blipFill>
          <a:blip r:embed="rId6"/>
          <a:stretch>
            <a:fillRect/>
          </a:stretch>
        </p:blipFill>
        <p:spPr>
          <a:xfrm>
            <a:off x="6487159" y="2331447"/>
            <a:ext cx="942975" cy="238125"/>
          </a:xfrm>
          <a:prstGeom prst="rect">
            <a:avLst/>
          </a:prstGeom>
        </p:spPr>
      </p:pic>
    </p:spTree>
    <p:extLst>
      <p:ext uri="{BB962C8B-B14F-4D97-AF65-F5344CB8AC3E}">
        <p14:creationId xmlns:p14="http://schemas.microsoft.com/office/powerpoint/2010/main" val="4217869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VI. Development of a first application</a:t>
            </a:r>
            <a:r>
              <a:rPr lang="en-US" noProof="0" dirty="0"/>
              <a:t/>
            </a:r>
            <a:br>
              <a:rPr lang="en-US" noProof="0" dirty="0"/>
            </a:br>
            <a:r>
              <a:rPr lang="en-US" noProof="0" dirty="0"/>
              <a:t>A Hello World application – Step 1</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First an own package has to be created (Transaction </a:t>
            </a:r>
            <a:r>
              <a:rPr lang="en-US" b="1" i="1" noProof="0" dirty="0"/>
              <a:t>SE21 </a:t>
            </a:r>
            <a:r>
              <a:rPr lang="en-US" i="1" noProof="0" dirty="0"/>
              <a:t>– Package builder</a:t>
            </a:r>
            <a:r>
              <a:rPr lang="en-US" noProof="0" dirty="0"/>
              <a:t>)</a:t>
            </a:r>
          </a:p>
        </p:txBody>
      </p:sp>
      <p:pic>
        <p:nvPicPr>
          <p:cNvPr id="4" name="Grafik 3"/>
          <p:cNvPicPr>
            <a:picLocks noChangeAspect="1"/>
          </p:cNvPicPr>
          <p:nvPr/>
        </p:nvPicPr>
        <p:blipFill>
          <a:blip r:embed="rId3"/>
          <a:stretch>
            <a:fillRect/>
          </a:stretch>
        </p:blipFill>
        <p:spPr>
          <a:xfrm>
            <a:off x="3948712" y="2189639"/>
            <a:ext cx="4295775" cy="2114550"/>
          </a:xfrm>
          <a:prstGeom prst="rect">
            <a:avLst/>
          </a:prstGeom>
        </p:spPr>
      </p:pic>
    </p:spTree>
    <p:extLst>
      <p:ext uri="{BB962C8B-B14F-4D97-AF65-F5344CB8AC3E}">
        <p14:creationId xmlns:p14="http://schemas.microsoft.com/office/powerpoint/2010/main" val="519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VI. Development of a first application</a:t>
            </a:r>
            <a:r>
              <a:rPr lang="en-US" noProof="0" dirty="0"/>
              <a:t/>
            </a:r>
            <a:br>
              <a:rPr lang="en-US" noProof="0" dirty="0"/>
            </a:br>
            <a:r>
              <a:rPr lang="en-US" noProof="0" dirty="0"/>
              <a:t>A Hello World application – Step 2</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Create your program</a:t>
            </a:r>
          </a:p>
        </p:txBody>
      </p:sp>
      <p:pic>
        <p:nvPicPr>
          <p:cNvPr id="5" name="Grafik 4"/>
          <p:cNvPicPr>
            <a:picLocks noChangeAspect="1"/>
          </p:cNvPicPr>
          <p:nvPr/>
        </p:nvPicPr>
        <p:blipFill>
          <a:blip r:embed="rId3"/>
          <a:stretch>
            <a:fillRect/>
          </a:stretch>
        </p:blipFill>
        <p:spPr>
          <a:xfrm>
            <a:off x="3756624" y="2141763"/>
            <a:ext cx="4679951" cy="3494270"/>
          </a:xfrm>
          <a:prstGeom prst="rect">
            <a:avLst/>
          </a:prstGeom>
        </p:spPr>
      </p:pic>
    </p:spTree>
    <p:extLst>
      <p:ext uri="{BB962C8B-B14F-4D97-AF65-F5344CB8AC3E}">
        <p14:creationId xmlns:p14="http://schemas.microsoft.com/office/powerpoint/2010/main" val="2939105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VI. Development of a first application</a:t>
            </a:r>
            <a:r>
              <a:rPr lang="en-US" noProof="0" dirty="0"/>
              <a:t/>
            </a:r>
            <a:br>
              <a:rPr lang="en-US" noProof="0" dirty="0"/>
            </a:br>
            <a:r>
              <a:rPr lang="en-US" noProof="0" dirty="0"/>
              <a:t>A Hello World application – Step 3</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Now add your code</a:t>
            </a:r>
          </a:p>
        </p:txBody>
      </p:sp>
      <p:pic>
        <p:nvPicPr>
          <p:cNvPr id="4" name="Grafik 3"/>
          <p:cNvPicPr>
            <a:picLocks noChangeAspect="1"/>
          </p:cNvPicPr>
          <p:nvPr/>
        </p:nvPicPr>
        <p:blipFill>
          <a:blip r:embed="rId3"/>
          <a:stretch>
            <a:fillRect/>
          </a:stretch>
        </p:blipFill>
        <p:spPr>
          <a:xfrm>
            <a:off x="6535737" y="2658269"/>
            <a:ext cx="2095500" cy="552450"/>
          </a:xfrm>
          <a:prstGeom prst="rect">
            <a:avLst/>
          </a:prstGeom>
        </p:spPr>
      </p:pic>
      <p:sp>
        <p:nvSpPr>
          <p:cNvPr id="6" name="Rechteckige Legende 5"/>
          <p:cNvSpPr/>
          <p:nvPr/>
        </p:nvSpPr>
        <p:spPr bwMode="gray">
          <a:xfrm>
            <a:off x="2259480" y="2658269"/>
            <a:ext cx="2739240" cy="747871"/>
          </a:xfrm>
          <a:prstGeom prst="wedgeRectCallout">
            <a:avLst>
              <a:gd name="adj1" fmla="val 107219"/>
              <a:gd name="adj2" fmla="val -35497"/>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Code for report Z_HELLOWORLD_00</a:t>
            </a:r>
          </a:p>
        </p:txBody>
      </p:sp>
      <p:sp>
        <p:nvSpPr>
          <p:cNvPr id="7" name="Rechteckige Legende 6"/>
          <p:cNvSpPr/>
          <p:nvPr/>
        </p:nvSpPr>
        <p:spPr bwMode="gray">
          <a:xfrm>
            <a:off x="2259479" y="3915905"/>
            <a:ext cx="4276257" cy="1402855"/>
          </a:xfrm>
          <a:prstGeom prst="wedgeRectCallout">
            <a:avLst>
              <a:gd name="adj1" fmla="val 51298"/>
              <a:gd name="adj2" fmla="val -119301"/>
            </a:avLst>
          </a:prstGeom>
          <a:solidFill>
            <a:schemeClr val="bg1"/>
          </a:solidFill>
          <a:ln w="1905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effectLst/>
                <a:uLnTx/>
                <a:uFillTx/>
                <a:ea typeface="Arial Unicode MS" pitchFamily="34" charset="-128"/>
                <a:cs typeface="Arial Unicode MS" pitchFamily="34" charset="-128"/>
              </a:rPr>
              <a:t>Writes “Hello World</a:t>
            </a:r>
            <a:r>
              <a:rPr lang="en-US" sz="2000" kern="0" dirty="0">
                <a:ea typeface="Arial Unicode MS" pitchFamily="34" charset="-128"/>
                <a:cs typeface="Arial Unicode MS" pitchFamily="34" charset="-128"/>
              </a:rPr>
              <a:t>” on the screen. Note the closing dot (similar to semicolon in Java or C#)</a:t>
            </a:r>
            <a:endParaRPr kumimoji="0" lang="en-US" sz="2000" b="0" i="0" u="none" strike="noStrike" kern="0" cap="none" spc="0" normalizeH="0" baseline="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404863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noProof="0" dirty="0">
                <a:solidFill>
                  <a:schemeClr val="bg2"/>
                </a:solidFill>
              </a:rPr>
              <a:t>VI. Development of a first application</a:t>
            </a:r>
            <a:r>
              <a:rPr lang="en-US" noProof="0" dirty="0"/>
              <a:t/>
            </a:r>
            <a:br>
              <a:rPr lang="en-US" noProof="0" dirty="0"/>
            </a:br>
            <a:r>
              <a:rPr lang="en-US" noProof="0" dirty="0"/>
              <a:t>A Hello World application – Step 4</a:t>
            </a:r>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noProof="0" dirty="0"/>
              <a:t>Finally activate your code and run the application</a:t>
            </a:r>
          </a:p>
          <a:p>
            <a:pPr marL="342900" indent="-342900">
              <a:buFont typeface="Arial" panose="020B0604020202020204" pitchFamily="34" charset="0"/>
              <a:buChar char="•"/>
            </a:pPr>
            <a:r>
              <a:rPr lang="en-US" dirty="0"/>
              <a:t>The SAP system always executes the last activated version of a program</a:t>
            </a:r>
          </a:p>
          <a:p>
            <a:pPr marL="342900" indent="-342900">
              <a:buFont typeface="Arial" panose="020B0604020202020204" pitchFamily="34" charset="0"/>
              <a:buChar char="•"/>
            </a:pPr>
            <a:r>
              <a:rPr lang="en-US" dirty="0"/>
              <a:t>If your program</a:t>
            </a:r>
            <a:r>
              <a:rPr lang="en-US" noProof="0" dirty="0"/>
              <a:t> has not been activated after changing the code, the version before</a:t>
            </a:r>
            <a:r>
              <a:rPr lang="en-US" dirty="0"/>
              <a:t> the changes were made will be executed</a:t>
            </a:r>
            <a:endParaRPr lang="en-US" noProof="0" dirty="0"/>
          </a:p>
        </p:txBody>
      </p:sp>
      <p:pic>
        <p:nvPicPr>
          <p:cNvPr id="5" name="Grafik 4"/>
          <p:cNvPicPr>
            <a:picLocks noChangeAspect="1"/>
          </p:cNvPicPr>
          <p:nvPr/>
        </p:nvPicPr>
        <p:blipFill>
          <a:blip r:embed="rId3"/>
          <a:stretch>
            <a:fillRect/>
          </a:stretch>
        </p:blipFill>
        <p:spPr>
          <a:xfrm>
            <a:off x="2915250" y="3888898"/>
            <a:ext cx="6362700" cy="1590675"/>
          </a:xfrm>
          <a:prstGeom prst="rect">
            <a:avLst/>
          </a:prstGeom>
        </p:spPr>
      </p:pic>
    </p:spTree>
    <p:extLst>
      <p:ext uri="{BB962C8B-B14F-4D97-AF65-F5344CB8AC3E}">
        <p14:creationId xmlns:p14="http://schemas.microsoft.com/office/powerpoint/2010/main" val="2870453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04657"/>
          </a:xfrm>
        </p:spPr>
        <p:txBody>
          <a:bodyPr/>
          <a:lstStyle/>
          <a:p>
            <a:r>
              <a:rPr lang="en-US" dirty="0"/>
              <a:t>Now you know the very basics of ABAP development. </a:t>
            </a:r>
          </a:p>
          <a:p>
            <a:r>
              <a:rPr lang="en-US" dirty="0"/>
              <a:t>To consolidate your knowledge, you can do the Introduction exercise. </a:t>
            </a:r>
          </a:p>
        </p:txBody>
      </p:sp>
    </p:spTree>
    <p:extLst>
      <p:ext uri="{BB962C8B-B14F-4D97-AF65-F5344CB8AC3E}">
        <p14:creationId xmlns:p14="http://schemas.microsoft.com/office/powerpoint/2010/main" val="2736890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en-US" dirty="0"/>
              <a:t>Check your knowledge</a:t>
            </a:r>
          </a:p>
        </p:txBody>
      </p:sp>
    </p:spTree>
    <p:extLst>
      <p:ext uri="{BB962C8B-B14F-4D97-AF65-F5344CB8AC3E}">
        <p14:creationId xmlns:p14="http://schemas.microsoft.com/office/powerpoint/2010/main" val="36777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Check </a:t>
            </a:r>
            <a:r>
              <a:rPr lang="de-DE" dirty="0" err="1"/>
              <a:t>your</a:t>
            </a:r>
            <a:r>
              <a:rPr lang="de-DE" dirty="0"/>
              <a:t> </a:t>
            </a:r>
            <a:r>
              <a:rPr lang="de-DE" dirty="0" err="1"/>
              <a:t>knowledge</a:t>
            </a:r>
            <a:endParaRPr lang="en-US" dirty="0"/>
          </a:p>
        </p:txBody>
      </p:sp>
      <p:sp>
        <p:nvSpPr>
          <p:cNvPr id="3" name="Inhaltsplatzhalter 2"/>
          <p:cNvSpPr>
            <a:spLocks noGrp="1"/>
          </p:cNvSpPr>
          <p:nvPr>
            <p:ph idx="1"/>
          </p:nvPr>
        </p:nvSpPr>
        <p:spPr>
          <a:xfrm>
            <a:off x="324000" y="1414578"/>
            <a:ext cx="11545200" cy="4833822"/>
          </a:xfrm>
        </p:spPr>
        <p:txBody>
          <a:bodyPr/>
          <a:lstStyle/>
          <a:p>
            <a:pPr marL="342900" indent="-342900">
              <a:buFont typeface="Arial" panose="020B0604020202020204" pitchFamily="34" charset="0"/>
              <a:buChar char="•"/>
            </a:pPr>
            <a:r>
              <a:rPr lang="en-US" dirty="0"/>
              <a:t>An ABAP report can only be executed in the background.</a:t>
            </a:r>
          </a:p>
          <a:p>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900" indent="-342900">
              <a:buFont typeface="Arial" panose="020B0604020202020204" pitchFamily="34" charset="0"/>
              <a:buChar char="•"/>
            </a:pPr>
            <a:r>
              <a:rPr lang="en-US" dirty="0"/>
              <a:t>Which requirements have to be fulfilled in order to release a transport request. </a:t>
            </a:r>
          </a:p>
          <a:p>
            <a:r>
              <a:rPr lang="en-US" dirty="0"/>
              <a:t>	</a:t>
            </a:r>
            <a:r>
              <a:rPr lang="de-DE" dirty="0">
                <a:sym typeface="Wingdings" panose="05000000000000000000" pitchFamily="2" charset="2"/>
              </a:rPr>
              <a:t> </a:t>
            </a:r>
            <a:r>
              <a:rPr lang="en-US" dirty="0"/>
              <a:t> Code has been successfully written to the </a:t>
            </a:r>
            <a:r>
              <a:rPr lang="en-US" dirty="0" err="1"/>
              <a:t>filesystem</a:t>
            </a:r>
            <a:r>
              <a:rPr lang="en-US" dirty="0"/>
              <a:t>	</a:t>
            </a:r>
            <a:r>
              <a:rPr lang="de-DE" dirty="0">
                <a:sym typeface="Wingdings" panose="05000000000000000000" pitchFamily="2" charset="2"/>
              </a:rPr>
              <a:t> </a:t>
            </a:r>
            <a:r>
              <a:rPr lang="en-US" dirty="0"/>
              <a:t> Its Tasks have to be released</a:t>
            </a:r>
          </a:p>
          <a:p>
            <a:r>
              <a:rPr lang="de-DE" dirty="0">
                <a:sym typeface="Wingdings" panose="05000000000000000000" pitchFamily="2" charset="2"/>
              </a:rPr>
              <a:t>	  </a:t>
            </a:r>
            <a:r>
              <a:rPr lang="de-DE" dirty="0" err="1">
                <a:sym typeface="Wingdings" panose="05000000000000000000" pitchFamily="2" charset="2"/>
              </a:rPr>
              <a:t>You</a:t>
            </a:r>
            <a:r>
              <a:rPr lang="de-DE" dirty="0">
                <a:sym typeface="Wingdings" panose="05000000000000000000" pitchFamily="2" charset="2"/>
              </a:rPr>
              <a:t> </a:t>
            </a:r>
            <a:r>
              <a:rPr lang="de-DE" dirty="0" err="1">
                <a:sym typeface="Wingdings" panose="05000000000000000000" pitchFamily="2" charset="2"/>
              </a:rPr>
              <a:t>have</a:t>
            </a:r>
            <a:r>
              <a:rPr lang="de-DE" dirty="0">
                <a:sym typeface="Wingdings" panose="05000000000000000000" pitchFamily="2" charset="2"/>
              </a:rPr>
              <a: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be</a:t>
            </a:r>
            <a:r>
              <a:rPr lang="de-DE" dirty="0">
                <a:sym typeface="Wingdings" panose="05000000000000000000" pitchFamily="2" charset="2"/>
              </a:rPr>
              <a:t> </a:t>
            </a:r>
            <a:r>
              <a:rPr lang="de-DE" dirty="0" err="1">
                <a:sym typeface="Wingdings" panose="05000000000000000000" pitchFamily="2" charset="2"/>
              </a:rPr>
              <a:t>owner</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request</a:t>
            </a:r>
            <a:endParaRPr lang="en-US" dirty="0"/>
          </a:p>
          <a:p>
            <a:pPr marL="342900" indent="-342900">
              <a:buFont typeface="Arial" panose="020B0604020202020204" pitchFamily="34" charset="0"/>
              <a:buChar char="•"/>
            </a:pPr>
            <a:r>
              <a:rPr lang="en-US" dirty="0"/>
              <a:t>Which ABAP reports can be created with only having an access key for developers.</a:t>
            </a:r>
          </a:p>
          <a:p>
            <a:r>
              <a:rPr lang="en-US" dirty="0"/>
              <a:t>	</a:t>
            </a:r>
            <a:r>
              <a:rPr lang="de-DE" dirty="0">
                <a:sym typeface="Wingdings" panose="05000000000000000000" pitchFamily="2" charset="2"/>
              </a:rPr>
              <a:t>  SAPLWB_INITIAL_TOOL	  A_CALCULATOR  Z_CALCULATOR  BMW_I8</a:t>
            </a:r>
            <a:r>
              <a:rPr lang="en-US" dirty="0"/>
              <a:t/>
            </a:r>
            <a:br>
              <a:rPr lang="en-US" dirty="0"/>
            </a:br>
            <a:endParaRPr lang="en-US" dirty="0"/>
          </a:p>
        </p:txBody>
      </p:sp>
    </p:spTree>
    <p:extLst>
      <p:ext uri="{BB962C8B-B14F-4D97-AF65-F5344CB8AC3E}">
        <p14:creationId xmlns:p14="http://schemas.microsoft.com/office/powerpoint/2010/main" val="743686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e-DE" dirty="0"/>
              <a:t>Solution</a:t>
            </a:r>
          </a:p>
        </p:txBody>
      </p:sp>
    </p:spTree>
    <p:extLst>
      <p:ext uri="{BB962C8B-B14F-4D97-AF65-F5344CB8AC3E}">
        <p14:creationId xmlns:p14="http://schemas.microsoft.com/office/powerpoint/2010/main" val="1489575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Solution</a:t>
            </a:r>
            <a:endParaRPr lang="en-US" dirty="0"/>
          </a:p>
        </p:txBody>
      </p:sp>
      <p:sp>
        <p:nvSpPr>
          <p:cNvPr id="3" name="Inhaltsplatzhalter 2"/>
          <p:cNvSpPr>
            <a:spLocks noGrp="1"/>
          </p:cNvSpPr>
          <p:nvPr>
            <p:ph idx="1"/>
          </p:nvPr>
        </p:nvSpPr>
        <p:spPr>
          <a:xfrm>
            <a:off x="324000" y="1414578"/>
            <a:ext cx="11545200" cy="4833822"/>
          </a:xfrm>
        </p:spPr>
        <p:txBody>
          <a:bodyPr/>
          <a:lstStyle/>
          <a:p>
            <a:pPr marL="342900" indent="-342900">
              <a:buFont typeface="Arial" panose="020B0604020202020204" pitchFamily="34" charset="0"/>
              <a:buChar char="•"/>
            </a:pPr>
            <a:r>
              <a:rPr lang="en-US" dirty="0"/>
              <a:t>An ABAP report can only be executed in the background.</a:t>
            </a:r>
          </a:p>
          <a:p>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900" indent="-342900">
              <a:buFont typeface="Arial" panose="020B0604020202020204" pitchFamily="34" charset="0"/>
              <a:buChar char="•"/>
            </a:pPr>
            <a:r>
              <a:rPr lang="en-US" dirty="0"/>
              <a:t>Which requirements have to be fulfilled in order to release a transport request. </a:t>
            </a:r>
          </a:p>
          <a:p>
            <a:r>
              <a:rPr lang="en-US" dirty="0"/>
              <a:t>	</a:t>
            </a:r>
            <a:r>
              <a:rPr lang="de-DE" dirty="0">
                <a:sym typeface="Wingdings" panose="05000000000000000000" pitchFamily="2" charset="2"/>
              </a:rPr>
              <a:t> </a:t>
            </a:r>
            <a:r>
              <a:rPr lang="en-US" dirty="0"/>
              <a:t> Code has been successfully written to the </a:t>
            </a:r>
            <a:r>
              <a:rPr lang="en-US" dirty="0" err="1"/>
              <a:t>filesystem</a:t>
            </a:r>
            <a:r>
              <a:rPr lang="en-US" dirty="0"/>
              <a:t>	</a:t>
            </a:r>
            <a:r>
              <a:rPr lang="de-DE" dirty="0">
                <a:sym typeface="Wingdings" panose="05000000000000000000" pitchFamily="2" charset="2"/>
              </a:rPr>
              <a:t> </a:t>
            </a:r>
            <a:r>
              <a:rPr lang="en-US" dirty="0"/>
              <a:t> Its Tasks have to be released</a:t>
            </a:r>
          </a:p>
          <a:p>
            <a:r>
              <a:rPr lang="de-DE" dirty="0">
                <a:sym typeface="Wingdings" panose="05000000000000000000" pitchFamily="2" charset="2"/>
              </a:rPr>
              <a:t>	  </a:t>
            </a:r>
            <a:r>
              <a:rPr lang="de-DE" dirty="0" err="1">
                <a:sym typeface="Wingdings" panose="05000000000000000000" pitchFamily="2" charset="2"/>
              </a:rPr>
              <a:t>You</a:t>
            </a:r>
            <a:r>
              <a:rPr lang="de-DE" dirty="0">
                <a:sym typeface="Wingdings" panose="05000000000000000000" pitchFamily="2" charset="2"/>
              </a:rPr>
              <a:t> </a:t>
            </a:r>
            <a:r>
              <a:rPr lang="de-DE" dirty="0" err="1">
                <a:sym typeface="Wingdings" panose="05000000000000000000" pitchFamily="2" charset="2"/>
              </a:rPr>
              <a:t>have</a:t>
            </a:r>
            <a:r>
              <a:rPr lang="de-DE" dirty="0">
                <a:sym typeface="Wingdings" panose="05000000000000000000" pitchFamily="2" charset="2"/>
              </a:rPr>
              <a: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be</a:t>
            </a:r>
            <a:r>
              <a:rPr lang="de-DE" dirty="0">
                <a:sym typeface="Wingdings" panose="05000000000000000000" pitchFamily="2" charset="2"/>
              </a:rPr>
              <a:t> </a:t>
            </a:r>
            <a:r>
              <a:rPr lang="de-DE" dirty="0" err="1">
                <a:sym typeface="Wingdings" panose="05000000000000000000" pitchFamily="2" charset="2"/>
              </a:rPr>
              <a:t>owner</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request</a:t>
            </a:r>
            <a:endParaRPr lang="en-US" dirty="0"/>
          </a:p>
          <a:p>
            <a:pPr marL="342900" indent="-342900">
              <a:buFont typeface="Arial" panose="020B0604020202020204" pitchFamily="34" charset="0"/>
              <a:buChar char="•"/>
            </a:pPr>
            <a:r>
              <a:rPr lang="en-US" dirty="0"/>
              <a:t>Which ABAP reports can be created with only having an access key for developers.</a:t>
            </a:r>
          </a:p>
          <a:p>
            <a:r>
              <a:rPr lang="en-US" dirty="0"/>
              <a:t>	</a:t>
            </a:r>
            <a:r>
              <a:rPr lang="de-DE" dirty="0">
                <a:sym typeface="Wingdings" panose="05000000000000000000" pitchFamily="2" charset="2"/>
              </a:rPr>
              <a:t>  SAPLWB_INITIAL_TOOL	  A_CALCULATOR  Z_CALCULATOR  BMW_I8</a:t>
            </a:r>
            <a:r>
              <a:rPr lang="en-US" dirty="0"/>
              <a:t/>
            </a:r>
            <a:br>
              <a:rPr lang="en-US" dirty="0"/>
            </a:br>
            <a:endParaRPr lang="en-US" dirty="0"/>
          </a:p>
          <a:p>
            <a:endParaRPr lang="en-US" dirty="0"/>
          </a:p>
        </p:txBody>
      </p:sp>
    </p:spTree>
    <p:extLst>
      <p:ext uri="{BB962C8B-B14F-4D97-AF65-F5344CB8AC3E}">
        <p14:creationId xmlns:p14="http://schemas.microsoft.com/office/powerpoint/2010/main" val="1981652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38373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1117</Words>
  <Application>Microsoft Office PowerPoint</Application>
  <PresentationFormat>Benutzerdefiniert</PresentationFormat>
  <Paragraphs>205</Paragraphs>
  <Slides>26</Slides>
  <Notes>4</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1</vt:i4>
      </vt:variant>
      <vt:variant>
        <vt:lpstr>Folientitel</vt:lpstr>
      </vt:variant>
      <vt:variant>
        <vt:i4>26</vt:i4>
      </vt:variant>
    </vt:vector>
  </HeadingPairs>
  <TitlesOfParts>
    <vt:vector size="35" baseType="lpstr">
      <vt:lpstr>Arial</vt:lpstr>
      <vt:lpstr>Arial Unicode MS</vt:lpstr>
      <vt:lpstr>Calibri</vt:lpstr>
      <vt:lpstr>Courier New</vt:lpstr>
      <vt:lpstr>Symbol</vt:lpstr>
      <vt:lpstr>Wingdings</vt:lpstr>
      <vt:lpstr>Wingdings</vt:lpstr>
      <vt:lpstr>SAP_2016_16x9_white</vt:lpstr>
      <vt:lpstr>think-cell Slide</vt:lpstr>
      <vt:lpstr>Introduction to ABAP </vt:lpstr>
      <vt:lpstr>Agenda</vt:lpstr>
      <vt:lpstr>I. Introduction to SAP SAP SE</vt:lpstr>
      <vt:lpstr>I. Introduction to SAP SAP Netweaver</vt:lpstr>
      <vt:lpstr>II. Introduction into ABAP History of ABAP</vt:lpstr>
      <vt:lpstr>II. Introduction into ABAP What is SGEN?</vt:lpstr>
      <vt:lpstr>II. Introduction into ABAP ABAP repository</vt:lpstr>
      <vt:lpstr>II. Introduction into ABAP Report / Dialog-Driven Program</vt:lpstr>
      <vt:lpstr>III. Transport Concept Why transportation?</vt:lpstr>
      <vt:lpstr>III. Transport Concept Transport Hierarchy</vt:lpstr>
      <vt:lpstr>III. Transport Concept Releasing transport requests</vt:lpstr>
      <vt:lpstr>IV. Development Prerequisites SAP Client configuration</vt:lpstr>
      <vt:lpstr>IV. Development Prerequisites SAP User configuration</vt:lpstr>
      <vt:lpstr>IV. Development Prerequisites Creation of a package and a transport request</vt:lpstr>
      <vt:lpstr>IV. Development Prerequisites Namespaces</vt:lpstr>
      <vt:lpstr>V. Using Help Using different Help options (separate with screenshots)</vt:lpstr>
      <vt:lpstr>VI. Development of a first application A Hello World application – Step 1</vt:lpstr>
      <vt:lpstr>VI. Development of a first application A Hello World application – Step 2</vt:lpstr>
      <vt:lpstr>VI. Development of a first application A Hello World application – Step 3</vt:lpstr>
      <vt:lpstr>VI. Development of a first application A Hello World application – Step 4</vt:lpstr>
      <vt:lpstr> </vt:lpstr>
      <vt:lpstr>Check your knowledge</vt:lpstr>
      <vt:lpstr>Check your knowledge</vt:lpstr>
      <vt:lpstr>Solution</vt:lpstr>
      <vt:lpstr>Solution</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ABAP</dc:title>
  <dc:subject>SAP Application Development</dc:subject>
  <dc:creator>SAP UCC Munich</dc:creator>
  <cp:lastModifiedBy>Rank, Johannes</cp:lastModifiedBy>
  <cp:revision>185</cp:revision>
  <dcterms:created xsi:type="dcterms:W3CDTF">2015-07-03T07:45:52Z</dcterms:created>
  <dcterms:modified xsi:type="dcterms:W3CDTF">2018-10-15T14:54:11Z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