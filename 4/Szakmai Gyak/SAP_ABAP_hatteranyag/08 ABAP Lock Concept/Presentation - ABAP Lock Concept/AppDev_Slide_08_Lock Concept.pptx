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9.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7" r:id="rId1"/>
  </p:sldMasterIdLst>
  <p:notesMasterIdLst>
    <p:notesMasterId r:id="rId28"/>
  </p:notesMasterIdLst>
  <p:handoutMasterIdLst>
    <p:handoutMasterId r:id="rId29"/>
  </p:handoutMasterIdLst>
  <p:sldIdLst>
    <p:sldId id="347" r:id="rId2"/>
    <p:sldId id="358" r:id="rId3"/>
    <p:sldId id="349" r:id="rId4"/>
    <p:sldId id="374" r:id="rId5"/>
    <p:sldId id="348" r:id="rId6"/>
    <p:sldId id="373" r:id="rId7"/>
    <p:sldId id="379" r:id="rId8"/>
    <p:sldId id="367" r:id="rId9"/>
    <p:sldId id="368" r:id="rId10"/>
    <p:sldId id="380" r:id="rId11"/>
    <p:sldId id="382" r:id="rId12"/>
    <p:sldId id="361" r:id="rId13"/>
    <p:sldId id="376" r:id="rId14"/>
    <p:sldId id="378" r:id="rId15"/>
    <p:sldId id="365" r:id="rId16"/>
    <p:sldId id="362" r:id="rId17"/>
    <p:sldId id="381" r:id="rId18"/>
    <p:sldId id="364" r:id="rId19"/>
    <p:sldId id="377" r:id="rId20"/>
    <p:sldId id="383" r:id="rId21"/>
    <p:sldId id="369" r:id="rId22"/>
    <p:sldId id="371" r:id="rId23"/>
    <p:sldId id="370" r:id="rId24"/>
    <p:sldId id="372" r:id="rId25"/>
    <p:sldId id="351" r:id="rId26"/>
    <p:sldId id="384" r:id="rId27"/>
  </p:sldIdLst>
  <p:sldSz cx="12195175" cy="6859588"/>
  <p:notesSz cx="6797675" cy="9874250"/>
  <p:defaultTex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FDB913"/>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18">
          <p15:clr>
            <a:srgbClr val="A4A3A4"/>
          </p15:clr>
        </p15:guide>
        <p15:guide id="2" orient="horz" pos="3835">
          <p15:clr>
            <a:srgbClr val="A4A3A4"/>
          </p15:clr>
        </p15:guide>
        <p15:guide id="3" orient="horz" pos="1072" userDrawn="1">
          <p15:clr>
            <a:srgbClr val="A4A3A4"/>
          </p15:clr>
        </p15:guide>
        <p15:guide id="4" orient="horz" pos="779">
          <p15:clr>
            <a:srgbClr val="A4A3A4"/>
          </p15:clr>
        </p15:guide>
        <p15:guide id="5" pos="7478">
          <p15:clr>
            <a:srgbClr val="A4A3A4"/>
          </p15:clr>
        </p15:guide>
        <p15:guide id="6" pos="205">
          <p15:clr>
            <a:srgbClr val="A4A3A4"/>
          </p15:clr>
        </p15:guide>
        <p15:guide id="7" pos="3849">
          <p15:clr>
            <a:srgbClr val="A4A3A4"/>
          </p15:clr>
        </p15:guide>
        <p15:guide id="8" pos="4708">
          <p15:clr>
            <a:srgbClr val="A4A3A4"/>
          </p15:clr>
        </p15:guide>
        <p15:guide id="9" pos="4812">
          <p15:clr>
            <a:srgbClr val="A4A3A4"/>
          </p15:clr>
        </p15:guide>
        <p15:guide id="10" pos="2865">
          <p15:clr>
            <a:srgbClr val="A4A3A4"/>
          </p15:clr>
        </p15:guide>
        <p15:guide id="11" pos="2965">
          <p15:clr>
            <a:srgbClr val="A4A3A4"/>
          </p15:clr>
        </p15:guide>
      </p15:sldGuideLst>
    </p:ext>
    <p:ext uri="{2D200454-40CA-4A62-9FC3-DE9A4176ACB9}">
      <p15:notesGuideLst xmlns:p15="http://schemas.microsoft.com/office/powerpoint/2012/main">
        <p15:guide id="1" orient="horz" pos="3110">
          <p15:clr>
            <a:srgbClr val="A4A3A4"/>
          </p15:clr>
        </p15:guide>
        <p15:guide id="2" pos="351">
          <p15:clr>
            <a:srgbClr val="A4A3A4"/>
          </p15:clr>
        </p15:guide>
        <p15:guide id="3" pos="395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uchner, Claudia" initials="BC" lastIdx="4" clrIdx="0">
    <p:extLst>
      <p:ext uri="{19B8F6BF-5375-455C-9EA6-DF929625EA0E}">
        <p15:presenceInfo xmlns:p15="http://schemas.microsoft.com/office/powerpoint/2012/main" userId="Buchner, Claudia" providerId="None"/>
      </p:ext>
    </p:extLst>
  </p:cmAuthor>
  <p:cmAuthor id="2" name="Matthias Renner" initials="MR" lastIdx="5" clrIdx="1">
    <p:extLst>
      <p:ext uri="{19B8F6BF-5375-455C-9EA6-DF929625EA0E}">
        <p15:presenceInfo xmlns:p15="http://schemas.microsoft.com/office/powerpoint/2012/main" userId="ace60a1c523e29f8" providerId="Windows Live"/>
      </p:ext>
    </p:extLst>
  </p:cmAuthor>
  <p:cmAuthor id="3" name="Adrian Streitz" initials="AS" lastIdx="1" clrIdx="2">
    <p:extLst>
      <p:ext uri="{19B8F6BF-5375-455C-9EA6-DF929625EA0E}">
        <p15:presenceInfo xmlns:p15="http://schemas.microsoft.com/office/powerpoint/2012/main" userId="7b33fb9f13982c9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loop="1"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093"/>
    <a:srgbClr val="B6C5DA"/>
    <a:srgbClr val="3B8A15"/>
    <a:srgbClr val="FFFFFF"/>
    <a:srgbClr val="B5C4D7"/>
    <a:srgbClr val="A5B3C0"/>
    <a:srgbClr val="003283"/>
    <a:srgbClr val="FF0000"/>
    <a:srgbClr val="666666"/>
    <a:srgbClr val="2B3F7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C2FFA5D-87B4-456A-9821-1D502468CF0F}" styleName="Designformatvorlage 1 - Akz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184" autoAdjust="0"/>
    <p:restoredTop sz="94690" autoAdjust="0"/>
  </p:normalViewPr>
  <p:slideViewPr>
    <p:cSldViewPr snapToGrid="0" showGuides="1">
      <p:cViewPr varScale="1">
        <p:scale>
          <a:sx n="117" d="100"/>
          <a:sy n="117" d="100"/>
        </p:scale>
        <p:origin x="686" y="82"/>
      </p:cViewPr>
      <p:guideLst>
        <p:guide orient="horz" pos="4118"/>
        <p:guide orient="horz" pos="3835"/>
        <p:guide orient="horz" pos="1072"/>
        <p:guide orient="horz" pos="779"/>
        <p:guide pos="7478"/>
        <p:guide pos="205"/>
        <p:guide pos="3849"/>
        <p:guide pos="4708"/>
        <p:guide pos="4812"/>
        <p:guide pos="2865"/>
        <p:guide pos="2965"/>
      </p:guideLst>
    </p:cSldViewPr>
  </p:slideViewPr>
  <p:notesTextViewPr>
    <p:cViewPr>
      <p:scale>
        <a:sx n="100" d="100"/>
        <a:sy n="100" d="100"/>
      </p:scale>
      <p:origin x="0" y="0"/>
    </p:cViewPr>
  </p:notesTextViewPr>
  <p:sorterViewPr>
    <p:cViewPr varScale="1">
      <p:scale>
        <a:sx n="100" d="100"/>
        <a:sy n="100" d="100"/>
      </p:scale>
      <p:origin x="0" y="0"/>
    </p:cViewPr>
  </p:sorterViewPr>
  <p:notesViewPr>
    <p:cSldViewPr snapToGrid="0" showGuides="1">
      <p:cViewPr varScale="1">
        <p:scale>
          <a:sx n="91" d="100"/>
          <a:sy n="91" d="100"/>
        </p:scale>
        <p:origin x="3690" y="84"/>
      </p:cViewPr>
      <p:guideLst>
        <p:guide orient="horz" pos="3110"/>
        <p:guide pos="351"/>
        <p:guide pos="395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commentAuthors" Target="commentAuthors.xml"/><Relationship Id="rId8" Type="http://schemas.openxmlformats.org/officeDocument/2006/relationships/slide" Target="slides/slide7.xml"/></Relationships>
</file>

<file path=ppt/diagrams/_rels/data2.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image" Target="../media/image11.png"/></Relationships>
</file>

<file path=ppt/diagrams/_rels/data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image" Target="../media/image22.png"/></Relationships>
</file>

<file path=ppt/diagrams/_rels/drawing2.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image" Target="../media/image11.png"/></Relationships>
</file>

<file path=ppt/diagrams/_rels/drawing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image" Target="../media/image22.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DBD5CDE-A581-48CE-A029-48A221C07D1E}"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de-DE"/>
        </a:p>
      </dgm:t>
    </dgm:pt>
    <dgm:pt modelId="{B86E5066-5D37-41F7-BDA9-85CF1673364F}">
      <dgm:prSet/>
      <dgm:spPr/>
      <dgm:t>
        <a:bodyPr/>
        <a:lstStyle/>
        <a:p>
          <a:pPr rtl="0"/>
          <a:r>
            <a:rPr lang="de-DE" b="0" dirty="0"/>
            <a:t>Function Modules</a:t>
          </a:r>
          <a:endParaRPr lang="de-DE" dirty="0"/>
        </a:p>
      </dgm:t>
    </dgm:pt>
    <dgm:pt modelId="{DF4A45A9-008B-4118-8EB7-AFCF8E1B71CE}" type="parTrans" cxnId="{E78D8CE5-97FC-43EC-AF75-0C47F7E0DF99}">
      <dgm:prSet/>
      <dgm:spPr/>
      <dgm:t>
        <a:bodyPr/>
        <a:lstStyle/>
        <a:p>
          <a:endParaRPr lang="de-DE"/>
        </a:p>
      </dgm:t>
    </dgm:pt>
    <dgm:pt modelId="{656C3FCF-19EE-4D39-8ED5-7E5C9354FBA6}" type="sibTrans" cxnId="{E78D8CE5-97FC-43EC-AF75-0C47F7E0DF99}">
      <dgm:prSet/>
      <dgm:spPr/>
      <dgm:t>
        <a:bodyPr/>
        <a:lstStyle/>
        <a:p>
          <a:endParaRPr lang="de-DE"/>
        </a:p>
      </dgm:t>
    </dgm:pt>
    <dgm:pt modelId="{F8696E58-3CFB-47F6-BE9E-807414131185}">
      <dgm:prSet/>
      <dgm:spPr/>
      <dgm:t>
        <a:bodyPr/>
        <a:lstStyle/>
        <a:p>
          <a:pPr rtl="0"/>
          <a:r>
            <a:rPr lang="de-DE" b="1" dirty="0"/>
            <a:t>CALL FUNCTION … IN UPDATE TASK.</a:t>
          </a:r>
        </a:p>
      </dgm:t>
    </dgm:pt>
    <dgm:pt modelId="{EE2CBF9A-ACDE-4AB9-B402-76F5650D9DDE}" type="parTrans" cxnId="{50AA7A51-A69A-4FEF-B02E-412869475BC9}">
      <dgm:prSet/>
      <dgm:spPr/>
      <dgm:t>
        <a:bodyPr/>
        <a:lstStyle/>
        <a:p>
          <a:endParaRPr lang="de-DE"/>
        </a:p>
      </dgm:t>
    </dgm:pt>
    <dgm:pt modelId="{A40E9741-5277-4CEB-9F77-2F682CC07C91}" type="sibTrans" cxnId="{50AA7A51-A69A-4FEF-B02E-412869475BC9}">
      <dgm:prSet/>
      <dgm:spPr/>
      <dgm:t>
        <a:bodyPr/>
        <a:lstStyle/>
        <a:p>
          <a:endParaRPr lang="de-DE"/>
        </a:p>
      </dgm:t>
    </dgm:pt>
    <dgm:pt modelId="{AD08F535-7518-4BA4-AB0A-0D9EE443F165}">
      <dgm:prSet/>
      <dgm:spPr/>
      <dgm:t>
        <a:bodyPr/>
        <a:lstStyle/>
        <a:p>
          <a:pPr rtl="0"/>
          <a:r>
            <a:rPr lang="de-DE" b="0" dirty="0"/>
            <a:t>SAP LUW </a:t>
          </a:r>
          <a:r>
            <a:rPr lang="de-DE" b="0" dirty="0" err="1"/>
            <a:t>termination</a:t>
          </a:r>
          <a:endParaRPr lang="de-DE" dirty="0"/>
        </a:p>
      </dgm:t>
    </dgm:pt>
    <dgm:pt modelId="{815783AA-5719-4450-8924-6143B456E39F}" type="parTrans" cxnId="{A008654C-6B66-47F9-A354-2904FFCEC508}">
      <dgm:prSet/>
      <dgm:spPr/>
      <dgm:t>
        <a:bodyPr/>
        <a:lstStyle/>
        <a:p>
          <a:endParaRPr lang="de-DE"/>
        </a:p>
      </dgm:t>
    </dgm:pt>
    <dgm:pt modelId="{2D2D6E72-E3A7-4F32-9AF5-9546C24B052B}" type="sibTrans" cxnId="{A008654C-6B66-47F9-A354-2904FFCEC508}">
      <dgm:prSet/>
      <dgm:spPr/>
      <dgm:t>
        <a:bodyPr/>
        <a:lstStyle/>
        <a:p>
          <a:endParaRPr lang="de-DE"/>
        </a:p>
      </dgm:t>
    </dgm:pt>
    <dgm:pt modelId="{BD6F6F02-C893-480D-811D-806B8A0FBD52}">
      <dgm:prSet/>
      <dgm:spPr/>
      <dgm:t>
        <a:bodyPr/>
        <a:lstStyle/>
        <a:p>
          <a:pPr rtl="0"/>
          <a:r>
            <a:rPr lang="de-DE" b="1" dirty="0"/>
            <a:t>COMMIT WORK [AND WAIT].</a:t>
          </a:r>
        </a:p>
      </dgm:t>
    </dgm:pt>
    <dgm:pt modelId="{D4642E16-B603-4DE7-ADF4-E07A3F5F9911}" type="parTrans" cxnId="{1FCD29BD-C18F-41D6-A34C-953B70BA9F2F}">
      <dgm:prSet/>
      <dgm:spPr/>
      <dgm:t>
        <a:bodyPr/>
        <a:lstStyle/>
        <a:p>
          <a:endParaRPr lang="de-DE"/>
        </a:p>
      </dgm:t>
    </dgm:pt>
    <dgm:pt modelId="{2F0B4091-01FA-469E-A8DA-00B94BE5996B}" type="sibTrans" cxnId="{1FCD29BD-C18F-41D6-A34C-953B70BA9F2F}">
      <dgm:prSet/>
      <dgm:spPr/>
      <dgm:t>
        <a:bodyPr/>
        <a:lstStyle/>
        <a:p>
          <a:endParaRPr lang="de-DE"/>
        </a:p>
      </dgm:t>
    </dgm:pt>
    <dgm:pt modelId="{5245919E-2438-49FC-BFBA-9433F98E3F27}">
      <dgm:prSet/>
      <dgm:spPr/>
      <dgm:t>
        <a:bodyPr/>
        <a:lstStyle/>
        <a:p>
          <a:pPr rtl="0"/>
          <a:r>
            <a:rPr lang="de-DE" b="1" dirty="0"/>
            <a:t>ROLLBACK WORK.</a:t>
          </a:r>
        </a:p>
      </dgm:t>
    </dgm:pt>
    <dgm:pt modelId="{DEBA4436-01DF-4971-8AFB-103241A785A4}" type="parTrans" cxnId="{D02925C0-87BB-4D8C-8338-420D2A6F550A}">
      <dgm:prSet/>
      <dgm:spPr/>
      <dgm:t>
        <a:bodyPr/>
        <a:lstStyle/>
        <a:p>
          <a:endParaRPr lang="de-DE"/>
        </a:p>
      </dgm:t>
    </dgm:pt>
    <dgm:pt modelId="{3F35369C-FAA6-4C3D-A894-3F6B49E20381}" type="sibTrans" cxnId="{D02925C0-87BB-4D8C-8338-420D2A6F550A}">
      <dgm:prSet/>
      <dgm:spPr/>
      <dgm:t>
        <a:bodyPr/>
        <a:lstStyle/>
        <a:p>
          <a:endParaRPr lang="de-DE"/>
        </a:p>
      </dgm:t>
    </dgm:pt>
    <dgm:pt modelId="{24B3890B-E124-4366-BA7E-267F47F5B0FC}">
      <dgm:prSet/>
      <dgm:spPr/>
      <dgm:t>
        <a:bodyPr/>
        <a:lstStyle/>
        <a:p>
          <a:pPr rtl="0"/>
          <a:r>
            <a:rPr lang="de-DE" b="0" dirty="0"/>
            <a:t>Registration </a:t>
          </a:r>
          <a:r>
            <a:rPr lang="de-DE" b="0" dirty="0" err="1"/>
            <a:t>of</a:t>
          </a:r>
          <a:r>
            <a:rPr lang="de-DE" b="0" dirty="0"/>
            <a:t> </a:t>
          </a:r>
          <a:r>
            <a:rPr lang="de-DE" b="0" dirty="0" err="1"/>
            <a:t>subroutines</a:t>
          </a:r>
          <a:endParaRPr lang="de-DE" dirty="0"/>
        </a:p>
      </dgm:t>
    </dgm:pt>
    <dgm:pt modelId="{63024048-5E9C-48EC-9F4F-66ADAE413031}" type="parTrans" cxnId="{0C8F7FDC-57DF-4DFA-BF69-606FBFDBB1A6}">
      <dgm:prSet/>
      <dgm:spPr/>
      <dgm:t>
        <a:bodyPr/>
        <a:lstStyle/>
        <a:p>
          <a:endParaRPr lang="de-DE"/>
        </a:p>
      </dgm:t>
    </dgm:pt>
    <dgm:pt modelId="{2ECA9C99-1A68-464C-BA93-142BB4AAD85B}" type="sibTrans" cxnId="{0C8F7FDC-57DF-4DFA-BF69-606FBFDBB1A6}">
      <dgm:prSet/>
      <dgm:spPr/>
      <dgm:t>
        <a:bodyPr/>
        <a:lstStyle/>
        <a:p>
          <a:endParaRPr lang="de-DE"/>
        </a:p>
      </dgm:t>
    </dgm:pt>
    <dgm:pt modelId="{50E81E7E-818F-4FAE-9D58-664051FA28BE}">
      <dgm:prSet/>
      <dgm:spPr/>
      <dgm:t>
        <a:bodyPr/>
        <a:lstStyle/>
        <a:p>
          <a:pPr rtl="0"/>
          <a:r>
            <a:rPr lang="de-DE" b="1" dirty="0"/>
            <a:t>PERFORM … ON COMMIT | ROLLBACK.</a:t>
          </a:r>
        </a:p>
      </dgm:t>
    </dgm:pt>
    <dgm:pt modelId="{36C49FB4-A542-42E8-A2DC-E111D853FF08}" type="parTrans" cxnId="{D856FFB1-D788-4DAA-80AA-750A7BBFB507}">
      <dgm:prSet/>
      <dgm:spPr/>
      <dgm:t>
        <a:bodyPr/>
        <a:lstStyle/>
        <a:p>
          <a:endParaRPr lang="de-DE"/>
        </a:p>
      </dgm:t>
    </dgm:pt>
    <dgm:pt modelId="{5F748D81-E775-4355-9AA3-2598E9442388}" type="sibTrans" cxnId="{D856FFB1-D788-4DAA-80AA-750A7BBFB507}">
      <dgm:prSet/>
      <dgm:spPr/>
      <dgm:t>
        <a:bodyPr/>
        <a:lstStyle/>
        <a:p>
          <a:endParaRPr lang="de-DE"/>
        </a:p>
      </dgm:t>
    </dgm:pt>
    <dgm:pt modelId="{D623E662-B46E-48C9-A4DA-17F99981E7EB}" type="pres">
      <dgm:prSet presAssocID="{DDBD5CDE-A581-48CE-A029-48A221C07D1E}" presName="linear" presStyleCnt="0">
        <dgm:presLayoutVars>
          <dgm:dir/>
          <dgm:animLvl val="lvl"/>
          <dgm:resizeHandles val="exact"/>
        </dgm:presLayoutVars>
      </dgm:prSet>
      <dgm:spPr/>
      <dgm:t>
        <a:bodyPr/>
        <a:lstStyle/>
        <a:p>
          <a:endParaRPr lang="de-DE"/>
        </a:p>
      </dgm:t>
    </dgm:pt>
    <dgm:pt modelId="{96451160-877E-4A83-9FC5-1EFEF1553359}" type="pres">
      <dgm:prSet presAssocID="{B86E5066-5D37-41F7-BDA9-85CF1673364F}" presName="parentLin" presStyleCnt="0"/>
      <dgm:spPr/>
    </dgm:pt>
    <dgm:pt modelId="{61B24EEE-5F07-4A33-8FEF-0992FCBE0945}" type="pres">
      <dgm:prSet presAssocID="{B86E5066-5D37-41F7-BDA9-85CF1673364F}" presName="parentLeftMargin" presStyleLbl="node1" presStyleIdx="0" presStyleCnt="3"/>
      <dgm:spPr/>
      <dgm:t>
        <a:bodyPr/>
        <a:lstStyle/>
        <a:p>
          <a:endParaRPr lang="de-DE"/>
        </a:p>
      </dgm:t>
    </dgm:pt>
    <dgm:pt modelId="{11DBBCD1-E9A7-4E91-BC16-A82CCE354A38}" type="pres">
      <dgm:prSet presAssocID="{B86E5066-5D37-41F7-BDA9-85CF1673364F}" presName="parentText" presStyleLbl="node1" presStyleIdx="0" presStyleCnt="3">
        <dgm:presLayoutVars>
          <dgm:chMax val="0"/>
          <dgm:bulletEnabled val="1"/>
        </dgm:presLayoutVars>
      </dgm:prSet>
      <dgm:spPr/>
      <dgm:t>
        <a:bodyPr/>
        <a:lstStyle/>
        <a:p>
          <a:endParaRPr lang="de-DE"/>
        </a:p>
      </dgm:t>
    </dgm:pt>
    <dgm:pt modelId="{1103BDCF-1165-44F3-842D-90E4D047B622}" type="pres">
      <dgm:prSet presAssocID="{B86E5066-5D37-41F7-BDA9-85CF1673364F}" presName="negativeSpace" presStyleCnt="0"/>
      <dgm:spPr/>
    </dgm:pt>
    <dgm:pt modelId="{E24F4617-2F29-4C05-AB4A-CFFD88184C89}" type="pres">
      <dgm:prSet presAssocID="{B86E5066-5D37-41F7-BDA9-85CF1673364F}" presName="childText" presStyleLbl="conFgAcc1" presStyleIdx="0" presStyleCnt="3">
        <dgm:presLayoutVars>
          <dgm:bulletEnabled val="1"/>
        </dgm:presLayoutVars>
      </dgm:prSet>
      <dgm:spPr/>
      <dgm:t>
        <a:bodyPr/>
        <a:lstStyle/>
        <a:p>
          <a:endParaRPr lang="de-DE"/>
        </a:p>
      </dgm:t>
    </dgm:pt>
    <dgm:pt modelId="{2361990B-08A9-4F10-95F9-A4F48EDA71AE}" type="pres">
      <dgm:prSet presAssocID="{656C3FCF-19EE-4D39-8ED5-7E5C9354FBA6}" presName="spaceBetweenRectangles" presStyleCnt="0"/>
      <dgm:spPr/>
    </dgm:pt>
    <dgm:pt modelId="{930FF5DA-9E78-4109-88C1-046170E98E1B}" type="pres">
      <dgm:prSet presAssocID="{AD08F535-7518-4BA4-AB0A-0D9EE443F165}" presName="parentLin" presStyleCnt="0"/>
      <dgm:spPr/>
    </dgm:pt>
    <dgm:pt modelId="{901659BE-465D-4587-83B8-8CC5017E14EC}" type="pres">
      <dgm:prSet presAssocID="{AD08F535-7518-4BA4-AB0A-0D9EE443F165}" presName="parentLeftMargin" presStyleLbl="node1" presStyleIdx="0" presStyleCnt="3"/>
      <dgm:spPr/>
      <dgm:t>
        <a:bodyPr/>
        <a:lstStyle/>
        <a:p>
          <a:endParaRPr lang="de-DE"/>
        </a:p>
      </dgm:t>
    </dgm:pt>
    <dgm:pt modelId="{8908A02A-589F-4806-A8ED-30EB489AA46D}" type="pres">
      <dgm:prSet presAssocID="{AD08F535-7518-4BA4-AB0A-0D9EE443F165}" presName="parentText" presStyleLbl="node1" presStyleIdx="1" presStyleCnt="3">
        <dgm:presLayoutVars>
          <dgm:chMax val="0"/>
          <dgm:bulletEnabled val="1"/>
        </dgm:presLayoutVars>
      </dgm:prSet>
      <dgm:spPr/>
      <dgm:t>
        <a:bodyPr/>
        <a:lstStyle/>
        <a:p>
          <a:endParaRPr lang="de-DE"/>
        </a:p>
      </dgm:t>
    </dgm:pt>
    <dgm:pt modelId="{942306CA-4BBA-423F-99CF-6C8A9C6B2AB2}" type="pres">
      <dgm:prSet presAssocID="{AD08F535-7518-4BA4-AB0A-0D9EE443F165}" presName="negativeSpace" presStyleCnt="0"/>
      <dgm:spPr/>
    </dgm:pt>
    <dgm:pt modelId="{D102712A-766A-4CB5-A553-8839B85E849E}" type="pres">
      <dgm:prSet presAssocID="{AD08F535-7518-4BA4-AB0A-0D9EE443F165}" presName="childText" presStyleLbl="conFgAcc1" presStyleIdx="1" presStyleCnt="3">
        <dgm:presLayoutVars>
          <dgm:bulletEnabled val="1"/>
        </dgm:presLayoutVars>
      </dgm:prSet>
      <dgm:spPr/>
      <dgm:t>
        <a:bodyPr/>
        <a:lstStyle/>
        <a:p>
          <a:endParaRPr lang="de-DE"/>
        </a:p>
      </dgm:t>
    </dgm:pt>
    <dgm:pt modelId="{5D3A1954-45B0-44F4-8819-5BA351F3567A}" type="pres">
      <dgm:prSet presAssocID="{2D2D6E72-E3A7-4F32-9AF5-9546C24B052B}" presName="spaceBetweenRectangles" presStyleCnt="0"/>
      <dgm:spPr/>
    </dgm:pt>
    <dgm:pt modelId="{B627A882-5A72-4911-9E16-6CADCDFC5D61}" type="pres">
      <dgm:prSet presAssocID="{24B3890B-E124-4366-BA7E-267F47F5B0FC}" presName="parentLin" presStyleCnt="0"/>
      <dgm:spPr/>
    </dgm:pt>
    <dgm:pt modelId="{23F540FF-0176-4400-A655-09581DD44F00}" type="pres">
      <dgm:prSet presAssocID="{24B3890B-E124-4366-BA7E-267F47F5B0FC}" presName="parentLeftMargin" presStyleLbl="node1" presStyleIdx="1" presStyleCnt="3"/>
      <dgm:spPr/>
      <dgm:t>
        <a:bodyPr/>
        <a:lstStyle/>
        <a:p>
          <a:endParaRPr lang="de-DE"/>
        </a:p>
      </dgm:t>
    </dgm:pt>
    <dgm:pt modelId="{388A6D43-2367-4075-BBCA-10CD326B1D0D}" type="pres">
      <dgm:prSet presAssocID="{24B3890B-E124-4366-BA7E-267F47F5B0FC}" presName="parentText" presStyleLbl="node1" presStyleIdx="2" presStyleCnt="3">
        <dgm:presLayoutVars>
          <dgm:chMax val="0"/>
          <dgm:bulletEnabled val="1"/>
        </dgm:presLayoutVars>
      </dgm:prSet>
      <dgm:spPr/>
      <dgm:t>
        <a:bodyPr/>
        <a:lstStyle/>
        <a:p>
          <a:endParaRPr lang="de-DE"/>
        </a:p>
      </dgm:t>
    </dgm:pt>
    <dgm:pt modelId="{6D7B7CD7-20BC-4B9E-88F9-D88D0DE9AE99}" type="pres">
      <dgm:prSet presAssocID="{24B3890B-E124-4366-BA7E-267F47F5B0FC}" presName="negativeSpace" presStyleCnt="0"/>
      <dgm:spPr/>
    </dgm:pt>
    <dgm:pt modelId="{D7C954A9-2C8D-450A-9B7B-C121560AA3E1}" type="pres">
      <dgm:prSet presAssocID="{24B3890B-E124-4366-BA7E-267F47F5B0FC}" presName="childText" presStyleLbl="conFgAcc1" presStyleIdx="2" presStyleCnt="3">
        <dgm:presLayoutVars>
          <dgm:bulletEnabled val="1"/>
        </dgm:presLayoutVars>
      </dgm:prSet>
      <dgm:spPr/>
      <dgm:t>
        <a:bodyPr/>
        <a:lstStyle/>
        <a:p>
          <a:endParaRPr lang="de-DE"/>
        </a:p>
      </dgm:t>
    </dgm:pt>
  </dgm:ptLst>
  <dgm:cxnLst>
    <dgm:cxn modelId="{25982BCD-BEC8-4A92-8C54-A2975098EB06}" type="presOf" srcId="{24B3890B-E124-4366-BA7E-267F47F5B0FC}" destId="{388A6D43-2367-4075-BBCA-10CD326B1D0D}" srcOrd="1" destOrd="0" presId="urn:microsoft.com/office/officeart/2005/8/layout/list1"/>
    <dgm:cxn modelId="{A008654C-6B66-47F9-A354-2904FFCEC508}" srcId="{DDBD5CDE-A581-48CE-A029-48A221C07D1E}" destId="{AD08F535-7518-4BA4-AB0A-0D9EE443F165}" srcOrd="1" destOrd="0" parTransId="{815783AA-5719-4450-8924-6143B456E39F}" sibTransId="{2D2D6E72-E3A7-4F32-9AF5-9546C24B052B}"/>
    <dgm:cxn modelId="{D856FFB1-D788-4DAA-80AA-750A7BBFB507}" srcId="{24B3890B-E124-4366-BA7E-267F47F5B0FC}" destId="{50E81E7E-818F-4FAE-9D58-664051FA28BE}" srcOrd="0" destOrd="0" parTransId="{36C49FB4-A542-42E8-A2DC-E111D853FF08}" sibTransId="{5F748D81-E775-4355-9AA3-2598E9442388}"/>
    <dgm:cxn modelId="{C3863919-0F0E-46F3-8B9D-1241BE7D973B}" type="presOf" srcId="{AD08F535-7518-4BA4-AB0A-0D9EE443F165}" destId="{901659BE-465D-4587-83B8-8CC5017E14EC}" srcOrd="0" destOrd="0" presId="urn:microsoft.com/office/officeart/2005/8/layout/list1"/>
    <dgm:cxn modelId="{50AA7A51-A69A-4FEF-B02E-412869475BC9}" srcId="{B86E5066-5D37-41F7-BDA9-85CF1673364F}" destId="{F8696E58-3CFB-47F6-BE9E-807414131185}" srcOrd="0" destOrd="0" parTransId="{EE2CBF9A-ACDE-4AB9-B402-76F5650D9DDE}" sibTransId="{A40E9741-5277-4CEB-9F77-2F682CC07C91}"/>
    <dgm:cxn modelId="{71E41C8F-D425-4458-ABCA-CF98D9898F60}" type="presOf" srcId="{F8696E58-3CFB-47F6-BE9E-807414131185}" destId="{E24F4617-2F29-4C05-AB4A-CFFD88184C89}" srcOrd="0" destOrd="0" presId="urn:microsoft.com/office/officeart/2005/8/layout/list1"/>
    <dgm:cxn modelId="{233A7650-6D5F-420F-B081-CEF4AC17AE45}" type="presOf" srcId="{B86E5066-5D37-41F7-BDA9-85CF1673364F}" destId="{61B24EEE-5F07-4A33-8FEF-0992FCBE0945}" srcOrd="0" destOrd="0" presId="urn:microsoft.com/office/officeart/2005/8/layout/list1"/>
    <dgm:cxn modelId="{0C8F7FDC-57DF-4DFA-BF69-606FBFDBB1A6}" srcId="{DDBD5CDE-A581-48CE-A029-48A221C07D1E}" destId="{24B3890B-E124-4366-BA7E-267F47F5B0FC}" srcOrd="2" destOrd="0" parTransId="{63024048-5E9C-48EC-9F4F-66ADAE413031}" sibTransId="{2ECA9C99-1A68-464C-BA93-142BB4AAD85B}"/>
    <dgm:cxn modelId="{1B32EC9F-6AAE-4BB8-83CD-BE6A30EE1805}" type="presOf" srcId="{B86E5066-5D37-41F7-BDA9-85CF1673364F}" destId="{11DBBCD1-E9A7-4E91-BC16-A82CCE354A38}" srcOrd="1" destOrd="0" presId="urn:microsoft.com/office/officeart/2005/8/layout/list1"/>
    <dgm:cxn modelId="{EB7CC245-AF1C-4863-B5D2-285C4202F2F3}" type="presOf" srcId="{5245919E-2438-49FC-BFBA-9433F98E3F27}" destId="{D102712A-766A-4CB5-A553-8839B85E849E}" srcOrd="0" destOrd="1" presId="urn:microsoft.com/office/officeart/2005/8/layout/list1"/>
    <dgm:cxn modelId="{BE132678-735C-49CE-9CFC-E96635DF8114}" type="presOf" srcId="{50E81E7E-818F-4FAE-9D58-664051FA28BE}" destId="{D7C954A9-2C8D-450A-9B7B-C121560AA3E1}" srcOrd="0" destOrd="0" presId="urn:microsoft.com/office/officeart/2005/8/layout/list1"/>
    <dgm:cxn modelId="{0BCA1D86-8A4B-4FA8-9D29-B0B0D361F5AA}" type="presOf" srcId="{AD08F535-7518-4BA4-AB0A-0D9EE443F165}" destId="{8908A02A-589F-4806-A8ED-30EB489AA46D}" srcOrd="1" destOrd="0" presId="urn:microsoft.com/office/officeart/2005/8/layout/list1"/>
    <dgm:cxn modelId="{F4295152-C497-4E65-8C0D-8FE667E92A4D}" type="presOf" srcId="{DDBD5CDE-A581-48CE-A029-48A221C07D1E}" destId="{D623E662-B46E-48C9-A4DA-17F99981E7EB}" srcOrd="0" destOrd="0" presId="urn:microsoft.com/office/officeart/2005/8/layout/list1"/>
    <dgm:cxn modelId="{1FCD29BD-C18F-41D6-A34C-953B70BA9F2F}" srcId="{AD08F535-7518-4BA4-AB0A-0D9EE443F165}" destId="{BD6F6F02-C893-480D-811D-806B8A0FBD52}" srcOrd="0" destOrd="0" parTransId="{D4642E16-B603-4DE7-ADF4-E07A3F5F9911}" sibTransId="{2F0B4091-01FA-469E-A8DA-00B94BE5996B}"/>
    <dgm:cxn modelId="{5D125B1C-04BC-465E-80E1-7D8C87F10CFD}" type="presOf" srcId="{BD6F6F02-C893-480D-811D-806B8A0FBD52}" destId="{D102712A-766A-4CB5-A553-8839B85E849E}" srcOrd="0" destOrd="0" presId="urn:microsoft.com/office/officeart/2005/8/layout/list1"/>
    <dgm:cxn modelId="{D02925C0-87BB-4D8C-8338-420D2A6F550A}" srcId="{AD08F535-7518-4BA4-AB0A-0D9EE443F165}" destId="{5245919E-2438-49FC-BFBA-9433F98E3F27}" srcOrd="1" destOrd="0" parTransId="{DEBA4436-01DF-4971-8AFB-103241A785A4}" sibTransId="{3F35369C-FAA6-4C3D-A894-3F6B49E20381}"/>
    <dgm:cxn modelId="{96624149-38C5-4CE9-ABE6-4FDE54D11F54}" type="presOf" srcId="{24B3890B-E124-4366-BA7E-267F47F5B0FC}" destId="{23F540FF-0176-4400-A655-09581DD44F00}" srcOrd="0" destOrd="0" presId="urn:microsoft.com/office/officeart/2005/8/layout/list1"/>
    <dgm:cxn modelId="{E78D8CE5-97FC-43EC-AF75-0C47F7E0DF99}" srcId="{DDBD5CDE-A581-48CE-A029-48A221C07D1E}" destId="{B86E5066-5D37-41F7-BDA9-85CF1673364F}" srcOrd="0" destOrd="0" parTransId="{DF4A45A9-008B-4118-8EB7-AFCF8E1B71CE}" sibTransId="{656C3FCF-19EE-4D39-8ED5-7E5C9354FBA6}"/>
    <dgm:cxn modelId="{AAC19549-C830-42FF-A914-A96AFB42D14F}" type="presParOf" srcId="{D623E662-B46E-48C9-A4DA-17F99981E7EB}" destId="{96451160-877E-4A83-9FC5-1EFEF1553359}" srcOrd="0" destOrd="0" presId="urn:microsoft.com/office/officeart/2005/8/layout/list1"/>
    <dgm:cxn modelId="{D0CF1FBB-0232-4045-8148-1B69817DAA83}" type="presParOf" srcId="{96451160-877E-4A83-9FC5-1EFEF1553359}" destId="{61B24EEE-5F07-4A33-8FEF-0992FCBE0945}" srcOrd="0" destOrd="0" presId="urn:microsoft.com/office/officeart/2005/8/layout/list1"/>
    <dgm:cxn modelId="{4EC8A7B2-365B-4828-8CB6-E6381CD38FD2}" type="presParOf" srcId="{96451160-877E-4A83-9FC5-1EFEF1553359}" destId="{11DBBCD1-E9A7-4E91-BC16-A82CCE354A38}" srcOrd="1" destOrd="0" presId="urn:microsoft.com/office/officeart/2005/8/layout/list1"/>
    <dgm:cxn modelId="{AB17954F-9CE3-4A33-A5F4-5C45795BACAC}" type="presParOf" srcId="{D623E662-B46E-48C9-A4DA-17F99981E7EB}" destId="{1103BDCF-1165-44F3-842D-90E4D047B622}" srcOrd="1" destOrd="0" presId="urn:microsoft.com/office/officeart/2005/8/layout/list1"/>
    <dgm:cxn modelId="{42F06936-90F1-44D9-B4E3-01CA27B1487C}" type="presParOf" srcId="{D623E662-B46E-48C9-A4DA-17F99981E7EB}" destId="{E24F4617-2F29-4C05-AB4A-CFFD88184C89}" srcOrd="2" destOrd="0" presId="urn:microsoft.com/office/officeart/2005/8/layout/list1"/>
    <dgm:cxn modelId="{E9EC94D9-ECB2-4712-AF99-A387D0898D6A}" type="presParOf" srcId="{D623E662-B46E-48C9-A4DA-17F99981E7EB}" destId="{2361990B-08A9-4F10-95F9-A4F48EDA71AE}" srcOrd="3" destOrd="0" presId="urn:microsoft.com/office/officeart/2005/8/layout/list1"/>
    <dgm:cxn modelId="{F4D80F84-3731-44E6-82D0-FC6EF99E6BC5}" type="presParOf" srcId="{D623E662-B46E-48C9-A4DA-17F99981E7EB}" destId="{930FF5DA-9E78-4109-88C1-046170E98E1B}" srcOrd="4" destOrd="0" presId="urn:microsoft.com/office/officeart/2005/8/layout/list1"/>
    <dgm:cxn modelId="{DE77BEC6-13A9-4269-9C4A-936DF2532F2C}" type="presParOf" srcId="{930FF5DA-9E78-4109-88C1-046170E98E1B}" destId="{901659BE-465D-4587-83B8-8CC5017E14EC}" srcOrd="0" destOrd="0" presId="urn:microsoft.com/office/officeart/2005/8/layout/list1"/>
    <dgm:cxn modelId="{61F4AB46-7E58-47C4-9D27-71B5B44A74F4}" type="presParOf" srcId="{930FF5DA-9E78-4109-88C1-046170E98E1B}" destId="{8908A02A-589F-4806-A8ED-30EB489AA46D}" srcOrd="1" destOrd="0" presId="urn:microsoft.com/office/officeart/2005/8/layout/list1"/>
    <dgm:cxn modelId="{59BFE70A-85DC-4B39-BE2F-0B21FDDD2D54}" type="presParOf" srcId="{D623E662-B46E-48C9-A4DA-17F99981E7EB}" destId="{942306CA-4BBA-423F-99CF-6C8A9C6B2AB2}" srcOrd="5" destOrd="0" presId="urn:microsoft.com/office/officeart/2005/8/layout/list1"/>
    <dgm:cxn modelId="{F9FFDA2F-89BD-4357-8CD8-D03D8BA37E21}" type="presParOf" srcId="{D623E662-B46E-48C9-A4DA-17F99981E7EB}" destId="{D102712A-766A-4CB5-A553-8839B85E849E}" srcOrd="6" destOrd="0" presId="urn:microsoft.com/office/officeart/2005/8/layout/list1"/>
    <dgm:cxn modelId="{4EDD2DDC-077D-489F-96EC-405F5C92C9C5}" type="presParOf" srcId="{D623E662-B46E-48C9-A4DA-17F99981E7EB}" destId="{5D3A1954-45B0-44F4-8819-5BA351F3567A}" srcOrd="7" destOrd="0" presId="urn:microsoft.com/office/officeart/2005/8/layout/list1"/>
    <dgm:cxn modelId="{80918DD7-BD49-415B-BEE9-ED4CE9F65D7E}" type="presParOf" srcId="{D623E662-B46E-48C9-A4DA-17F99981E7EB}" destId="{B627A882-5A72-4911-9E16-6CADCDFC5D61}" srcOrd="8" destOrd="0" presId="urn:microsoft.com/office/officeart/2005/8/layout/list1"/>
    <dgm:cxn modelId="{DDE0C9F4-FBA5-42D5-BDDE-081581043C07}" type="presParOf" srcId="{B627A882-5A72-4911-9E16-6CADCDFC5D61}" destId="{23F540FF-0176-4400-A655-09581DD44F00}" srcOrd="0" destOrd="0" presId="urn:microsoft.com/office/officeart/2005/8/layout/list1"/>
    <dgm:cxn modelId="{082BF295-85E0-4719-9D0B-2AD4A025D790}" type="presParOf" srcId="{B627A882-5A72-4911-9E16-6CADCDFC5D61}" destId="{388A6D43-2367-4075-BBCA-10CD326B1D0D}" srcOrd="1" destOrd="0" presId="urn:microsoft.com/office/officeart/2005/8/layout/list1"/>
    <dgm:cxn modelId="{4C9BA97A-F14F-4968-BB9A-494E816EE93E}" type="presParOf" srcId="{D623E662-B46E-48C9-A4DA-17F99981E7EB}" destId="{6D7B7CD7-20BC-4B9E-88F9-D88D0DE9AE99}" srcOrd="9" destOrd="0" presId="urn:microsoft.com/office/officeart/2005/8/layout/list1"/>
    <dgm:cxn modelId="{5EF44641-BFD2-4E98-8679-E6FB71E52DCC}" type="presParOf" srcId="{D623E662-B46E-48C9-A4DA-17F99981E7EB}" destId="{D7C954A9-2C8D-450A-9B7B-C121560AA3E1}"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E5E8B4D-01DB-47E6-84F4-0FF1302918FD}" type="doc">
      <dgm:prSet loTypeId="urn:microsoft.com/office/officeart/2008/layout/PictureStrips" loCatId="list" qsTypeId="urn:microsoft.com/office/officeart/2005/8/quickstyle/simple1" qsCatId="simple" csTypeId="urn:microsoft.com/office/officeart/2005/8/colors/accent1_2" csCatId="accent1" phldr="1"/>
      <dgm:spPr/>
      <dgm:t>
        <a:bodyPr/>
        <a:lstStyle/>
        <a:p>
          <a:endParaRPr lang="de-DE"/>
        </a:p>
      </dgm:t>
    </dgm:pt>
    <dgm:pt modelId="{847183C2-7212-4A91-A697-1ACE9C93F08D}">
      <dgm:prSet custT="1">
        <dgm:style>
          <a:lnRef idx="2">
            <a:schemeClr val="accent5"/>
          </a:lnRef>
          <a:fillRef idx="1">
            <a:schemeClr val="lt1"/>
          </a:fillRef>
          <a:effectRef idx="0">
            <a:schemeClr val="accent5"/>
          </a:effectRef>
          <a:fontRef idx="minor">
            <a:schemeClr val="dk1"/>
          </a:fontRef>
        </dgm:style>
      </dgm:prSet>
      <dgm:spPr/>
      <dgm:t>
        <a:bodyPr/>
        <a:lstStyle/>
        <a:p>
          <a:pPr rtl="0"/>
          <a:r>
            <a:rPr lang="en-US" sz="1800" b="1" dirty="0"/>
            <a:t>lock data set</a:t>
          </a:r>
        </a:p>
        <a:p>
          <a:pPr rtl="0"/>
          <a:r>
            <a:rPr lang="en-US" sz="1600" b="0" dirty="0">
              <a:latin typeface="SimHei" panose="02010609060101010101" pitchFamily="49" charset="-122"/>
              <a:ea typeface="SimHei" panose="02010609060101010101" pitchFamily="49" charset="-122"/>
            </a:rPr>
            <a:t>Enqueue_&lt;lock object&gt;</a:t>
          </a:r>
          <a:endParaRPr lang="de-DE" sz="1600" b="0" dirty="0">
            <a:latin typeface="SimHei" panose="02010609060101010101" pitchFamily="49" charset="-122"/>
            <a:ea typeface="SimHei" panose="02010609060101010101" pitchFamily="49" charset="-122"/>
          </a:endParaRPr>
        </a:p>
      </dgm:t>
    </dgm:pt>
    <dgm:pt modelId="{E11E0C12-6430-4E37-B6E8-6996B4912D75}" type="parTrans" cxnId="{7E7C3F94-2C81-43F9-8A43-29403234A131}">
      <dgm:prSet/>
      <dgm:spPr/>
      <dgm:t>
        <a:bodyPr/>
        <a:lstStyle/>
        <a:p>
          <a:endParaRPr lang="de-DE"/>
        </a:p>
      </dgm:t>
    </dgm:pt>
    <dgm:pt modelId="{E4D2FA66-2803-4A01-9774-A250DA998BD5}" type="sibTrans" cxnId="{7E7C3F94-2C81-43F9-8A43-29403234A131}">
      <dgm:prSet/>
      <dgm:spPr/>
      <dgm:t>
        <a:bodyPr/>
        <a:lstStyle/>
        <a:p>
          <a:endParaRPr lang="de-DE"/>
        </a:p>
      </dgm:t>
    </dgm:pt>
    <dgm:pt modelId="{2BB7B6ED-4720-4C58-BECA-792CE2099CA5}">
      <dgm:prSet custT="1">
        <dgm:style>
          <a:lnRef idx="2">
            <a:schemeClr val="accent3"/>
          </a:lnRef>
          <a:fillRef idx="1">
            <a:schemeClr val="lt1"/>
          </a:fillRef>
          <a:effectRef idx="0">
            <a:schemeClr val="accent3"/>
          </a:effectRef>
          <a:fontRef idx="minor">
            <a:schemeClr val="dk1"/>
          </a:fontRef>
        </dgm:style>
      </dgm:prSet>
      <dgm:spPr/>
      <dgm:t>
        <a:bodyPr/>
        <a:lstStyle/>
        <a:p>
          <a:pPr rtl="0"/>
          <a:r>
            <a:rPr lang="en-US" sz="1800" b="1" dirty="0"/>
            <a:t>unlock data set</a:t>
          </a:r>
        </a:p>
        <a:p>
          <a:pPr rtl="0"/>
          <a:r>
            <a:rPr lang="en-US" sz="1600" dirty="0">
              <a:latin typeface="SimHei" panose="02010609060101010101" pitchFamily="49" charset="-122"/>
              <a:ea typeface="SimHei" panose="02010609060101010101" pitchFamily="49" charset="-122"/>
            </a:rPr>
            <a:t>Dequeue_&lt;lock object&gt;</a:t>
          </a:r>
          <a:endParaRPr lang="de-DE" sz="1600" dirty="0">
            <a:latin typeface="SimHei" panose="02010609060101010101" pitchFamily="49" charset="-122"/>
            <a:ea typeface="SimHei" panose="02010609060101010101" pitchFamily="49" charset="-122"/>
          </a:endParaRPr>
        </a:p>
      </dgm:t>
    </dgm:pt>
    <dgm:pt modelId="{BB5CBAAD-DA0C-425F-9DCF-AF69EA228ACB}" type="parTrans" cxnId="{829046C7-2A8F-4E76-BDBD-88602C996D4C}">
      <dgm:prSet/>
      <dgm:spPr/>
      <dgm:t>
        <a:bodyPr/>
        <a:lstStyle/>
        <a:p>
          <a:endParaRPr lang="de-DE"/>
        </a:p>
      </dgm:t>
    </dgm:pt>
    <dgm:pt modelId="{4424DECC-FB48-43FB-94D4-4F0D6B9E592D}" type="sibTrans" cxnId="{829046C7-2A8F-4E76-BDBD-88602C996D4C}">
      <dgm:prSet/>
      <dgm:spPr/>
      <dgm:t>
        <a:bodyPr/>
        <a:lstStyle/>
        <a:p>
          <a:endParaRPr lang="de-DE"/>
        </a:p>
      </dgm:t>
    </dgm:pt>
    <dgm:pt modelId="{549D150E-9743-4427-BD5E-26628226211E}" type="pres">
      <dgm:prSet presAssocID="{3E5E8B4D-01DB-47E6-84F4-0FF1302918FD}" presName="Name0" presStyleCnt="0">
        <dgm:presLayoutVars>
          <dgm:dir/>
          <dgm:resizeHandles val="exact"/>
        </dgm:presLayoutVars>
      </dgm:prSet>
      <dgm:spPr/>
      <dgm:t>
        <a:bodyPr/>
        <a:lstStyle/>
        <a:p>
          <a:endParaRPr lang="de-DE"/>
        </a:p>
      </dgm:t>
    </dgm:pt>
    <dgm:pt modelId="{77673C51-5A6D-4806-B568-78293E7624E7}" type="pres">
      <dgm:prSet presAssocID="{847183C2-7212-4A91-A697-1ACE9C93F08D}" presName="composite" presStyleCnt="0"/>
      <dgm:spPr/>
    </dgm:pt>
    <dgm:pt modelId="{F97F9407-4398-4C04-8C34-EB2A0B8F68F0}" type="pres">
      <dgm:prSet presAssocID="{847183C2-7212-4A91-A697-1ACE9C93F08D}" presName="rect1" presStyleLbl="trAlignAcc1" presStyleIdx="0" presStyleCnt="2">
        <dgm:presLayoutVars>
          <dgm:bulletEnabled val="1"/>
        </dgm:presLayoutVars>
      </dgm:prSet>
      <dgm:spPr/>
      <dgm:t>
        <a:bodyPr/>
        <a:lstStyle/>
        <a:p>
          <a:endParaRPr lang="de-DE"/>
        </a:p>
      </dgm:t>
    </dgm:pt>
    <dgm:pt modelId="{96458014-75B4-45D3-9289-504FE076DCB5}" type="pres">
      <dgm:prSet presAssocID="{847183C2-7212-4A91-A697-1ACE9C93F08D}" presName="rect2" presStyleLbl="fgImgPlace1" presStyleIdx="0" presStyleCnt="2"/>
      <dgm:spPr>
        <a:blipFill>
          <a:blip xmlns:r="http://schemas.openxmlformats.org/officeDocument/2006/relationships" r:embed="rId1">
            <a:extLst>
              <a:ext uri="{28A0092B-C50C-407E-A947-70E740481C1C}">
                <a14:useLocalDpi xmlns:a14="http://schemas.microsoft.com/office/drawing/2010/main" val="0"/>
              </a:ext>
            </a:extLst>
          </a:blip>
          <a:srcRect/>
          <a:stretch>
            <a:fillRect l="-25000" r="-25000"/>
          </a:stretch>
        </a:blipFill>
      </dgm:spPr>
    </dgm:pt>
    <dgm:pt modelId="{109C2217-BD9B-48E5-A5FE-ABAE3FE602CB}" type="pres">
      <dgm:prSet presAssocID="{E4D2FA66-2803-4A01-9774-A250DA998BD5}" presName="sibTrans" presStyleCnt="0"/>
      <dgm:spPr/>
    </dgm:pt>
    <dgm:pt modelId="{E3C8F838-D37D-483D-8D1B-7058A7AB2355}" type="pres">
      <dgm:prSet presAssocID="{2BB7B6ED-4720-4C58-BECA-792CE2099CA5}" presName="composite" presStyleCnt="0"/>
      <dgm:spPr/>
    </dgm:pt>
    <dgm:pt modelId="{DE7B4DC8-251E-4574-8C0F-920A3DB4EA94}" type="pres">
      <dgm:prSet presAssocID="{2BB7B6ED-4720-4C58-BECA-792CE2099CA5}" presName="rect1" presStyleLbl="trAlignAcc1" presStyleIdx="1" presStyleCnt="2">
        <dgm:presLayoutVars>
          <dgm:bulletEnabled val="1"/>
        </dgm:presLayoutVars>
      </dgm:prSet>
      <dgm:spPr/>
      <dgm:t>
        <a:bodyPr/>
        <a:lstStyle/>
        <a:p>
          <a:endParaRPr lang="de-DE"/>
        </a:p>
      </dgm:t>
    </dgm:pt>
    <dgm:pt modelId="{2804AC8C-C257-4E25-A64F-608302A4D459}" type="pres">
      <dgm:prSet presAssocID="{2BB7B6ED-4720-4C58-BECA-792CE2099CA5}" presName="rect2" presStyleLbl="fgImgPlace1" presStyleIdx="1" presStyleCnt="2"/>
      <dgm:spPr>
        <a:blipFill>
          <a:blip xmlns:r="http://schemas.openxmlformats.org/officeDocument/2006/relationships" r:embed="rId2">
            <a:extLst>
              <a:ext uri="{28A0092B-C50C-407E-A947-70E740481C1C}">
                <a14:useLocalDpi xmlns:a14="http://schemas.microsoft.com/office/drawing/2010/main" val="0"/>
              </a:ext>
            </a:extLst>
          </a:blip>
          <a:srcRect/>
          <a:stretch>
            <a:fillRect l="-4000" r="-4000"/>
          </a:stretch>
        </a:blipFill>
      </dgm:spPr>
    </dgm:pt>
  </dgm:ptLst>
  <dgm:cxnLst>
    <dgm:cxn modelId="{75477C2C-911E-4902-9DCA-23FC404D8D43}" type="presOf" srcId="{3E5E8B4D-01DB-47E6-84F4-0FF1302918FD}" destId="{549D150E-9743-4427-BD5E-26628226211E}" srcOrd="0" destOrd="0" presId="urn:microsoft.com/office/officeart/2008/layout/PictureStrips"/>
    <dgm:cxn modelId="{7E7C3F94-2C81-43F9-8A43-29403234A131}" srcId="{3E5E8B4D-01DB-47E6-84F4-0FF1302918FD}" destId="{847183C2-7212-4A91-A697-1ACE9C93F08D}" srcOrd="0" destOrd="0" parTransId="{E11E0C12-6430-4E37-B6E8-6996B4912D75}" sibTransId="{E4D2FA66-2803-4A01-9774-A250DA998BD5}"/>
    <dgm:cxn modelId="{5600291E-1654-4101-B385-0170B1DF3450}" type="presOf" srcId="{2BB7B6ED-4720-4C58-BECA-792CE2099CA5}" destId="{DE7B4DC8-251E-4574-8C0F-920A3DB4EA94}" srcOrd="0" destOrd="0" presId="urn:microsoft.com/office/officeart/2008/layout/PictureStrips"/>
    <dgm:cxn modelId="{67BCD4AB-D4AF-40A6-AD9E-CD701CC1529A}" type="presOf" srcId="{847183C2-7212-4A91-A697-1ACE9C93F08D}" destId="{F97F9407-4398-4C04-8C34-EB2A0B8F68F0}" srcOrd="0" destOrd="0" presId="urn:microsoft.com/office/officeart/2008/layout/PictureStrips"/>
    <dgm:cxn modelId="{829046C7-2A8F-4E76-BDBD-88602C996D4C}" srcId="{3E5E8B4D-01DB-47E6-84F4-0FF1302918FD}" destId="{2BB7B6ED-4720-4C58-BECA-792CE2099CA5}" srcOrd="1" destOrd="0" parTransId="{BB5CBAAD-DA0C-425F-9DCF-AF69EA228ACB}" sibTransId="{4424DECC-FB48-43FB-94D4-4F0D6B9E592D}"/>
    <dgm:cxn modelId="{EA4228CA-96F8-47ED-9C2D-598D3EC6357D}" type="presParOf" srcId="{549D150E-9743-4427-BD5E-26628226211E}" destId="{77673C51-5A6D-4806-B568-78293E7624E7}" srcOrd="0" destOrd="0" presId="urn:microsoft.com/office/officeart/2008/layout/PictureStrips"/>
    <dgm:cxn modelId="{42BD664D-7FA5-46CD-A2E0-8193ED1C8D65}" type="presParOf" srcId="{77673C51-5A6D-4806-B568-78293E7624E7}" destId="{F97F9407-4398-4C04-8C34-EB2A0B8F68F0}" srcOrd="0" destOrd="0" presId="urn:microsoft.com/office/officeart/2008/layout/PictureStrips"/>
    <dgm:cxn modelId="{B57A79A0-DA42-4996-9D41-3C1B4695CC86}" type="presParOf" srcId="{77673C51-5A6D-4806-B568-78293E7624E7}" destId="{96458014-75B4-45D3-9289-504FE076DCB5}" srcOrd="1" destOrd="0" presId="urn:microsoft.com/office/officeart/2008/layout/PictureStrips"/>
    <dgm:cxn modelId="{AE576F79-D493-4254-B388-2010D20A8248}" type="presParOf" srcId="{549D150E-9743-4427-BD5E-26628226211E}" destId="{109C2217-BD9B-48E5-A5FE-ABAE3FE602CB}" srcOrd="1" destOrd="0" presId="urn:microsoft.com/office/officeart/2008/layout/PictureStrips"/>
    <dgm:cxn modelId="{447AA796-B75F-40BE-BB7A-02D9E5AE3161}" type="presParOf" srcId="{549D150E-9743-4427-BD5E-26628226211E}" destId="{E3C8F838-D37D-483D-8D1B-7058A7AB2355}" srcOrd="2" destOrd="0" presId="urn:microsoft.com/office/officeart/2008/layout/PictureStrips"/>
    <dgm:cxn modelId="{E4E228C6-31C4-406D-A64D-A86B4FE68933}" type="presParOf" srcId="{E3C8F838-D37D-483D-8D1B-7058A7AB2355}" destId="{DE7B4DC8-251E-4574-8C0F-920A3DB4EA94}" srcOrd="0" destOrd="0" presId="urn:microsoft.com/office/officeart/2008/layout/PictureStrips"/>
    <dgm:cxn modelId="{8D3F50DB-E7B7-4C57-82DF-712CB1E6CC43}" type="presParOf" srcId="{E3C8F838-D37D-483D-8D1B-7058A7AB2355}" destId="{2804AC8C-C257-4E25-A64F-608302A4D459}" srcOrd="1" destOrd="0" presId="urn:microsoft.com/office/officeart/2008/layout/PictureStrip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BF565DE-1348-41E7-8010-2D1755BD8A02}"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de-DE"/>
        </a:p>
      </dgm:t>
    </dgm:pt>
    <dgm:pt modelId="{A8E705B9-DD57-4BB5-9EC7-242E323DE54D}">
      <dgm:prSet/>
      <dgm:spPr/>
      <dgm:t>
        <a:bodyPr/>
        <a:lstStyle/>
        <a:p>
          <a:pPr rtl="0"/>
          <a:r>
            <a:rPr lang="en-US" b="1" dirty="0"/>
            <a:t>RELEASE existing lock object</a:t>
          </a:r>
          <a:endParaRPr lang="de-DE" dirty="0"/>
        </a:p>
      </dgm:t>
    </dgm:pt>
    <dgm:pt modelId="{BB0EC5CB-20D8-4B99-A230-16DA53B96751}" type="parTrans" cxnId="{1A83780E-89C7-4009-A2D9-7A926B7594D8}">
      <dgm:prSet/>
      <dgm:spPr/>
      <dgm:t>
        <a:bodyPr/>
        <a:lstStyle/>
        <a:p>
          <a:endParaRPr lang="de-DE"/>
        </a:p>
      </dgm:t>
    </dgm:pt>
    <dgm:pt modelId="{F84054BE-3AB5-404D-B4F3-8C0F6C4049D8}" type="sibTrans" cxnId="{1A83780E-89C7-4009-A2D9-7A926B7594D8}">
      <dgm:prSet/>
      <dgm:spPr/>
      <dgm:t>
        <a:bodyPr/>
        <a:lstStyle/>
        <a:p>
          <a:endParaRPr lang="de-DE"/>
        </a:p>
      </dgm:t>
    </dgm:pt>
    <dgm:pt modelId="{FE2C0805-E985-4180-8909-5421CC65A84B}" type="pres">
      <dgm:prSet presAssocID="{8BF565DE-1348-41E7-8010-2D1755BD8A02}" presName="Name0" presStyleCnt="0">
        <dgm:presLayoutVars>
          <dgm:dir/>
          <dgm:resizeHandles val="exact"/>
        </dgm:presLayoutVars>
      </dgm:prSet>
      <dgm:spPr/>
      <dgm:t>
        <a:bodyPr/>
        <a:lstStyle/>
        <a:p>
          <a:endParaRPr lang="de-DE"/>
        </a:p>
      </dgm:t>
    </dgm:pt>
    <dgm:pt modelId="{BA5C42E9-6720-48FF-AD88-DEDCF4D6696D}" type="pres">
      <dgm:prSet presAssocID="{A8E705B9-DD57-4BB5-9EC7-242E323DE54D}" presName="node" presStyleLbl="node1" presStyleIdx="0" presStyleCnt="1" custLinFactNeighborX="-6475" custLinFactNeighborY="-33249">
        <dgm:presLayoutVars>
          <dgm:bulletEnabled val="1"/>
        </dgm:presLayoutVars>
      </dgm:prSet>
      <dgm:spPr/>
      <dgm:t>
        <a:bodyPr/>
        <a:lstStyle/>
        <a:p>
          <a:endParaRPr lang="de-DE"/>
        </a:p>
      </dgm:t>
    </dgm:pt>
  </dgm:ptLst>
  <dgm:cxnLst>
    <dgm:cxn modelId="{1A83780E-89C7-4009-A2D9-7A926B7594D8}" srcId="{8BF565DE-1348-41E7-8010-2D1755BD8A02}" destId="{A8E705B9-DD57-4BB5-9EC7-242E323DE54D}" srcOrd="0" destOrd="0" parTransId="{BB0EC5CB-20D8-4B99-A230-16DA53B96751}" sibTransId="{F84054BE-3AB5-404D-B4F3-8C0F6C4049D8}"/>
    <dgm:cxn modelId="{5371D2B4-E0C0-4D49-A9CF-779A706F60E3}" type="presOf" srcId="{A8E705B9-DD57-4BB5-9EC7-242E323DE54D}" destId="{BA5C42E9-6720-48FF-AD88-DEDCF4D6696D}" srcOrd="0" destOrd="0" presId="urn:microsoft.com/office/officeart/2005/8/layout/process1"/>
    <dgm:cxn modelId="{AB6E9C99-6EE7-4164-B8E6-6B30720FB24F}" type="presOf" srcId="{8BF565DE-1348-41E7-8010-2D1755BD8A02}" destId="{FE2C0805-E985-4180-8909-5421CC65A84B}" srcOrd="0" destOrd="0" presId="urn:microsoft.com/office/officeart/2005/8/layout/process1"/>
    <dgm:cxn modelId="{B9BEA646-C52E-4D0E-A0C5-C0EDBBA9E462}" type="presParOf" srcId="{FE2C0805-E985-4180-8909-5421CC65A84B}" destId="{BA5C42E9-6720-48FF-AD88-DEDCF4D6696D}" srcOrd="0" destOrd="0" presId="urn:microsoft.com/office/officeart/2005/8/layout/process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BF565DE-1348-41E7-8010-2D1755BD8A02}"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de-DE"/>
        </a:p>
      </dgm:t>
    </dgm:pt>
    <dgm:pt modelId="{A8E705B9-DD57-4BB5-9EC7-242E323DE54D}">
      <dgm:prSet/>
      <dgm:spPr/>
      <dgm:t>
        <a:bodyPr/>
        <a:lstStyle/>
        <a:p>
          <a:pPr rtl="0"/>
          <a:r>
            <a:rPr lang="en-US" b="1" noProof="0" dirty="0"/>
            <a:t>ACQUIRE new lock object</a:t>
          </a:r>
          <a:endParaRPr lang="en-US" noProof="0" dirty="0"/>
        </a:p>
      </dgm:t>
    </dgm:pt>
    <dgm:pt modelId="{BB0EC5CB-20D8-4B99-A230-16DA53B96751}" type="parTrans" cxnId="{1A83780E-89C7-4009-A2D9-7A926B7594D8}">
      <dgm:prSet/>
      <dgm:spPr/>
      <dgm:t>
        <a:bodyPr/>
        <a:lstStyle/>
        <a:p>
          <a:endParaRPr lang="de-DE"/>
        </a:p>
      </dgm:t>
    </dgm:pt>
    <dgm:pt modelId="{F84054BE-3AB5-404D-B4F3-8C0F6C4049D8}" type="sibTrans" cxnId="{1A83780E-89C7-4009-A2D9-7A926B7594D8}">
      <dgm:prSet/>
      <dgm:spPr/>
      <dgm:t>
        <a:bodyPr/>
        <a:lstStyle/>
        <a:p>
          <a:endParaRPr lang="de-DE"/>
        </a:p>
      </dgm:t>
    </dgm:pt>
    <dgm:pt modelId="{FE2C0805-E985-4180-8909-5421CC65A84B}" type="pres">
      <dgm:prSet presAssocID="{8BF565DE-1348-41E7-8010-2D1755BD8A02}" presName="Name0" presStyleCnt="0">
        <dgm:presLayoutVars>
          <dgm:dir/>
          <dgm:resizeHandles val="exact"/>
        </dgm:presLayoutVars>
      </dgm:prSet>
      <dgm:spPr/>
      <dgm:t>
        <a:bodyPr/>
        <a:lstStyle/>
        <a:p>
          <a:endParaRPr lang="de-DE"/>
        </a:p>
      </dgm:t>
    </dgm:pt>
    <dgm:pt modelId="{BA5C42E9-6720-48FF-AD88-DEDCF4D6696D}" type="pres">
      <dgm:prSet presAssocID="{A8E705B9-DD57-4BB5-9EC7-242E323DE54D}" presName="node" presStyleLbl="node1" presStyleIdx="0" presStyleCnt="1">
        <dgm:presLayoutVars>
          <dgm:bulletEnabled val="1"/>
        </dgm:presLayoutVars>
      </dgm:prSet>
      <dgm:spPr/>
      <dgm:t>
        <a:bodyPr/>
        <a:lstStyle/>
        <a:p>
          <a:endParaRPr lang="de-DE"/>
        </a:p>
      </dgm:t>
    </dgm:pt>
  </dgm:ptLst>
  <dgm:cxnLst>
    <dgm:cxn modelId="{1A83780E-89C7-4009-A2D9-7A926B7594D8}" srcId="{8BF565DE-1348-41E7-8010-2D1755BD8A02}" destId="{A8E705B9-DD57-4BB5-9EC7-242E323DE54D}" srcOrd="0" destOrd="0" parTransId="{BB0EC5CB-20D8-4B99-A230-16DA53B96751}" sibTransId="{F84054BE-3AB5-404D-B4F3-8C0F6C4049D8}"/>
    <dgm:cxn modelId="{5371D2B4-E0C0-4D49-A9CF-779A706F60E3}" type="presOf" srcId="{A8E705B9-DD57-4BB5-9EC7-242E323DE54D}" destId="{BA5C42E9-6720-48FF-AD88-DEDCF4D6696D}" srcOrd="0" destOrd="0" presId="urn:microsoft.com/office/officeart/2005/8/layout/process1"/>
    <dgm:cxn modelId="{AB6E9C99-6EE7-4164-B8E6-6B30720FB24F}" type="presOf" srcId="{8BF565DE-1348-41E7-8010-2D1755BD8A02}" destId="{FE2C0805-E985-4180-8909-5421CC65A84B}" srcOrd="0" destOrd="0" presId="urn:microsoft.com/office/officeart/2005/8/layout/process1"/>
    <dgm:cxn modelId="{B9BEA646-C52E-4D0E-A0C5-C0EDBBA9E462}" type="presParOf" srcId="{FE2C0805-E985-4180-8909-5421CC65A84B}" destId="{BA5C42E9-6720-48FF-AD88-DEDCF4D6696D}" srcOrd="0" destOrd="0" presId="urn:microsoft.com/office/officeart/2005/8/layout/process1"/>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71E3B68-D649-4A0D-8741-AF0A44A3BE2E}" type="doc">
      <dgm:prSet loTypeId="urn:microsoft.com/office/officeart/2005/8/layout/target3" loCatId="relationship" qsTypeId="urn:microsoft.com/office/officeart/2005/8/quickstyle/simple1" qsCatId="simple" csTypeId="urn:microsoft.com/office/officeart/2005/8/colors/accent1_2" csCatId="accent1"/>
      <dgm:spPr/>
      <dgm:t>
        <a:bodyPr/>
        <a:lstStyle/>
        <a:p>
          <a:endParaRPr lang="de-DE"/>
        </a:p>
      </dgm:t>
    </dgm:pt>
    <dgm:pt modelId="{8A71382E-ACB6-45DC-9248-ECFF502A7B87}">
      <dgm:prSet/>
      <dgm:spPr/>
      <dgm:t>
        <a:bodyPr/>
        <a:lstStyle/>
        <a:p>
          <a:pPr rtl="0"/>
          <a:r>
            <a:rPr lang="de-DE">
              <a:sym typeface="Wingdings" panose="05000000000000000000" pitchFamily="2" charset="2"/>
            </a:rPr>
            <a:t></a:t>
          </a:r>
          <a:r>
            <a:rPr lang="de-DE"/>
            <a:t> Lock data set</a:t>
          </a:r>
        </a:p>
      </dgm:t>
    </dgm:pt>
    <dgm:pt modelId="{D6778C61-3FB8-48C6-A730-CB09D6EF1EEC}" type="parTrans" cxnId="{376EB3EB-543D-451B-A41B-E032D3AA888D}">
      <dgm:prSet/>
      <dgm:spPr/>
      <dgm:t>
        <a:bodyPr/>
        <a:lstStyle/>
        <a:p>
          <a:endParaRPr lang="de-DE"/>
        </a:p>
      </dgm:t>
    </dgm:pt>
    <dgm:pt modelId="{0A44857C-703B-4563-9451-771FE787810D}" type="sibTrans" cxnId="{376EB3EB-543D-451B-A41B-E032D3AA888D}">
      <dgm:prSet/>
      <dgm:spPr/>
      <dgm:t>
        <a:bodyPr/>
        <a:lstStyle/>
        <a:p>
          <a:endParaRPr lang="de-DE"/>
        </a:p>
      </dgm:t>
    </dgm:pt>
    <dgm:pt modelId="{0B282864-FC4C-4F19-B518-842D2F2D09BB}" type="pres">
      <dgm:prSet presAssocID="{B71E3B68-D649-4A0D-8741-AF0A44A3BE2E}" presName="Name0" presStyleCnt="0">
        <dgm:presLayoutVars>
          <dgm:chMax val="7"/>
          <dgm:dir/>
          <dgm:animLvl val="lvl"/>
          <dgm:resizeHandles val="exact"/>
        </dgm:presLayoutVars>
      </dgm:prSet>
      <dgm:spPr/>
      <dgm:t>
        <a:bodyPr/>
        <a:lstStyle/>
        <a:p>
          <a:endParaRPr lang="de-DE"/>
        </a:p>
      </dgm:t>
    </dgm:pt>
    <dgm:pt modelId="{C589CCA7-A47D-4378-9AF2-6BD078748492}" type="pres">
      <dgm:prSet presAssocID="{8A71382E-ACB6-45DC-9248-ECFF502A7B87}" presName="circle1" presStyleLbl="node1" presStyleIdx="0" presStyleCnt="1"/>
      <dgm:spPr/>
    </dgm:pt>
    <dgm:pt modelId="{9080F62A-7944-4652-9AB3-02FA219DCCFD}" type="pres">
      <dgm:prSet presAssocID="{8A71382E-ACB6-45DC-9248-ECFF502A7B87}" presName="space" presStyleCnt="0"/>
      <dgm:spPr/>
    </dgm:pt>
    <dgm:pt modelId="{9424373A-E750-41F1-B694-2A2BA0DD49AB}" type="pres">
      <dgm:prSet presAssocID="{8A71382E-ACB6-45DC-9248-ECFF502A7B87}" presName="rect1" presStyleLbl="alignAcc1" presStyleIdx="0" presStyleCnt="1"/>
      <dgm:spPr/>
      <dgm:t>
        <a:bodyPr/>
        <a:lstStyle/>
        <a:p>
          <a:endParaRPr lang="de-DE"/>
        </a:p>
      </dgm:t>
    </dgm:pt>
    <dgm:pt modelId="{730DC6AF-C10B-4665-9230-F423C6FB2D46}" type="pres">
      <dgm:prSet presAssocID="{8A71382E-ACB6-45DC-9248-ECFF502A7B87}" presName="rect1ParTxNoCh" presStyleLbl="alignAcc1" presStyleIdx="0" presStyleCnt="1">
        <dgm:presLayoutVars>
          <dgm:chMax val="1"/>
          <dgm:bulletEnabled val="1"/>
        </dgm:presLayoutVars>
      </dgm:prSet>
      <dgm:spPr/>
      <dgm:t>
        <a:bodyPr/>
        <a:lstStyle/>
        <a:p>
          <a:endParaRPr lang="de-DE"/>
        </a:p>
      </dgm:t>
    </dgm:pt>
  </dgm:ptLst>
  <dgm:cxnLst>
    <dgm:cxn modelId="{376EB3EB-543D-451B-A41B-E032D3AA888D}" srcId="{B71E3B68-D649-4A0D-8741-AF0A44A3BE2E}" destId="{8A71382E-ACB6-45DC-9248-ECFF502A7B87}" srcOrd="0" destOrd="0" parTransId="{D6778C61-3FB8-48C6-A730-CB09D6EF1EEC}" sibTransId="{0A44857C-703B-4563-9451-771FE787810D}"/>
    <dgm:cxn modelId="{3A7E4592-A2C3-4473-9849-31917D370E98}" type="presOf" srcId="{8A71382E-ACB6-45DC-9248-ECFF502A7B87}" destId="{9424373A-E750-41F1-B694-2A2BA0DD49AB}" srcOrd="0" destOrd="0" presId="urn:microsoft.com/office/officeart/2005/8/layout/target3"/>
    <dgm:cxn modelId="{59B7D7AE-F3E4-440C-95E6-F301C32F8D0F}" type="presOf" srcId="{B71E3B68-D649-4A0D-8741-AF0A44A3BE2E}" destId="{0B282864-FC4C-4F19-B518-842D2F2D09BB}" srcOrd="0" destOrd="0" presId="urn:microsoft.com/office/officeart/2005/8/layout/target3"/>
    <dgm:cxn modelId="{7404D73A-A0FC-484D-B459-BE118B69EA83}" type="presOf" srcId="{8A71382E-ACB6-45DC-9248-ECFF502A7B87}" destId="{730DC6AF-C10B-4665-9230-F423C6FB2D46}" srcOrd="1" destOrd="0" presId="urn:microsoft.com/office/officeart/2005/8/layout/target3"/>
    <dgm:cxn modelId="{17C783E6-2560-4CB0-B8E9-2B0C1E1C856D}" type="presParOf" srcId="{0B282864-FC4C-4F19-B518-842D2F2D09BB}" destId="{C589CCA7-A47D-4378-9AF2-6BD078748492}" srcOrd="0" destOrd="0" presId="urn:microsoft.com/office/officeart/2005/8/layout/target3"/>
    <dgm:cxn modelId="{F94F30D9-EB14-448B-9DD3-F372C1FA5241}" type="presParOf" srcId="{0B282864-FC4C-4F19-B518-842D2F2D09BB}" destId="{9080F62A-7944-4652-9AB3-02FA219DCCFD}" srcOrd="1" destOrd="0" presId="urn:microsoft.com/office/officeart/2005/8/layout/target3"/>
    <dgm:cxn modelId="{DC366A0F-5B74-4441-ADC0-D964764E6084}" type="presParOf" srcId="{0B282864-FC4C-4F19-B518-842D2F2D09BB}" destId="{9424373A-E750-41F1-B694-2A2BA0DD49AB}" srcOrd="2" destOrd="0" presId="urn:microsoft.com/office/officeart/2005/8/layout/target3"/>
    <dgm:cxn modelId="{6F8166C0-2EAB-421A-94AD-15C3E2332E5A}" type="presParOf" srcId="{0B282864-FC4C-4F19-B518-842D2F2D09BB}" destId="{730DC6AF-C10B-4665-9230-F423C6FB2D46}" srcOrd="3" destOrd="0" presId="urn:microsoft.com/office/officeart/2005/8/layout/targe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E399387-D7D4-422B-8416-0AD267A66E8B}" type="doc">
      <dgm:prSet loTypeId="urn:microsoft.com/office/officeart/2005/8/layout/target3" loCatId="relationship" qsTypeId="urn:microsoft.com/office/officeart/2005/8/quickstyle/simple1" qsCatId="simple" csTypeId="urn:microsoft.com/office/officeart/2005/8/colors/accent1_2" csCatId="accent1"/>
      <dgm:spPr/>
      <dgm:t>
        <a:bodyPr/>
        <a:lstStyle/>
        <a:p>
          <a:endParaRPr lang="de-DE"/>
        </a:p>
      </dgm:t>
    </dgm:pt>
    <dgm:pt modelId="{0EBAF8FF-455E-4659-AE6E-D5A2923EECB3}">
      <dgm:prSet/>
      <dgm:spPr/>
      <dgm:t>
        <a:bodyPr/>
        <a:lstStyle/>
        <a:p>
          <a:pPr rtl="0"/>
          <a:r>
            <a:rPr lang="de-DE" dirty="0">
              <a:sym typeface="Wingdings" panose="05000000000000000000" pitchFamily="2" charset="2"/>
            </a:rPr>
            <a:t></a:t>
          </a:r>
          <a:r>
            <a:rPr lang="de-DE" dirty="0"/>
            <a:t> </a:t>
          </a:r>
          <a:r>
            <a:rPr lang="de-DE" dirty="0" err="1"/>
            <a:t>Unlock</a:t>
          </a:r>
          <a:r>
            <a:rPr lang="de-DE" dirty="0"/>
            <a:t> </a:t>
          </a:r>
          <a:r>
            <a:rPr lang="de-DE" dirty="0" err="1"/>
            <a:t>data</a:t>
          </a:r>
          <a:r>
            <a:rPr lang="de-DE" dirty="0"/>
            <a:t> </a:t>
          </a:r>
          <a:r>
            <a:rPr lang="de-DE" dirty="0" err="1"/>
            <a:t>set</a:t>
          </a:r>
          <a:endParaRPr lang="de-DE" dirty="0"/>
        </a:p>
      </dgm:t>
    </dgm:pt>
    <dgm:pt modelId="{955C3E92-21F9-44C3-B1F9-017F86E5EBAF}" type="parTrans" cxnId="{91881027-F7BE-4C29-BA9C-99227DBA17CC}">
      <dgm:prSet/>
      <dgm:spPr/>
      <dgm:t>
        <a:bodyPr/>
        <a:lstStyle/>
        <a:p>
          <a:endParaRPr lang="de-DE"/>
        </a:p>
      </dgm:t>
    </dgm:pt>
    <dgm:pt modelId="{6BDA8112-77E1-4945-9677-695D062761C8}" type="sibTrans" cxnId="{91881027-F7BE-4C29-BA9C-99227DBA17CC}">
      <dgm:prSet/>
      <dgm:spPr/>
      <dgm:t>
        <a:bodyPr/>
        <a:lstStyle/>
        <a:p>
          <a:endParaRPr lang="de-DE"/>
        </a:p>
      </dgm:t>
    </dgm:pt>
    <dgm:pt modelId="{7E1AF516-01B8-43B4-9AE0-E145B57020E0}" type="pres">
      <dgm:prSet presAssocID="{9E399387-D7D4-422B-8416-0AD267A66E8B}" presName="Name0" presStyleCnt="0">
        <dgm:presLayoutVars>
          <dgm:chMax val="7"/>
          <dgm:dir/>
          <dgm:animLvl val="lvl"/>
          <dgm:resizeHandles val="exact"/>
        </dgm:presLayoutVars>
      </dgm:prSet>
      <dgm:spPr/>
      <dgm:t>
        <a:bodyPr/>
        <a:lstStyle/>
        <a:p>
          <a:endParaRPr lang="de-DE"/>
        </a:p>
      </dgm:t>
    </dgm:pt>
    <dgm:pt modelId="{3C1ABC20-F486-4D33-900A-76DC34B65A2C}" type="pres">
      <dgm:prSet presAssocID="{0EBAF8FF-455E-4659-AE6E-D5A2923EECB3}" presName="circle1" presStyleLbl="node1" presStyleIdx="0" presStyleCnt="1"/>
      <dgm:spPr/>
    </dgm:pt>
    <dgm:pt modelId="{F798EBF4-BE25-40FA-9A0E-A1537983BF02}" type="pres">
      <dgm:prSet presAssocID="{0EBAF8FF-455E-4659-AE6E-D5A2923EECB3}" presName="space" presStyleCnt="0"/>
      <dgm:spPr/>
    </dgm:pt>
    <dgm:pt modelId="{75E2D8A7-90EA-4466-9E46-5C93A2A42E69}" type="pres">
      <dgm:prSet presAssocID="{0EBAF8FF-455E-4659-AE6E-D5A2923EECB3}" presName="rect1" presStyleLbl="alignAcc1" presStyleIdx="0" presStyleCnt="1"/>
      <dgm:spPr/>
      <dgm:t>
        <a:bodyPr/>
        <a:lstStyle/>
        <a:p>
          <a:endParaRPr lang="de-DE"/>
        </a:p>
      </dgm:t>
    </dgm:pt>
    <dgm:pt modelId="{1D377A69-5DF9-4F9C-86E7-9D3919033D17}" type="pres">
      <dgm:prSet presAssocID="{0EBAF8FF-455E-4659-AE6E-D5A2923EECB3}" presName="rect1ParTxNoCh" presStyleLbl="alignAcc1" presStyleIdx="0" presStyleCnt="1">
        <dgm:presLayoutVars>
          <dgm:chMax val="1"/>
          <dgm:bulletEnabled val="1"/>
        </dgm:presLayoutVars>
      </dgm:prSet>
      <dgm:spPr/>
      <dgm:t>
        <a:bodyPr/>
        <a:lstStyle/>
        <a:p>
          <a:endParaRPr lang="de-DE"/>
        </a:p>
      </dgm:t>
    </dgm:pt>
  </dgm:ptLst>
  <dgm:cxnLst>
    <dgm:cxn modelId="{2D92F951-0A23-4193-80FB-D36BAC0ACE1D}" type="presOf" srcId="{0EBAF8FF-455E-4659-AE6E-D5A2923EECB3}" destId="{1D377A69-5DF9-4F9C-86E7-9D3919033D17}" srcOrd="1" destOrd="0" presId="urn:microsoft.com/office/officeart/2005/8/layout/target3"/>
    <dgm:cxn modelId="{91881027-F7BE-4C29-BA9C-99227DBA17CC}" srcId="{9E399387-D7D4-422B-8416-0AD267A66E8B}" destId="{0EBAF8FF-455E-4659-AE6E-D5A2923EECB3}" srcOrd="0" destOrd="0" parTransId="{955C3E92-21F9-44C3-B1F9-017F86E5EBAF}" sibTransId="{6BDA8112-77E1-4945-9677-695D062761C8}"/>
    <dgm:cxn modelId="{5EE773E9-1742-40E4-A5B7-B6C83A80D069}" type="presOf" srcId="{0EBAF8FF-455E-4659-AE6E-D5A2923EECB3}" destId="{75E2D8A7-90EA-4466-9E46-5C93A2A42E69}" srcOrd="0" destOrd="0" presId="urn:microsoft.com/office/officeart/2005/8/layout/target3"/>
    <dgm:cxn modelId="{1BFEBDA1-70F6-4E94-B994-839867B24F33}" type="presOf" srcId="{9E399387-D7D4-422B-8416-0AD267A66E8B}" destId="{7E1AF516-01B8-43B4-9AE0-E145B57020E0}" srcOrd="0" destOrd="0" presId="urn:microsoft.com/office/officeart/2005/8/layout/target3"/>
    <dgm:cxn modelId="{13E1AE8F-2916-4E45-8CDA-7E775509FB1B}" type="presParOf" srcId="{7E1AF516-01B8-43B4-9AE0-E145B57020E0}" destId="{3C1ABC20-F486-4D33-900A-76DC34B65A2C}" srcOrd="0" destOrd="0" presId="urn:microsoft.com/office/officeart/2005/8/layout/target3"/>
    <dgm:cxn modelId="{B8C20E0F-CD73-4D08-BAB2-3E218F368855}" type="presParOf" srcId="{7E1AF516-01B8-43B4-9AE0-E145B57020E0}" destId="{F798EBF4-BE25-40FA-9A0E-A1537983BF02}" srcOrd="1" destOrd="0" presId="urn:microsoft.com/office/officeart/2005/8/layout/target3"/>
    <dgm:cxn modelId="{ABEC18F1-E269-45A9-B43E-B795C57C53DF}" type="presParOf" srcId="{7E1AF516-01B8-43B4-9AE0-E145B57020E0}" destId="{75E2D8A7-90EA-4466-9E46-5C93A2A42E69}" srcOrd="2" destOrd="0" presId="urn:microsoft.com/office/officeart/2005/8/layout/target3"/>
    <dgm:cxn modelId="{EA814C7B-78DB-4299-A88A-791AC4762F76}" type="presParOf" srcId="{7E1AF516-01B8-43B4-9AE0-E145B57020E0}" destId="{1D377A69-5DF9-4F9C-86E7-9D3919033D17}" srcOrd="3" destOrd="0" presId="urn:microsoft.com/office/officeart/2005/8/layout/target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C171539-E0B3-4BC8-93A4-D86EC44F5661}" type="doc">
      <dgm:prSet loTypeId="urn:microsoft.com/office/officeart/2005/8/layout/vList4" loCatId="list" qsTypeId="urn:microsoft.com/office/officeart/2005/8/quickstyle/simple1" qsCatId="simple" csTypeId="urn:microsoft.com/office/officeart/2005/8/colors/accent1_2" csCatId="accent1" phldr="1"/>
      <dgm:spPr/>
      <dgm:t>
        <a:bodyPr/>
        <a:lstStyle/>
        <a:p>
          <a:endParaRPr lang="de-DE"/>
        </a:p>
      </dgm:t>
    </dgm:pt>
    <dgm:pt modelId="{B512A537-352B-45D3-B63A-BDBD5C340B24}">
      <dgm:prSet/>
      <dgm:spPr/>
      <dgm:t>
        <a:bodyPr/>
        <a:lstStyle/>
        <a:p>
          <a:pPr rtl="0"/>
          <a:r>
            <a:rPr lang="en-US" b="0" dirty="0"/>
            <a:t>Monitoring current locks is only available by using the </a:t>
          </a:r>
          <a:r>
            <a:rPr lang="en-US" b="1" dirty="0"/>
            <a:t>SAP GUI</a:t>
          </a:r>
          <a:endParaRPr lang="de-DE" dirty="0"/>
        </a:p>
      </dgm:t>
    </dgm:pt>
    <dgm:pt modelId="{C02D1433-F9B9-4F9E-9D43-1A0EB346243E}" type="parTrans" cxnId="{B9BC50DB-9458-4EF9-A428-CFB4ED84447A}">
      <dgm:prSet/>
      <dgm:spPr/>
      <dgm:t>
        <a:bodyPr/>
        <a:lstStyle/>
        <a:p>
          <a:endParaRPr lang="de-DE"/>
        </a:p>
      </dgm:t>
    </dgm:pt>
    <dgm:pt modelId="{7ADB5C14-F66C-45E4-B1F3-4B3A24AD4D0E}" type="sibTrans" cxnId="{B9BC50DB-9458-4EF9-A428-CFB4ED84447A}">
      <dgm:prSet/>
      <dgm:spPr/>
      <dgm:t>
        <a:bodyPr/>
        <a:lstStyle/>
        <a:p>
          <a:endParaRPr lang="de-DE"/>
        </a:p>
      </dgm:t>
    </dgm:pt>
    <dgm:pt modelId="{18EDE2F7-CA7F-4863-8A9C-0E91ACDAFBD7}">
      <dgm:prSet/>
      <dgm:spPr/>
      <dgm:t>
        <a:bodyPr/>
        <a:lstStyle/>
        <a:p>
          <a:pPr rtl="0"/>
          <a:r>
            <a:rPr lang="en-US" b="0" dirty="0"/>
            <a:t>Transaction</a:t>
          </a:r>
          <a:r>
            <a:rPr lang="en-US" b="1" dirty="0"/>
            <a:t> SM12 </a:t>
          </a:r>
          <a:r>
            <a:rPr lang="en-US" b="0" dirty="0"/>
            <a:t>enables you to </a:t>
          </a:r>
          <a:r>
            <a:rPr lang="en-US" b="1" dirty="0"/>
            <a:t>search</a:t>
          </a:r>
          <a:r>
            <a:rPr lang="en-US" b="0" dirty="0"/>
            <a:t> for current locks and to </a:t>
          </a:r>
          <a:r>
            <a:rPr lang="en-US" b="1" dirty="0"/>
            <a:t>delete</a:t>
          </a:r>
          <a:r>
            <a:rPr lang="en-US" b="0" dirty="0"/>
            <a:t> them</a:t>
          </a:r>
          <a:endParaRPr lang="de-DE" dirty="0"/>
        </a:p>
      </dgm:t>
    </dgm:pt>
    <dgm:pt modelId="{EF257BC1-AFF2-4F4D-9A37-89A614ECE998}" type="parTrans" cxnId="{CD6C1FF0-8C9C-40C5-987C-CB7F004BB404}">
      <dgm:prSet/>
      <dgm:spPr/>
      <dgm:t>
        <a:bodyPr/>
        <a:lstStyle/>
        <a:p>
          <a:endParaRPr lang="de-DE"/>
        </a:p>
      </dgm:t>
    </dgm:pt>
    <dgm:pt modelId="{4D233BF1-15B2-4061-94F1-3056717A3AF7}" type="sibTrans" cxnId="{CD6C1FF0-8C9C-40C5-987C-CB7F004BB404}">
      <dgm:prSet/>
      <dgm:spPr/>
      <dgm:t>
        <a:bodyPr/>
        <a:lstStyle/>
        <a:p>
          <a:endParaRPr lang="de-DE"/>
        </a:p>
      </dgm:t>
    </dgm:pt>
    <dgm:pt modelId="{A7C9CDBE-B79A-4844-92AC-327455F4D15C}" type="pres">
      <dgm:prSet presAssocID="{AC171539-E0B3-4BC8-93A4-D86EC44F5661}" presName="linear" presStyleCnt="0">
        <dgm:presLayoutVars>
          <dgm:dir/>
          <dgm:resizeHandles val="exact"/>
        </dgm:presLayoutVars>
      </dgm:prSet>
      <dgm:spPr/>
      <dgm:t>
        <a:bodyPr/>
        <a:lstStyle/>
        <a:p>
          <a:endParaRPr lang="de-DE"/>
        </a:p>
      </dgm:t>
    </dgm:pt>
    <dgm:pt modelId="{497D3D55-09BB-407F-B0A1-F5D842DD28D7}" type="pres">
      <dgm:prSet presAssocID="{B512A537-352B-45D3-B63A-BDBD5C340B24}" presName="comp" presStyleCnt="0"/>
      <dgm:spPr/>
    </dgm:pt>
    <dgm:pt modelId="{FECF8B12-B899-4AEF-A46B-2977A8F65EA4}" type="pres">
      <dgm:prSet presAssocID="{B512A537-352B-45D3-B63A-BDBD5C340B24}" presName="box" presStyleLbl="node1" presStyleIdx="0" presStyleCnt="2"/>
      <dgm:spPr/>
      <dgm:t>
        <a:bodyPr/>
        <a:lstStyle/>
        <a:p>
          <a:endParaRPr lang="de-DE"/>
        </a:p>
      </dgm:t>
    </dgm:pt>
    <dgm:pt modelId="{1961E63D-2FA0-4897-A7E5-40DA7161DDC0}" type="pres">
      <dgm:prSet presAssocID="{B512A537-352B-45D3-B63A-BDBD5C340B24}" presName="img" presStyleLbl="fgImgPlace1" presStyleIdx="0" presStyleCnt="2"/>
      <dgm:spPr>
        <a:blipFill rotWithShape="1">
          <a:blip xmlns:r="http://schemas.openxmlformats.org/officeDocument/2006/relationships" r:embed="rId1"/>
          <a:stretch>
            <a:fillRect/>
          </a:stretch>
        </a:blipFill>
      </dgm:spPr>
    </dgm:pt>
    <dgm:pt modelId="{929D3E73-4C53-4458-8E53-268D8F522A4B}" type="pres">
      <dgm:prSet presAssocID="{B512A537-352B-45D3-B63A-BDBD5C340B24}" presName="text" presStyleLbl="node1" presStyleIdx="0" presStyleCnt="2">
        <dgm:presLayoutVars>
          <dgm:bulletEnabled val="1"/>
        </dgm:presLayoutVars>
      </dgm:prSet>
      <dgm:spPr/>
      <dgm:t>
        <a:bodyPr/>
        <a:lstStyle/>
        <a:p>
          <a:endParaRPr lang="de-DE"/>
        </a:p>
      </dgm:t>
    </dgm:pt>
    <dgm:pt modelId="{C518BA90-304F-452B-BB67-A69D4BDFB0D5}" type="pres">
      <dgm:prSet presAssocID="{7ADB5C14-F66C-45E4-B1F3-4B3A24AD4D0E}" presName="spacer" presStyleCnt="0"/>
      <dgm:spPr/>
    </dgm:pt>
    <dgm:pt modelId="{26142FAB-8E7A-4CCA-A383-6FD4EE3CF8DA}" type="pres">
      <dgm:prSet presAssocID="{18EDE2F7-CA7F-4863-8A9C-0E91ACDAFBD7}" presName="comp" presStyleCnt="0"/>
      <dgm:spPr/>
    </dgm:pt>
    <dgm:pt modelId="{73E3DF78-E58A-4C41-988D-58F4D1CF1844}" type="pres">
      <dgm:prSet presAssocID="{18EDE2F7-CA7F-4863-8A9C-0E91ACDAFBD7}" presName="box" presStyleLbl="node1" presStyleIdx="1" presStyleCnt="2"/>
      <dgm:spPr/>
      <dgm:t>
        <a:bodyPr/>
        <a:lstStyle/>
        <a:p>
          <a:endParaRPr lang="de-DE"/>
        </a:p>
      </dgm:t>
    </dgm:pt>
    <dgm:pt modelId="{88D7A1A0-5D42-4F66-AEB3-153F590BEF5B}" type="pres">
      <dgm:prSet presAssocID="{18EDE2F7-CA7F-4863-8A9C-0E91ACDAFBD7}" presName="img" presStyleLbl="fgImgPlace1" presStyleIdx="1" presStyleCnt="2"/>
      <dgm:spPr>
        <a:blipFill rotWithShape="1">
          <a:blip xmlns:r="http://schemas.openxmlformats.org/officeDocument/2006/relationships" r:embed="rId2"/>
          <a:stretch>
            <a:fillRect/>
          </a:stretch>
        </a:blipFill>
      </dgm:spPr>
    </dgm:pt>
    <dgm:pt modelId="{F04038BD-8743-41E8-BDBA-4357B9281035}" type="pres">
      <dgm:prSet presAssocID="{18EDE2F7-CA7F-4863-8A9C-0E91ACDAFBD7}" presName="text" presStyleLbl="node1" presStyleIdx="1" presStyleCnt="2">
        <dgm:presLayoutVars>
          <dgm:bulletEnabled val="1"/>
        </dgm:presLayoutVars>
      </dgm:prSet>
      <dgm:spPr/>
      <dgm:t>
        <a:bodyPr/>
        <a:lstStyle/>
        <a:p>
          <a:endParaRPr lang="de-DE"/>
        </a:p>
      </dgm:t>
    </dgm:pt>
  </dgm:ptLst>
  <dgm:cxnLst>
    <dgm:cxn modelId="{F2F04438-FC49-4C8F-94E1-CAC5D8F21360}" type="presOf" srcId="{B512A537-352B-45D3-B63A-BDBD5C340B24}" destId="{FECF8B12-B899-4AEF-A46B-2977A8F65EA4}" srcOrd="0" destOrd="0" presId="urn:microsoft.com/office/officeart/2005/8/layout/vList4"/>
    <dgm:cxn modelId="{E0755ED0-D887-49EF-8100-9E29B60E3C76}" type="presOf" srcId="{AC171539-E0B3-4BC8-93A4-D86EC44F5661}" destId="{A7C9CDBE-B79A-4844-92AC-327455F4D15C}" srcOrd="0" destOrd="0" presId="urn:microsoft.com/office/officeart/2005/8/layout/vList4"/>
    <dgm:cxn modelId="{B9BC50DB-9458-4EF9-A428-CFB4ED84447A}" srcId="{AC171539-E0B3-4BC8-93A4-D86EC44F5661}" destId="{B512A537-352B-45D3-B63A-BDBD5C340B24}" srcOrd="0" destOrd="0" parTransId="{C02D1433-F9B9-4F9E-9D43-1A0EB346243E}" sibTransId="{7ADB5C14-F66C-45E4-B1F3-4B3A24AD4D0E}"/>
    <dgm:cxn modelId="{416134E6-D4A5-4A2A-9635-5227558E42B5}" type="presOf" srcId="{18EDE2F7-CA7F-4863-8A9C-0E91ACDAFBD7}" destId="{F04038BD-8743-41E8-BDBA-4357B9281035}" srcOrd="1" destOrd="0" presId="urn:microsoft.com/office/officeart/2005/8/layout/vList4"/>
    <dgm:cxn modelId="{CD6C1FF0-8C9C-40C5-987C-CB7F004BB404}" srcId="{AC171539-E0B3-4BC8-93A4-D86EC44F5661}" destId="{18EDE2F7-CA7F-4863-8A9C-0E91ACDAFBD7}" srcOrd="1" destOrd="0" parTransId="{EF257BC1-AFF2-4F4D-9A37-89A614ECE998}" sibTransId="{4D233BF1-15B2-4061-94F1-3056717A3AF7}"/>
    <dgm:cxn modelId="{741CB633-F161-4E93-BB2D-DE726660B921}" type="presOf" srcId="{B512A537-352B-45D3-B63A-BDBD5C340B24}" destId="{929D3E73-4C53-4458-8E53-268D8F522A4B}" srcOrd="1" destOrd="0" presId="urn:microsoft.com/office/officeart/2005/8/layout/vList4"/>
    <dgm:cxn modelId="{2293AE50-360E-49D2-A94D-5C748FA0002E}" type="presOf" srcId="{18EDE2F7-CA7F-4863-8A9C-0E91ACDAFBD7}" destId="{73E3DF78-E58A-4C41-988D-58F4D1CF1844}" srcOrd="0" destOrd="0" presId="urn:microsoft.com/office/officeart/2005/8/layout/vList4"/>
    <dgm:cxn modelId="{75F2B6C5-1C2E-4541-B143-B1105ED2B405}" type="presParOf" srcId="{A7C9CDBE-B79A-4844-92AC-327455F4D15C}" destId="{497D3D55-09BB-407F-B0A1-F5D842DD28D7}" srcOrd="0" destOrd="0" presId="urn:microsoft.com/office/officeart/2005/8/layout/vList4"/>
    <dgm:cxn modelId="{BEFA6E8F-DC40-454D-88C8-BAE88579900C}" type="presParOf" srcId="{497D3D55-09BB-407F-B0A1-F5D842DD28D7}" destId="{FECF8B12-B899-4AEF-A46B-2977A8F65EA4}" srcOrd="0" destOrd="0" presId="urn:microsoft.com/office/officeart/2005/8/layout/vList4"/>
    <dgm:cxn modelId="{3854D17C-4BD4-4FE9-AD6B-17DC04B9BF22}" type="presParOf" srcId="{497D3D55-09BB-407F-B0A1-F5D842DD28D7}" destId="{1961E63D-2FA0-4897-A7E5-40DA7161DDC0}" srcOrd="1" destOrd="0" presId="urn:microsoft.com/office/officeart/2005/8/layout/vList4"/>
    <dgm:cxn modelId="{E476F21F-98CF-4B7A-8B3A-54CA1A828368}" type="presParOf" srcId="{497D3D55-09BB-407F-B0A1-F5D842DD28D7}" destId="{929D3E73-4C53-4458-8E53-268D8F522A4B}" srcOrd="2" destOrd="0" presId="urn:microsoft.com/office/officeart/2005/8/layout/vList4"/>
    <dgm:cxn modelId="{794BEF8C-46C3-41D7-8C3A-3F0AA290E060}" type="presParOf" srcId="{A7C9CDBE-B79A-4844-92AC-327455F4D15C}" destId="{C518BA90-304F-452B-BB67-A69D4BDFB0D5}" srcOrd="1" destOrd="0" presId="urn:microsoft.com/office/officeart/2005/8/layout/vList4"/>
    <dgm:cxn modelId="{6A52FB73-AF44-49A6-A78E-C0336B376E19}" type="presParOf" srcId="{A7C9CDBE-B79A-4844-92AC-327455F4D15C}" destId="{26142FAB-8E7A-4CCA-A383-6FD4EE3CF8DA}" srcOrd="2" destOrd="0" presId="urn:microsoft.com/office/officeart/2005/8/layout/vList4"/>
    <dgm:cxn modelId="{5B152072-CDFF-40AF-9D90-CEDD955B3E9F}" type="presParOf" srcId="{26142FAB-8E7A-4CCA-A383-6FD4EE3CF8DA}" destId="{73E3DF78-E58A-4C41-988D-58F4D1CF1844}" srcOrd="0" destOrd="0" presId="urn:microsoft.com/office/officeart/2005/8/layout/vList4"/>
    <dgm:cxn modelId="{215D71C3-C528-4AAF-BEDB-BB6ADC3648A4}" type="presParOf" srcId="{26142FAB-8E7A-4CCA-A383-6FD4EE3CF8DA}" destId="{88D7A1A0-5D42-4F66-AEB3-153F590BEF5B}" srcOrd="1" destOrd="0" presId="urn:microsoft.com/office/officeart/2005/8/layout/vList4"/>
    <dgm:cxn modelId="{978117D6-8377-477E-A742-BC13EFB26D1A}" type="presParOf" srcId="{26142FAB-8E7A-4CCA-A383-6FD4EE3CF8DA}" destId="{F04038BD-8743-41E8-BDBA-4357B9281035}"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4F4617-2F29-4C05-AB4A-CFFD88184C89}">
      <dsp:nvSpPr>
        <dsp:cNvPr id="0" name=""/>
        <dsp:cNvSpPr/>
      </dsp:nvSpPr>
      <dsp:spPr>
        <a:xfrm>
          <a:off x="0" y="373423"/>
          <a:ext cx="11545200" cy="918225"/>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96036" tIns="458216" rIns="896036" bIns="156464" numCol="1" spcCol="1270" anchor="t" anchorCtr="0">
          <a:noAutofit/>
        </a:bodyPr>
        <a:lstStyle/>
        <a:p>
          <a:pPr marL="228600" lvl="1" indent="-228600" algn="l" defTabSz="977900" rtl="0">
            <a:lnSpc>
              <a:spcPct val="90000"/>
            </a:lnSpc>
            <a:spcBef>
              <a:spcPct val="0"/>
            </a:spcBef>
            <a:spcAft>
              <a:spcPct val="15000"/>
            </a:spcAft>
            <a:buChar char="••"/>
          </a:pPr>
          <a:r>
            <a:rPr lang="de-DE" sz="2200" b="1" kern="1200" dirty="0"/>
            <a:t>CALL FUNCTION … IN UPDATE TASK.</a:t>
          </a:r>
        </a:p>
      </dsp:txBody>
      <dsp:txXfrm>
        <a:off x="0" y="373423"/>
        <a:ext cx="11545200" cy="918225"/>
      </dsp:txXfrm>
    </dsp:sp>
    <dsp:sp modelId="{11DBBCD1-E9A7-4E91-BC16-A82CCE354A38}">
      <dsp:nvSpPr>
        <dsp:cNvPr id="0" name=""/>
        <dsp:cNvSpPr/>
      </dsp:nvSpPr>
      <dsp:spPr>
        <a:xfrm>
          <a:off x="577260" y="48703"/>
          <a:ext cx="8081640" cy="6494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5467" tIns="0" rIns="305467" bIns="0" numCol="1" spcCol="1270" anchor="ctr" anchorCtr="0">
          <a:noAutofit/>
        </a:bodyPr>
        <a:lstStyle/>
        <a:p>
          <a:pPr lvl="0" algn="l" defTabSz="977900" rtl="0">
            <a:lnSpc>
              <a:spcPct val="90000"/>
            </a:lnSpc>
            <a:spcBef>
              <a:spcPct val="0"/>
            </a:spcBef>
            <a:spcAft>
              <a:spcPct val="35000"/>
            </a:spcAft>
          </a:pPr>
          <a:r>
            <a:rPr lang="de-DE" sz="2200" b="0" kern="1200" dirty="0"/>
            <a:t>Function Modules</a:t>
          </a:r>
          <a:endParaRPr lang="de-DE" sz="2200" kern="1200" dirty="0"/>
        </a:p>
      </dsp:txBody>
      <dsp:txXfrm>
        <a:off x="608963" y="80406"/>
        <a:ext cx="8018234" cy="586034"/>
      </dsp:txXfrm>
    </dsp:sp>
    <dsp:sp modelId="{D102712A-766A-4CB5-A553-8839B85E849E}">
      <dsp:nvSpPr>
        <dsp:cNvPr id="0" name=""/>
        <dsp:cNvSpPr/>
      </dsp:nvSpPr>
      <dsp:spPr>
        <a:xfrm>
          <a:off x="0" y="1735168"/>
          <a:ext cx="11545200" cy="12474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96036" tIns="458216" rIns="896036" bIns="156464" numCol="1" spcCol="1270" anchor="t" anchorCtr="0">
          <a:noAutofit/>
        </a:bodyPr>
        <a:lstStyle/>
        <a:p>
          <a:pPr marL="228600" lvl="1" indent="-228600" algn="l" defTabSz="977900" rtl="0">
            <a:lnSpc>
              <a:spcPct val="90000"/>
            </a:lnSpc>
            <a:spcBef>
              <a:spcPct val="0"/>
            </a:spcBef>
            <a:spcAft>
              <a:spcPct val="15000"/>
            </a:spcAft>
            <a:buChar char="••"/>
          </a:pPr>
          <a:r>
            <a:rPr lang="de-DE" sz="2200" b="1" kern="1200" dirty="0"/>
            <a:t>COMMIT WORK [AND WAIT].</a:t>
          </a:r>
        </a:p>
        <a:p>
          <a:pPr marL="228600" lvl="1" indent="-228600" algn="l" defTabSz="977900" rtl="0">
            <a:lnSpc>
              <a:spcPct val="90000"/>
            </a:lnSpc>
            <a:spcBef>
              <a:spcPct val="0"/>
            </a:spcBef>
            <a:spcAft>
              <a:spcPct val="15000"/>
            </a:spcAft>
            <a:buChar char="••"/>
          </a:pPr>
          <a:r>
            <a:rPr lang="de-DE" sz="2200" b="1" kern="1200" dirty="0"/>
            <a:t>ROLLBACK WORK.</a:t>
          </a:r>
        </a:p>
      </dsp:txBody>
      <dsp:txXfrm>
        <a:off x="0" y="1735168"/>
        <a:ext cx="11545200" cy="1247400"/>
      </dsp:txXfrm>
    </dsp:sp>
    <dsp:sp modelId="{8908A02A-589F-4806-A8ED-30EB489AA46D}">
      <dsp:nvSpPr>
        <dsp:cNvPr id="0" name=""/>
        <dsp:cNvSpPr/>
      </dsp:nvSpPr>
      <dsp:spPr>
        <a:xfrm>
          <a:off x="577260" y="1410448"/>
          <a:ext cx="8081640" cy="6494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5467" tIns="0" rIns="305467" bIns="0" numCol="1" spcCol="1270" anchor="ctr" anchorCtr="0">
          <a:noAutofit/>
        </a:bodyPr>
        <a:lstStyle/>
        <a:p>
          <a:pPr lvl="0" algn="l" defTabSz="977900" rtl="0">
            <a:lnSpc>
              <a:spcPct val="90000"/>
            </a:lnSpc>
            <a:spcBef>
              <a:spcPct val="0"/>
            </a:spcBef>
            <a:spcAft>
              <a:spcPct val="35000"/>
            </a:spcAft>
          </a:pPr>
          <a:r>
            <a:rPr lang="de-DE" sz="2200" b="0" kern="1200" dirty="0"/>
            <a:t>SAP LUW </a:t>
          </a:r>
          <a:r>
            <a:rPr lang="de-DE" sz="2200" b="0" kern="1200" dirty="0" err="1"/>
            <a:t>termination</a:t>
          </a:r>
          <a:endParaRPr lang="de-DE" sz="2200" kern="1200" dirty="0"/>
        </a:p>
      </dsp:txBody>
      <dsp:txXfrm>
        <a:off x="608963" y="1442151"/>
        <a:ext cx="8018234" cy="586034"/>
      </dsp:txXfrm>
    </dsp:sp>
    <dsp:sp modelId="{D7C954A9-2C8D-450A-9B7B-C121560AA3E1}">
      <dsp:nvSpPr>
        <dsp:cNvPr id="0" name=""/>
        <dsp:cNvSpPr/>
      </dsp:nvSpPr>
      <dsp:spPr>
        <a:xfrm>
          <a:off x="0" y="3426088"/>
          <a:ext cx="11545200" cy="918225"/>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96036" tIns="458216" rIns="896036" bIns="156464" numCol="1" spcCol="1270" anchor="t" anchorCtr="0">
          <a:noAutofit/>
        </a:bodyPr>
        <a:lstStyle/>
        <a:p>
          <a:pPr marL="228600" lvl="1" indent="-228600" algn="l" defTabSz="977900" rtl="0">
            <a:lnSpc>
              <a:spcPct val="90000"/>
            </a:lnSpc>
            <a:spcBef>
              <a:spcPct val="0"/>
            </a:spcBef>
            <a:spcAft>
              <a:spcPct val="15000"/>
            </a:spcAft>
            <a:buChar char="••"/>
          </a:pPr>
          <a:r>
            <a:rPr lang="de-DE" sz="2200" b="1" kern="1200" dirty="0"/>
            <a:t>PERFORM … ON COMMIT | ROLLBACK.</a:t>
          </a:r>
        </a:p>
      </dsp:txBody>
      <dsp:txXfrm>
        <a:off x="0" y="3426088"/>
        <a:ext cx="11545200" cy="918225"/>
      </dsp:txXfrm>
    </dsp:sp>
    <dsp:sp modelId="{388A6D43-2367-4075-BBCA-10CD326B1D0D}">
      <dsp:nvSpPr>
        <dsp:cNvPr id="0" name=""/>
        <dsp:cNvSpPr/>
      </dsp:nvSpPr>
      <dsp:spPr>
        <a:xfrm>
          <a:off x="577260" y="3101368"/>
          <a:ext cx="8081640" cy="6494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5467" tIns="0" rIns="305467" bIns="0" numCol="1" spcCol="1270" anchor="ctr" anchorCtr="0">
          <a:noAutofit/>
        </a:bodyPr>
        <a:lstStyle/>
        <a:p>
          <a:pPr lvl="0" algn="l" defTabSz="977900" rtl="0">
            <a:lnSpc>
              <a:spcPct val="90000"/>
            </a:lnSpc>
            <a:spcBef>
              <a:spcPct val="0"/>
            </a:spcBef>
            <a:spcAft>
              <a:spcPct val="35000"/>
            </a:spcAft>
          </a:pPr>
          <a:r>
            <a:rPr lang="de-DE" sz="2200" b="0" kern="1200" dirty="0"/>
            <a:t>Registration </a:t>
          </a:r>
          <a:r>
            <a:rPr lang="de-DE" sz="2200" b="0" kern="1200" dirty="0" err="1"/>
            <a:t>of</a:t>
          </a:r>
          <a:r>
            <a:rPr lang="de-DE" sz="2200" b="0" kern="1200" dirty="0"/>
            <a:t> </a:t>
          </a:r>
          <a:r>
            <a:rPr lang="de-DE" sz="2200" b="0" kern="1200" dirty="0" err="1"/>
            <a:t>subroutines</a:t>
          </a:r>
          <a:endParaRPr lang="de-DE" sz="2200" kern="1200" dirty="0"/>
        </a:p>
      </dsp:txBody>
      <dsp:txXfrm>
        <a:off x="608963" y="3133071"/>
        <a:ext cx="8018234" cy="5860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7F9407-4398-4C04-8C34-EB2A0B8F68F0}">
      <dsp:nvSpPr>
        <dsp:cNvPr id="0" name=""/>
        <dsp:cNvSpPr/>
      </dsp:nvSpPr>
      <dsp:spPr>
        <a:xfrm>
          <a:off x="234013" y="158303"/>
          <a:ext cx="3075114" cy="960973"/>
        </a:xfrm>
        <a:prstGeom prst="rect">
          <a:avLst/>
        </a:prstGeom>
        <a:solidFill>
          <a:schemeClr val="lt1"/>
        </a:solidFill>
        <a:ln w="19050" cap="flat" cmpd="sng" algn="ctr">
          <a:solidFill>
            <a:schemeClr val="accent5"/>
          </a:solidFill>
          <a:prstDash val="solid"/>
        </a:ln>
        <a:effectLst/>
      </dsp:spPr>
      <dsp:style>
        <a:lnRef idx="2">
          <a:schemeClr val="accent5"/>
        </a:lnRef>
        <a:fillRef idx="1">
          <a:schemeClr val="lt1"/>
        </a:fillRef>
        <a:effectRef idx="0">
          <a:schemeClr val="accent5"/>
        </a:effectRef>
        <a:fontRef idx="minor">
          <a:schemeClr val="dk1"/>
        </a:fontRef>
      </dsp:style>
      <dsp:txBody>
        <a:bodyPr spcFirstLastPara="0" vert="horz" wrap="square" lIns="650899" tIns="68580" rIns="68580" bIns="68580" numCol="1" spcCol="1270" anchor="ctr" anchorCtr="0">
          <a:noAutofit/>
        </a:bodyPr>
        <a:lstStyle/>
        <a:p>
          <a:pPr lvl="0" algn="l" defTabSz="800100" rtl="0">
            <a:lnSpc>
              <a:spcPct val="90000"/>
            </a:lnSpc>
            <a:spcBef>
              <a:spcPct val="0"/>
            </a:spcBef>
            <a:spcAft>
              <a:spcPct val="35000"/>
            </a:spcAft>
          </a:pPr>
          <a:r>
            <a:rPr lang="en-US" sz="1800" b="1" kern="1200" dirty="0"/>
            <a:t>lock data set</a:t>
          </a:r>
        </a:p>
        <a:p>
          <a:pPr lvl="0" algn="l" defTabSz="800100" rtl="0">
            <a:lnSpc>
              <a:spcPct val="90000"/>
            </a:lnSpc>
            <a:spcBef>
              <a:spcPct val="0"/>
            </a:spcBef>
            <a:spcAft>
              <a:spcPct val="35000"/>
            </a:spcAft>
          </a:pPr>
          <a:r>
            <a:rPr lang="en-US" sz="1600" b="0" kern="1200" dirty="0">
              <a:latin typeface="SimHei" panose="02010609060101010101" pitchFamily="49" charset="-122"/>
              <a:ea typeface="SimHei" panose="02010609060101010101" pitchFamily="49" charset="-122"/>
            </a:rPr>
            <a:t>Enqueue_&lt;lock object&gt;</a:t>
          </a:r>
          <a:endParaRPr lang="de-DE" sz="1600" b="0" kern="1200" dirty="0">
            <a:latin typeface="SimHei" panose="02010609060101010101" pitchFamily="49" charset="-122"/>
            <a:ea typeface="SimHei" panose="02010609060101010101" pitchFamily="49" charset="-122"/>
          </a:endParaRPr>
        </a:p>
      </dsp:txBody>
      <dsp:txXfrm>
        <a:off x="234013" y="158303"/>
        <a:ext cx="3075114" cy="960973"/>
      </dsp:txXfrm>
    </dsp:sp>
    <dsp:sp modelId="{96458014-75B4-45D3-9289-504FE076DCB5}">
      <dsp:nvSpPr>
        <dsp:cNvPr id="0" name=""/>
        <dsp:cNvSpPr/>
      </dsp:nvSpPr>
      <dsp:spPr>
        <a:xfrm>
          <a:off x="105884" y="19496"/>
          <a:ext cx="672681" cy="1009021"/>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25000" r="-25000"/>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E7B4DC8-251E-4574-8C0F-920A3DB4EA94}">
      <dsp:nvSpPr>
        <dsp:cNvPr id="0" name=""/>
        <dsp:cNvSpPr/>
      </dsp:nvSpPr>
      <dsp:spPr>
        <a:xfrm>
          <a:off x="3551526" y="158563"/>
          <a:ext cx="3073172" cy="960366"/>
        </a:xfrm>
        <a:prstGeom prst="rect">
          <a:avLst/>
        </a:prstGeom>
        <a:solidFill>
          <a:schemeClr val="lt1"/>
        </a:solidFill>
        <a:ln w="19050" cap="flat" cmpd="sng" algn="ctr">
          <a:solidFill>
            <a:schemeClr val="accent3"/>
          </a:solidFill>
          <a:prstDash val="solid"/>
        </a:ln>
        <a:effectLst/>
      </dsp:spPr>
      <dsp:style>
        <a:lnRef idx="2">
          <a:schemeClr val="accent3"/>
        </a:lnRef>
        <a:fillRef idx="1">
          <a:schemeClr val="lt1"/>
        </a:fillRef>
        <a:effectRef idx="0">
          <a:schemeClr val="accent3"/>
        </a:effectRef>
        <a:fontRef idx="minor">
          <a:schemeClr val="dk1"/>
        </a:fontRef>
      </dsp:style>
      <dsp:txBody>
        <a:bodyPr spcFirstLastPara="0" vert="horz" wrap="square" lIns="650488" tIns="68580" rIns="68580" bIns="68580" numCol="1" spcCol="1270" anchor="ctr" anchorCtr="0">
          <a:noAutofit/>
        </a:bodyPr>
        <a:lstStyle/>
        <a:p>
          <a:pPr lvl="0" algn="l" defTabSz="800100" rtl="0">
            <a:lnSpc>
              <a:spcPct val="90000"/>
            </a:lnSpc>
            <a:spcBef>
              <a:spcPct val="0"/>
            </a:spcBef>
            <a:spcAft>
              <a:spcPct val="35000"/>
            </a:spcAft>
          </a:pPr>
          <a:r>
            <a:rPr lang="en-US" sz="1800" b="1" kern="1200" dirty="0"/>
            <a:t>unlock data set</a:t>
          </a:r>
        </a:p>
        <a:p>
          <a:pPr lvl="0" algn="l" defTabSz="800100" rtl="0">
            <a:lnSpc>
              <a:spcPct val="90000"/>
            </a:lnSpc>
            <a:spcBef>
              <a:spcPct val="0"/>
            </a:spcBef>
            <a:spcAft>
              <a:spcPct val="35000"/>
            </a:spcAft>
          </a:pPr>
          <a:r>
            <a:rPr lang="en-US" sz="1600" kern="1200" dirty="0">
              <a:latin typeface="SimHei" panose="02010609060101010101" pitchFamily="49" charset="-122"/>
              <a:ea typeface="SimHei" panose="02010609060101010101" pitchFamily="49" charset="-122"/>
            </a:rPr>
            <a:t>Dequeue_&lt;lock object&gt;</a:t>
          </a:r>
          <a:endParaRPr lang="de-DE" sz="1600" kern="1200" dirty="0">
            <a:latin typeface="SimHei" panose="02010609060101010101" pitchFamily="49" charset="-122"/>
            <a:ea typeface="SimHei" panose="02010609060101010101" pitchFamily="49" charset="-122"/>
          </a:endParaRPr>
        </a:p>
      </dsp:txBody>
      <dsp:txXfrm>
        <a:off x="3551526" y="158563"/>
        <a:ext cx="3073172" cy="960366"/>
      </dsp:txXfrm>
    </dsp:sp>
    <dsp:sp modelId="{2804AC8C-C257-4E25-A64F-608302A4D459}">
      <dsp:nvSpPr>
        <dsp:cNvPr id="0" name=""/>
        <dsp:cNvSpPr/>
      </dsp:nvSpPr>
      <dsp:spPr>
        <a:xfrm>
          <a:off x="3423477" y="19843"/>
          <a:ext cx="672256" cy="1008384"/>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4000" r="-4000"/>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5C42E9-6720-48FF-AD88-DEDCF4D6696D}">
      <dsp:nvSpPr>
        <dsp:cNvPr id="0" name=""/>
        <dsp:cNvSpPr/>
      </dsp:nvSpPr>
      <dsp:spPr>
        <a:xfrm>
          <a:off x="0" y="0"/>
          <a:ext cx="4440242" cy="50711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ctr" defTabSz="977900" rtl="0">
            <a:lnSpc>
              <a:spcPct val="90000"/>
            </a:lnSpc>
            <a:spcBef>
              <a:spcPct val="0"/>
            </a:spcBef>
            <a:spcAft>
              <a:spcPct val="35000"/>
            </a:spcAft>
          </a:pPr>
          <a:r>
            <a:rPr lang="en-US" sz="2200" b="1" kern="1200" dirty="0"/>
            <a:t>RELEASE existing lock object</a:t>
          </a:r>
          <a:endParaRPr lang="de-DE" sz="2200" kern="1200" dirty="0"/>
        </a:p>
      </dsp:txBody>
      <dsp:txXfrm>
        <a:off x="14853" y="14853"/>
        <a:ext cx="4410536" cy="47740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5C42E9-6720-48FF-AD88-DEDCF4D6696D}">
      <dsp:nvSpPr>
        <dsp:cNvPr id="0" name=""/>
        <dsp:cNvSpPr/>
      </dsp:nvSpPr>
      <dsp:spPr>
        <a:xfrm>
          <a:off x="2170" y="0"/>
          <a:ext cx="4440242" cy="50711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ctr" defTabSz="977900" rtl="0">
            <a:lnSpc>
              <a:spcPct val="90000"/>
            </a:lnSpc>
            <a:spcBef>
              <a:spcPct val="0"/>
            </a:spcBef>
            <a:spcAft>
              <a:spcPct val="35000"/>
            </a:spcAft>
          </a:pPr>
          <a:r>
            <a:rPr lang="en-US" sz="2200" b="1" kern="1200" noProof="0" dirty="0"/>
            <a:t>ACQUIRE new lock object</a:t>
          </a:r>
          <a:endParaRPr lang="en-US" sz="2200" kern="1200" noProof="0" dirty="0"/>
        </a:p>
      </dsp:txBody>
      <dsp:txXfrm>
        <a:off x="17023" y="14853"/>
        <a:ext cx="4410536" cy="47740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89CCA7-A47D-4378-9AF2-6BD078748492}">
      <dsp:nvSpPr>
        <dsp:cNvPr id="0" name=""/>
        <dsp:cNvSpPr/>
      </dsp:nvSpPr>
      <dsp:spPr>
        <a:xfrm>
          <a:off x="0" y="0"/>
          <a:ext cx="415498" cy="415498"/>
        </a:xfrm>
        <a:prstGeom prst="pie">
          <a:avLst>
            <a:gd name="adj1" fmla="val 5400000"/>
            <a:gd name="adj2" fmla="val 162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424373A-E750-41F1-B694-2A2BA0DD49AB}">
      <dsp:nvSpPr>
        <dsp:cNvPr id="0" name=""/>
        <dsp:cNvSpPr/>
      </dsp:nvSpPr>
      <dsp:spPr>
        <a:xfrm>
          <a:off x="207749" y="0"/>
          <a:ext cx="2266976" cy="415498"/>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lvl="0" algn="ctr" defTabSz="889000" rtl="0">
            <a:lnSpc>
              <a:spcPct val="90000"/>
            </a:lnSpc>
            <a:spcBef>
              <a:spcPct val="0"/>
            </a:spcBef>
            <a:spcAft>
              <a:spcPct val="35000"/>
            </a:spcAft>
          </a:pPr>
          <a:r>
            <a:rPr lang="de-DE" sz="2000" kern="1200">
              <a:sym typeface="Wingdings" panose="05000000000000000000" pitchFamily="2" charset="2"/>
            </a:rPr>
            <a:t></a:t>
          </a:r>
          <a:r>
            <a:rPr lang="de-DE" sz="2000" kern="1200"/>
            <a:t> Lock data set</a:t>
          </a:r>
        </a:p>
      </dsp:txBody>
      <dsp:txXfrm>
        <a:off x="207749" y="0"/>
        <a:ext cx="2266976" cy="41549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1ABC20-F486-4D33-900A-76DC34B65A2C}">
      <dsp:nvSpPr>
        <dsp:cNvPr id="0" name=""/>
        <dsp:cNvSpPr/>
      </dsp:nvSpPr>
      <dsp:spPr>
        <a:xfrm>
          <a:off x="0" y="0"/>
          <a:ext cx="415498" cy="415498"/>
        </a:xfrm>
        <a:prstGeom prst="pie">
          <a:avLst>
            <a:gd name="adj1" fmla="val 5400000"/>
            <a:gd name="adj2" fmla="val 162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5E2D8A7-90EA-4466-9E46-5C93A2A42E69}">
      <dsp:nvSpPr>
        <dsp:cNvPr id="0" name=""/>
        <dsp:cNvSpPr/>
      </dsp:nvSpPr>
      <dsp:spPr>
        <a:xfrm>
          <a:off x="207748" y="0"/>
          <a:ext cx="2385296" cy="415498"/>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lvl="0" algn="ctr" defTabSz="889000" rtl="0">
            <a:lnSpc>
              <a:spcPct val="90000"/>
            </a:lnSpc>
            <a:spcBef>
              <a:spcPct val="0"/>
            </a:spcBef>
            <a:spcAft>
              <a:spcPct val="35000"/>
            </a:spcAft>
          </a:pPr>
          <a:r>
            <a:rPr lang="de-DE" sz="2000" kern="1200" dirty="0">
              <a:sym typeface="Wingdings" panose="05000000000000000000" pitchFamily="2" charset="2"/>
            </a:rPr>
            <a:t></a:t>
          </a:r>
          <a:r>
            <a:rPr lang="de-DE" sz="2000" kern="1200" dirty="0"/>
            <a:t> </a:t>
          </a:r>
          <a:r>
            <a:rPr lang="de-DE" sz="2000" kern="1200" dirty="0" err="1"/>
            <a:t>Unlock</a:t>
          </a:r>
          <a:r>
            <a:rPr lang="de-DE" sz="2000" kern="1200" dirty="0"/>
            <a:t> </a:t>
          </a:r>
          <a:r>
            <a:rPr lang="de-DE" sz="2000" kern="1200" dirty="0" err="1"/>
            <a:t>data</a:t>
          </a:r>
          <a:r>
            <a:rPr lang="de-DE" sz="2000" kern="1200" dirty="0"/>
            <a:t> </a:t>
          </a:r>
          <a:r>
            <a:rPr lang="de-DE" sz="2000" kern="1200" dirty="0" err="1"/>
            <a:t>set</a:t>
          </a:r>
          <a:endParaRPr lang="de-DE" sz="2000" kern="1200" dirty="0"/>
        </a:p>
      </dsp:txBody>
      <dsp:txXfrm>
        <a:off x="207748" y="0"/>
        <a:ext cx="2385296" cy="41549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CF8B12-B899-4AEF-A46B-2977A8F65EA4}">
      <dsp:nvSpPr>
        <dsp:cNvPr id="0" name=""/>
        <dsp:cNvSpPr/>
      </dsp:nvSpPr>
      <dsp:spPr>
        <a:xfrm>
          <a:off x="0" y="0"/>
          <a:ext cx="5372262" cy="84343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b="0" kern="1200" dirty="0"/>
            <a:t>Monitoring current locks is only available by using the </a:t>
          </a:r>
          <a:r>
            <a:rPr lang="en-US" sz="1700" b="1" kern="1200" dirty="0"/>
            <a:t>SAP GUI</a:t>
          </a:r>
          <a:endParaRPr lang="de-DE" sz="1700" kern="1200" dirty="0"/>
        </a:p>
      </dsp:txBody>
      <dsp:txXfrm>
        <a:off x="1158796" y="0"/>
        <a:ext cx="4213465" cy="843436"/>
      </dsp:txXfrm>
    </dsp:sp>
    <dsp:sp modelId="{1961E63D-2FA0-4897-A7E5-40DA7161DDC0}">
      <dsp:nvSpPr>
        <dsp:cNvPr id="0" name=""/>
        <dsp:cNvSpPr/>
      </dsp:nvSpPr>
      <dsp:spPr>
        <a:xfrm>
          <a:off x="84343" y="84343"/>
          <a:ext cx="1074452" cy="674749"/>
        </a:xfrm>
        <a:prstGeom prst="roundRect">
          <a:avLst>
            <a:gd name="adj" fmla="val 10000"/>
          </a:avLst>
        </a:prstGeom>
        <a:blipFill rotWithShape="1">
          <a:blip xmlns:r="http://schemas.openxmlformats.org/officeDocument/2006/relationships" r:embed="rId1"/>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3E3DF78-E58A-4C41-988D-58F4D1CF1844}">
      <dsp:nvSpPr>
        <dsp:cNvPr id="0" name=""/>
        <dsp:cNvSpPr/>
      </dsp:nvSpPr>
      <dsp:spPr>
        <a:xfrm>
          <a:off x="0" y="927780"/>
          <a:ext cx="5372262" cy="84343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b="0" kern="1200" dirty="0"/>
            <a:t>Transaction</a:t>
          </a:r>
          <a:r>
            <a:rPr lang="en-US" sz="1700" b="1" kern="1200" dirty="0"/>
            <a:t> SM12 </a:t>
          </a:r>
          <a:r>
            <a:rPr lang="en-US" sz="1700" b="0" kern="1200" dirty="0"/>
            <a:t>enables you to </a:t>
          </a:r>
          <a:r>
            <a:rPr lang="en-US" sz="1700" b="1" kern="1200" dirty="0"/>
            <a:t>search</a:t>
          </a:r>
          <a:r>
            <a:rPr lang="en-US" sz="1700" b="0" kern="1200" dirty="0"/>
            <a:t> for current locks and to </a:t>
          </a:r>
          <a:r>
            <a:rPr lang="en-US" sz="1700" b="1" kern="1200" dirty="0"/>
            <a:t>delete</a:t>
          </a:r>
          <a:r>
            <a:rPr lang="en-US" sz="1700" b="0" kern="1200" dirty="0"/>
            <a:t> them</a:t>
          </a:r>
          <a:endParaRPr lang="de-DE" sz="1700" kern="1200" dirty="0"/>
        </a:p>
      </dsp:txBody>
      <dsp:txXfrm>
        <a:off x="1158796" y="927780"/>
        <a:ext cx="4213465" cy="843436"/>
      </dsp:txXfrm>
    </dsp:sp>
    <dsp:sp modelId="{88D7A1A0-5D42-4F66-AEB3-153F590BEF5B}">
      <dsp:nvSpPr>
        <dsp:cNvPr id="0" name=""/>
        <dsp:cNvSpPr/>
      </dsp:nvSpPr>
      <dsp:spPr>
        <a:xfrm>
          <a:off x="84343" y="1012124"/>
          <a:ext cx="1074452" cy="674749"/>
        </a:xfrm>
        <a:prstGeom prst="roundRect">
          <a:avLst>
            <a:gd name="adj" fmla="val 10000"/>
          </a:avLst>
        </a:prstGeom>
        <a:blipFill rotWithShape="1">
          <a:blip xmlns:r="http://schemas.openxmlformats.org/officeDocument/2006/relationships" r:embed="rId2"/>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PictureStrips">
  <dgm:title val=""/>
  <dgm:desc val=""/>
  <dgm:catLst>
    <dgm:cat type="list" pri="12500"/>
    <dgm:cat type="picture" pri="13000"/>
    <dgm:cat type="pictureconvert" pri="13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40" srcId="0" destId="10" srcOrd="0" destOrd="0"/>
        <dgm:cxn modelId="50" srcId="0" destId="20" srcOrd="1" destOrd="0"/>
        <dgm:cxn modelId="60" srcId="0" destId="30" srcOrd="2" destOrd="0"/>
        <dgm:cxn modelId="70" srcId="0" destId="40" srcOrd="2"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3"/>
        </dgm:alg>
        <dgm:shape xmlns:r="http://schemas.openxmlformats.org/officeDocument/2006/relationships" r:blip="">
          <dgm:adjLst/>
        </dgm:shape>
        <dgm:choose name="Name4">
          <dgm:if name="Name5" func="var" arg="dir" op="equ" val="norm">
            <dgm:constrLst>
              <dgm:constr type="l" for="ch" forName="rect1" refType="w" fact="0.04"/>
              <dgm:constr type="t" for="ch" forName="rect1" refType="h" fact="0.13"/>
              <dgm:constr type="w" for="ch" forName="rect1" refType="w" fact="0.96"/>
              <dgm:constr type="h" for="ch" forName="rect1" refType="h" fact="0.9"/>
              <dgm:constr type="l" for="ch" forName="rect2" refType="w" fact="0"/>
              <dgm:constr type="t" for="ch" forName="rect2" refType="h" fact="0"/>
              <dgm:constr type="w" for="ch" forName="rect2" refType="w" fact="0.21"/>
              <dgm:constr type="h" for="ch" forName="rect2" refType="w" fact="0.315"/>
            </dgm:constrLst>
          </dgm:if>
          <dgm:else name="Name6">
            <dgm:constrLst>
              <dgm:constr type="l" for="ch" forName="rect1" refType="w" fact="0"/>
              <dgm:constr type="t" for="ch" forName="rect1" refType="h" fact="0.13"/>
              <dgm:constr type="w" for="ch" forName="rect1" refType="w" fact="0.96"/>
              <dgm:constr type="h" for="ch" forName="rect1" refType="h" fact="0.9"/>
              <dgm:constr type="l" for="ch" forName="rect2" refType="w" fact="0.79"/>
              <dgm:constr type="t" for="ch" forName="rect2" refType="h" fact="0"/>
              <dgm:constr type="w" for="ch" forName="rect2" refType="w" fact="0.21"/>
              <dgm:constr type="h" for="ch" forName="rect2" refType="w" fact="0.315"/>
            </dgm:constrLst>
          </dgm:else>
        </dgm:choose>
        <dgm:layoutNode name="rect1" styleLbl="trAlignAcc1">
          <dgm:varLst>
            <dgm:bulletEnabled val="1"/>
          </dgm:varLst>
          <dgm:alg type="tx">
            <dgm:param type="parTxLTRAlign" val="l"/>
          </dgm:alg>
          <dgm:shape xmlns:r="http://schemas.openxmlformats.org/officeDocument/2006/relationships" type="rect" r:blip="">
            <dgm:adjLst/>
          </dgm:shape>
          <dgm:presOf axis="desOrSelf" ptType="node"/>
          <dgm:choose name="Name7">
            <dgm:if name="Name8" func="var" arg="dir" op="equ" val="norm">
              <dgm:constrLst>
                <dgm:constr type="lMarg" refType="w" fact="0.6"/>
                <dgm:constr type="rMarg" refType="primFontSz" fact="0.3"/>
                <dgm:constr type="tMarg" refType="primFontSz" fact="0.3"/>
                <dgm:constr type="bMarg" refType="primFontSz" fact="0.3"/>
              </dgm:constrLst>
            </dgm:if>
            <dgm:else name="Name9">
              <dgm:constrLst>
                <dgm:constr type="lMarg" refType="primFontSz" fact="0.3"/>
                <dgm:constr type="rMarg" refType="w" fact="0.6"/>
                <dgm:constr type="tMarg" refType="primFontSz" fact="0.3"/>
                <dgm:constr type="bMarg" refType="primFontSz" fact="0.3"/>
              </dgm:constrLst>
            </dgm:else>
          </dgm:choose>
          <dgm:ruleLst>
            <dgm:rule type="primFontSz" val="5" fact="NaN" max="NaN"/>
          </dgm:ruleLst>
        </dgm:layoutNode>
        <dgm:layoutNode name="rect2" styleLbl="fg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1926008" y="9378824"/>
            <a:ext cx="2945659" cy="493713"/>
          </a:xfrm>
          <a:prstGeom prst="rect">
            <a:avLst/>
          </a:prstGeom>
        </p:spPr>
        <p:txBody>
          <a:bodyPr vert="horz" lIns="91440" tIns="45720" rIns="91440" bIns="45720" rtlCol="0" anchor="b"/>
          <a:lstStyle>
            <a:lvl1pPr algn="r">
              <a:defRPr sz="1200"/>
            </a:lvl1pPr>
          </a:lstStyle>
          <a:p>
            <a:pPr algn="ctr"/>
            <a:fld id="{47855BD9-AF71-426C-9B9B-B0E52B88852E}" type="slidenum">
              <a:rPr lang="de-DE" sz="1000" smtClean="0"/>
              <a:pPr algn="ctr"/>
              <a:t>‹Nr.›</a:t>
            </a:fld>
            <a:endParaRPr lang="de-DE" sz="1000" dirty="0"/>
          </a:p>
        </p:txBody>
      </p:sp>
    </p:spTree>
    <p:extLst>
      <p:ext uri="{BB962C8B-B14F-4D97-AF65-F5344CB8AC3E}">
        <p14:creationId xmlns:p14="http://schemas.microsoft.com/office/powerpoint/2010/main" val="23599324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557213" y="661988"/>
            <a:ext cx="5715000" cy="3214687"/>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es Placeholder 4"/>
          <p:cNvSpPr>
            <a:spLocks noGrp="1"/>
          </p:cNvSpPr>
          <p:nvPr>
            <p:ph type="body" sz="quarter" idx="3"/>
          </p:nvPr>
        </p:nvSpPr>
        <p:spPr>
          <a:xfrm>
            <a:off x="544171" y="4548205"/>
            <a:ext cx="5709333" cy="4696698"/>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7" name="Slide Number Placeholder 6"/>
          <p:cNvSpPr>
            <a:spLocks noGrp="1"/>
          </p:cNvSpPr>
          <p:nvPr>
            <p:ph type="sldNum" sz="quarter" idx="5"/>
          </p:nvPr>
        </p:nvSpPr>
        <p:spPr>
          <a:xfrm>
            <a:off x="2931497" y="9627396"/>
            <a:ext cx="934681" cy="221758"/>
          </a:xfrm>
          <a:prstGeom prst="rect">
            <a:avLst/>
          </a:prstGeom>
        </p:spPr>
        <p:txBody>
          <a:bodyPr vert="horz" lIns="91440" tIns="45720" rIns="91440" bIns="45720" rtlCol="0" anchor="b"/>
          <a:lstStyle>
            <a:lvl1pPr algn="ctr">
              <a:defRPr sz="1000"/>
            </a:lvl1pPr>
          </a:lstStyle>
          <a:p>
            <a:fld id="{7D8C2C35-2B8A-446E-BEC0-FD36716C29AC}" type="slidenum">
              <a:rPr lang="de-DE" smtClean="0"/>
              <a:pPr/>
              <a:t>‹Nr.›</a:t>
            </a:fld>
            <a:endParaRPr lang="de-DE" dirty="0"/>
          </a:p>
        </p:txBody>
      </p:sp>
    </p:spTree>
    <p:extLst>
      <p:ext uri="{BB962C8B-B14F-4D97-AF65-F5344CB8AC3E}">
        <p14:creationId xmlns:p14="http://schemas.microsoft.com/office/powerpoint/2010/main" val="2847385487"/>
      </p:ext>
    </p:extLst>
  </p:cSld>
  <p:clrMap bg1="lt1" tx1="dk1" bg2="lt2" tx2="dk2" accent1="accent1" accent2="accent2" accent3="accent3" accent4="accent4" accent5="accent5" accent6="accent6" hlink="hlink" folHlink="folHlink"/>
  <p:notesStyle>
    <a:lvl1pPr marL="0" algn="l" defTabSz="1088776" rtl="0" eaLnBrk="1" latinLnBrk="0" hangingPunct="1">
      <a:defRPr sz="1400" kern="1200">
        <a:solidFill>
          <a:schemeClr val="tx1"/>
        </a:solidFill>
        <a:latin typeface="+mn-lt"/>
        <a:ea typeface="+mn-ea"/>
        <a:cs typeface="+mn-cs"/>
      </a:defRPr>
    </a:lvl1pPr>
    <a:lvl2pPr marL="180975" indent="-180975" algn="l" defTabSz="1088776" rtl="0" eaLnBrk="1" latinLnBrk="0" hangingPunct="1">
      <a:buClr>
        <a:schemeClr val="accent1"/>
      </a:buClr>
      <a:buSzPct val="100000"/>
      <a:buFont typeface="Wingdings" pitchFamily="2" charset="2"/>
      <a:buChar char=""/>
      <a:defRPr sz="1200" kern="1200">
        <a:solidFill>
          <a:schemeClr val="tx1"/>
        </a:solidFill>
        <a:latin typeface="+mn-lt"/>
        <a:ea typeface="+mn-ea"/>
        <a:cs typeface="+mn-cs"/>
      </a:defRPr>
    </a:lvl2pPr>
    <a:lvl3pPr marL="357188" indent="-176213" algn="l" defTabSz="1088776" rtl="0" eaLnBrk="1" latinLnBrk="0" hangingPunct="1">
      <a:buClr>
        <a:schemeClr val="accent2"/>
      </a:buClr>
      <a:buSzPct val="80000"/>
      <a:buFont typeface="Symbol" pitchFamily="18" charset="2"/>
      <a:buChar char="-"/>
      <a:defRPr sz="1200" kern="1200">
        <a:solidFill>
          <a:schemeClr val="tx1"/>
        </a:solidFill>
        <a:latin typeface="+mn-lt"/>
        <a:ea typeface="+mn-ea"/>
        <a:cs typeface="+mn-cs"/>
      </a:defRPr>
    </a:lvl3pPr>
    <a:lvl4pPr marL="674815" indent="-158780" algn="l" defTabSz="1088776" rtl="0" eaLnBrk="1" latinLnBrk="0" hangingPunct="1">
      <a:buClr>
        <a:schemeClr val="accent2"/>
      </a:buClr>
      <a:buFont typeface="Arial" pitchFamily="34" charset="0"/>
      <a:buChar char="–"/>
      <a:defRPr sz="1200" kern="1200">
        <a:solidFill>
          <a:schemeClr val="tx1"/>
        </a:solidFill>
        <a:latin typeface="+mn-lt"/>
        <a:ea typeface="+mn-ea"/>
        <a:cs typeface="+mn-cs"/>
      </a:defRPr>
    </a:lvl4pPr>
    <a:lvl5pPr marL="2177552" algn="l" defTabSz="1088776" rtl="0" eaLnBrk="1" latinLnBrk="0" hangingPunct="1">
      <a:defRPr sz="1400" kern="1200">
        <a:solidFill>
          <a:schemeClr val="tx1"/>
        </a:solidFill>
        <a:latin typeface="+mn-lt"/>
        <a:ea typeface="+mn-ea"/>
        <a:cs typeface="+mn-cs"/>
      </a:defRPr>
    </a:lvl5pPr>
    <a:lvl6pPr marL="2721940" algn="l" defTabSz="1088776" rtl="0" eaLnBrk="1" latinLnBrk="0" hangingPunct="1">
      <a:defRPr sz="1400" kern="1200">
        <a:solidFill>
          <a:schemeClr val="tx1"/>
        </a:solidFill>
        <a:latin typeface="+mn-lt"/>
        <a:ea typeface="+mn-ea"/>
        <a:cs typeface="+mn-cs"/>
      </a:defRPr>
    </a:lvl6pPr>
    <a:lvl7pPr marL="3266328" algn="l" defTabSz="1088776" rtl="0" eaLnBrk="1" latinLnBrk="0" hangingPunct="1">
      <a:defRPr sz="1400" kern="1200">
        <a:solidFill>
          <a:schemeClr val="tx1"/>
        </a:solidFill>
        <a:latin typeface="+mn-lt"/>
        <a:ea typeface="+mn-ea"/>
        <a:cs typeface="+mn-cs"/>
      </a:defRPr>
    </a:lvl7pPr>
    <a:lvl8pPr marL="3810716" algn="l" defTabSz="1088776" rtl="0" eaLnBrk="1" latinLnBrk="0" hangingPunct="1">
      <a:defRPr sz="1400" kern="1200">
        <a:solidFill>
          <a:schemeClr val="tx1"/>
        </a:solidFill>
        <a:latin typeface="+mn-lt"/>
        <a:ea typeface="+mn-ea"/>
        <a:cs typeface="+mn-cs"/>
      </a:defRPr>
    </a:lvl8pPr>
    <a:lvl9pPr marL="4355104" algn="l" defTabSz="108877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3</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4</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5</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6</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7</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8</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9</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10</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11</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12</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13</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14</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15</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16</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17</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18</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19</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20</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21</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22</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23</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24</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25</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xml"/><Relationship Id="rId1" Type="http://schemas.openxmlformats.org/officeDocument/2006/relationships/vmlDrawing" Target="../drawings/vmlDrawing2.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vmlDrawing" Target="../drawings/vmlDrawing3.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3.bin"/></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vmlDrawing" Target="../drawings/vmlDrawing4.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4.bin"/></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vmlDrawing" Target="../drawings/vmlDrawing5.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5.bin"/></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2.png"/><Relationship Id="rId2" Type="http://schemas.openxmlformats.org/officeDocument/2006/relationships/tags" Target="../tags/tag6.xml"/><Relationship Id="rId1" Type="http://schemas.openxmlformats.org/officeDocument/2006/relationships/vmlDrawing" Target="../drawings/vmlDrawing6.vml"/><Relationship Id="rId6" Type="http://schemas.openxmlformats.org/officeDocument/2006/relationships/image" Target="../media/image1.emf"/><Relationship Id="rId5" Type="http://schemas.openxmlformats.org/officeDocument/2006/relationships/oleObject" Target="../embeddings/oleObject6.bin"/><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vmlDrawing" Target="../drawings/vmlDrawing7.v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xml"/><Relationship Id="rId1" Type="http://schemas.openxmlformats.org/officeDocument/2006/relationships/vmlDrawing" Target="../drawings/vmlDrawing8.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8.bin"/></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vmlDrawing" Target="../drawings/vmlDrawing9.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9.bin"/></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0.xml"/><Relationship Id="rId1" Type="http://schemas.openxmlformats.org/officeDocument/2006/relationships/vmlDrawing" Target="../drawings/vmlDrawing10.vml"/><Relationship Id="rId5" Type="http://schemas.openxmlformats.org/officeDocument/2006/relationships/image" Target="../media/image1.emf"/><Relationship Id="rId4" Type="http://schemas.openxmlformats.org/officeDocument/2006/relationships/oleObject" Target="../embeddings/oleObject10.bin"/></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vmlDrawing" Target="../drawings/vmlDrawing11.vml"/><Relationship Id="rId5" Type="http://schemas.openxmlformats.org/officeDocument/2006/relationships/image" Target="../media/image1.emf"/><Relationship Id="rId4" Type="http://schemas.openxmlformats.org/officeDocument/2006/relationships/oleObject" Target="../embeddings/oleObject11.bin"/></Relationships>
</file>

<file path=ppt/slideLayouts/_rels/slideLayout1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2.xml"/><Relationship Id="rId1" Type="http://schemas.openxmlformats.org/officeDocument/2006/relationships/vmlDrawing" Target="../drawings/vmlDrawing12.vml"/><Relationship Id="rId5" Type="http://schemas.openxmlformats.org/officeDocument/2006/relationships/image" Target="../media/image1.emf"/><Relationship Id="rId4" Type="http://schemas.openxmlformats.org/officeDocument/2006/relationships/oleObject" Target="../embeddings/oleObject12.bin"/></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3.xml"/><Relationship Id="rId1" Type="http://schemas.openxmlformats.org/officeDocument/2006/relationships/vmlDrawing" Target="../drawings/vmlDrawing13.vml"/><Relationship Id="rId5" Type="http://schemas.openxmlformats.org/officeDocument/2006/relationships/image" Target="../media/image1.emf"/><Relationship Id="rId4" Type="http://schemas.openxmlformats.org/officeDocument/2006/relationships/oleObject" Target="../embeddings/oleObject13.bin"/></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4.xml"/><Relationship Id="rId1" Type="http://schemas.openxmlformats.org/officeDocument/2006/relationships/vmlDrawing" Target="../drawings/vmlDrawing14.vml"/><Relationship Id="rId5" Type="http://schemas.openxmlformats.org/officeDocument/2006/relationships/image" Target="../media/image1.emf"/><Relationship Id="rId4" Type="http://schemas.openxmlformats.org/officeDocument/2006/relationships/oleObject" Target="../embeddings/oleObject14.bin"/></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5.xml"/><Relationship Id="rId1" Type="http://schemas.openxmlformats.org/officeDocument/2006/relationships/vmlDrawing" Target="../drawings/vmlDrawing15.vml"/><Relationship Id="rId5" Type="http://schemas.openxmlformats.org/officeDocument/2006/relationships/image" Target="../media/image1.emf"/><Relationship Id="rId4" Type="http://schemas.openxmlformats.org/officeDocument/2006/relationships/oleObject" Target="../embeddings/oleObject15.bin"/></Relationships>
</file>

<file path=ppt/slideLayouts/_rels/slideLayout1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6.xml"/><Relationship Id="rId1" Type="http://schemas.openxmlformats.org/officeDocument/2006/relationships/vmlDrawing" Target="../drawings/vmlDrawing16.vml"/><Relationship Id="rId5" Type="http://schemas.openxmlformats.org/officeDocument/2006/relationships/image" Target="../media/image1.emf"/><Relationship Id="rId4" Type="http://schemas.openxmlformats.org/officeDocument/2006/relationships/oleObject" Target="../embeddings/oleObject16.bin"/></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7.xml"/><Relationship Id="rId1" Type="http://schemas.openxmlformats.org/officeDocument/2006/relationships/vmlDrawing" Target="../drawings/vmlDrawing17.vml"/><Relationship Id="rId5" Type="http://schemas.openxmlformats.org/officeDocument/2006/relationships/image" Target="../media/image1.emf"/><Relationship Id="rId4" Type="http://schemas.openxmlformats.org/officeDocument/2006/relationships/oleObject" Target="../embeddings/oleObject17.bin"/></Relationships>
</file>

<file path=ppt/slideLayouts/_rels/slideLayout1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8.xml"/><Relationship Id="rId1" Type="http://schemas.openxmlformats.org/officeDocument/2006/relationships/vmlDrawing" Target="../drawings/vmlDrawing18.vml"/><Relationship Id="rId5" Type="http://schemas.openxmlformats.org/officeDocument/2006/relationships/image" Target="../media/image1.emf"/><Relationship Id="rId4" Type="http://schemas.openxmlformats.org/officeDocument/2006/relationships/oleObject" Target="../embeddings/oleObject18.bin"/></Relationships>
</file>

<file path=ppt/slideLayouts/_rels/slideLayout1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9.xml"/><Relationship Id="rId1" Type="http://schemas.openxmlformats.org/officeDocument/2006/relationships/vmlDrawing" Target="../drawings/vmlDrawing19.vml"/><Relationship Id="rId5" Type="http://schemas.openxmlformats.org/officeDocument/2006/relationships/image" Target="../media/image1.emf"/><Relationship Id="rId4" Type="http://schemas.openxmlformats.org/officeDocument/2006/relationships/oleObject" Target="../embeddings/oleObject19.bin"/></Relationships>
</file>

<file path=ppt/slideLayouts/_rels/slideLayout2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0.xml"/><Relationship Id="rId1" Type="http://schemas.openxmlformats.org/officeDocument/2006/relationships/vmlDrawing" Target="../drawings/vmlDrawing20.vml"/><Relationship Id="rId5" Type="http://schemas.openxmlformats.org/officeDocument/2006/relationships/image" Target="../media/image1.emf"/><Relationship Id="rId4" Type="http://schemas.openxmlformats.org/officeDocument/2006/relationships/oleObject" Target="../embeddings/oleObject20.bin"/></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1.xml"/><Relationship Id="rId1" Type="http://schemas.openxmlformats.org/officeDocument/2006/relationships/vmlDrawing" Target="../drawings/vmlDrawing21.vml"/><Relationship Id="rId6" Type="http://schemas.openxmlformats.org/officeDocument/2006/relationships/image" Target="../media/image4.png"/><Relationship Id="rId5" Type="http://schemas.openxmlformats.org/officeDocument/2006/relationships/image" Target="../media/image1.emf"/><Relationship Id="rId4" Type="http://schemas.openxmlformats.org/officeDocument/2006/relationships/oleObject" Target="../embeddings/oleObject21.bin"/></Relationships>
</file>

<file path=ppt/slideLayouts/_rels/slideLayout2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2.xml"/><Relationship Id="rId1" Type="http://schemas.openxmlformats.org/officeDocument/2006/relationships/vmlDrawing" Target="../drawings/vmlDrawing22.vml"/><Relationship Id="rId6" Type="http://schemas.openxmlformats.org/officeDocument/2006/relationships/hyperlink" Target="http://global12.sap.com/corporate-en/legal/copyright/index.epx" TargetMode="External"/><Relationship Id="rId5" Type="http://schemas.openxmlformats.org/officeDocument/2006/relationships/image" Target="../media/image1.emf"/><Relationship Id="rId4" Type="http://schemas.openxmlformats.org/officeDocument/2006/relationships/oleObject" Target="../embeddings/oleObject22.bin"/></Relationships>
</file>

<file path=ppt/slideLayouts/_rels/slideLayout2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vmlDrawing" Target="../drawings/vmlDrawing23.vml"/><Relationship Id="rId6" Type="http://schemas.openxmlformats.org/officeDocument/2006/relationships/hyperlink" Target="http://global.sap.com/corporate-de/legal/copyright/index.epx" TargetMode="External"/><Relationship Id="rId5" Type="http://schemas.openxmlformats.org/officeDocument/2006/relationships/image" Target="../media/image1.emf"/><Relationship Id="rId4" Type="http://schemas.openxmlformats.org/officeDocument/2006/relationships/oleObject" Target="../embeddings/oleObject23.bin"/></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 short">
    <p:bg>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5208"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a:xfrm>
            <a:off x="323999" y="324075"/>
            <a:ext cx="10620000" cy="923330"/>
          </a:xfrm>
        </p:spPr>
        <p:txBody>
          <a:bodyPr anchor="t" anchorCtr="0">
            <a:noAutofit/>
          </a:bodyPr>
          <a:lstStyle>
            <a:lvl1pPr>
              <a:defRPr sz="6000">
                <a:solidFill>
                  <a:schemeClr val="tx1"/>
                </a:solidFill>
              </a:defRPr>
            </a:lvl1pPr>
          </a:lstStyle>
          <a:p>
            <a:r>
              <a:rPr lang="en-US" dirty="0"/>
              <a:t>Short Presentation Title</a:t>
            </a:r>
          </a:p>
        </p:txBody>
      </p:sp>
      <p:sp>
        <p:nvSpPr>
          <p:cNvPr id="6" name="Subtitle 2"/>
          <p:cNvSpPr>
            <a:spLocks noGrp="1"/>
          </p:cNvSpPr>
          <p:nvPr>
            <p:ph type="subTitle" idx="1" hasCustomPrompt="1"/>
          </p:nvPr>
        </p:nvSpPr>
        <p:spPr bwMode="gray">
          <a:xfrm>
            <a:off x="324000" y="1539177"/>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pic>
        <p:nvPicPr>
          <p:cNvPr id="8" name="Picture 7"/>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400591928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 two lines">
    <p:bg>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6232"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6" name="Subtitle 2"/>
          <p:cNvSpPr>
            <a:spLocks noGrp="1"/>
          </p:cNvSpPr>
          <p:nvPr>
            <p:ph type="subTitle" idx="1" hasCustomPrompt="1"/>
          </p:nvPr>
        </p:nvSpPr>
        <p:spPr bwMode="gray">
          <a:xfrm>
            <a:off x="324000" y="1539177"/>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sp>
        <p:nvSpPr>
          <p:cNvPr id="9" name="Title 1"/>
          <p:cNvSpPr>
            <a:spLocks noGrp="1"/>
          </p:cNvSpPr>
          <p:nvPr>
            <p:ph type="ctrTitle" hasCustomPrompt="1"/>
          </p:nvPr>
        </p:nvSpPr>
        <p:spPr bwMode="gray">
          <a:xfrm>
            <a:off x="323999" y="324075"/>
            <a:ext cx="10620000" cy="1107996"/>
          </a:xfrm>
        </p:spPr>
        <p:txBody>
          <a:bodyPr anchor="t" anchorCtr="0">
            <a:noAutofit/>
          </a:bodyPr>
          <a:lstStyle>
            <a:lvl1pPr>
              <a:defRPr sz="3600">
                <a:solidFill>
                  <a:sysClr val="windowText" lastClr="000000"/>
                </a:solidFill>
                <a:latin typeface="+mj-lt"/>
              </a:defRPr>
            </a:lvl1pPr>
          </a:lstStyle>
          <a:p>
            <a:r>
              <a:rPr lang="en-US" sz="3600" dirty="0"/>
              <a:t>Alternate Presentation Title</a:t>
            </a:r>
            <a:br>
              <a:rPr lang="en-US" sz="3600" dirty="0"/>
            </a:br>
            <a:r>
              <a:rPr lang="en-US" sz="3600" dirty="0"/>
              <a:t>Breaks to Two Lines</a:t>
            </a:r>
            <a:endParaRPr lang="en-US" dirty="0"/>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pic>
        <p:nvPicPr>
          <p:cNvPr id="8" name="Picture 7"/>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405075076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 short">
    <p:bg>
      <p:bgPr>
        <a:solidFill>
          <a:schemeClr val="accent2">
            <a:lumMod val="20000"/>
            <a:lumOff val="80000"/>
          </a:schemeClr>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160"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 name="Rectangle 2"/>
          <p:cNvSpPr/>
          <p:nvPr/>
        </p:nvSpPr>
        <p:spPr bwMode="gray">
          <a:xfrm>
            <a:off x="324000" y="0"/>
            <a:ext cx="11545200" cy="2160000"/>
          </a:xfrm>
          <a:prstGeom prst="rect">
            <a:avLst/>
          </a:prstGeom>
          <a:solidFill>
            <a:schemeClr val="bg1">
              <a:alpha val="75000"/>
            </a:schemeClr>
          </a:solidFill>
          <a:ln w="6350"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kern="0" dirty="0">
              <a:solidFill>
                <a:srgbClr val="000000"/>
              </a:solidFill>
              <a:ea typeface="Arial Unicode MS" pitchFamily="34" charset="-128"/>
              <a:cs typeface="Arial Unicode MS" pitchFamily="34" charset="-128"/>
            </a:endParaRPr>
          </a:p>
        </p:txBody>
      </p:sp>
      <p:sp>
        <p:nvSpPr>
          <p:cNvPr id="2" name="Title 1"/>
          <p:cNvSpPr>
            <a:spLocks noGrp="1"/>
          </p:cNvSpPr>
          <p:nvPr>
            <p:ph type="title" hasCustomPrompt="1"/>
          </p:nvPr>
        </p:nvSpPr>
        <p:spPr>
          <a:xfrm>
            <a:off x="467999" y="324075"/>
            <a:ext cx="10620000" cy="923330"/>
          </a:xfrm>
        </p:spPr>
        <p:txBody>
          <a:bodyPr anchor="t" anchorCtr="0">
            <a:noAutofit/>
          </a:bodyPr>
          <a:lstStyle>
            <a:lvl1pPr>
              <a:defRPr sz="6000">
                <a:solidFill>
                  <a:schemeClr val="tx1"/>
                </a:solidFill>
              </a:defRPr>
            </a:lvl1pPr>
          </a:lstStyle>
          <a:p>
            <a:r>
              <a:rPr lang="en-US" dirty="0"/>
              <a:t>Short Presentation Title</a:t>
            </a:r>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6" name="Subtitle 2"/>
          <p:cNvSpPr>
            <a:spLocks noGrp="1"/>
          </p:cNvSpPr>
          <p:nvPr>
            <p:ph type="subTitle" idx="1" hasCustomPrompt="1"/>
          </p:nvPr>
        </p:nvSpPr>
        <p:spPr bwMode="gray">
          <a:xfrm>
            <a:off x="467999" y="1540520"/>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sp>
        <p:nvSpPr>
          <p:cNvPr id="7" name="TextBox 6"/>
          <p:cNvSpPr txBox="1"/>
          <p:nvPr/>
        </p:nvSpPr>
        <p:spPr>
          <a:xfrm rot="21360000">
            <a:off x="4212456" y="3628659"/>
            <a:ext cx="3770263" cy="276999"/>
          </a:xfrm>
          <a:prstGeom prst="rect">
            <a:avLst/>
          </a:prstGeom>
          <a:noFill/>
        </p:spPr>
        <p:txBody>
          <a:bodyPr wrap="none" lIns="0" tIns="0" rIns="0" bIns="0" rtlCol="0">
            <a:spAutoFit/>
          </a:bodyPr>
          <a:lstStyle>
            <a:defPPr>
              <a:defRPr lang="de-DE"/>
            </a:defPPr>
            <a:lvl1pPr marL="0" algn="l" defTabSz="914400" rtl="0" eaLnBrk="1" latinLnBrk="0" hangingPunct="1">
              <a:defRPr lang="de-DE" sz="1800" kern="1200">
                <a:solidFill>
                  <a:schemeClr val="tx1"/>
                </a:solidFill>
                <a:latin typeface="Arial"/>
                <a:ea typeface="+mn-ea"/>
                <a:cs typeface="+mn-cs"/>
              </a:defRPr>
            </a:lvl1pPr>
            <a:lvl2pPr marL="457200" algn="l" defTabSz="914400" rtl="0" eaLnBrk="1" latinLnBrk="0" hangingPunct="1">
              <a:buClr>
                <a:srgbClr val="FDB913"/>
              </a:buClr>
              <a:buSzPct val="100000"/>
              <a:buFont typeface="wingdings"/>
              <a:buChar char=""/>
              <a:defRPr lang="de-DE" sz="1800" kern="1200">
                <a:solidFill>
                  <a:schemeClr val="tx1"/>
                </a:solidFill>
                <a:latin typeface="Arial"/>
                <a:ea typeface="+mn-ea"/>
                <a:cs typeface="+mn-cs"/>
              </a:defRPr>
            </a:lvl2pPr>
            <a:lvl3pPr marL="914400" algn="l" defTabSz="914400" rtl="0" eaLnBrk="1" latinLnBrk="0" hangingPunct="1">
              <a:buClr>
                <a:srgbClr val="666666"/>
              </a:buClr>
              <a:buSzPct val="80000"/>
              <a:buFont typeface="Wingdings"/>
              <a:buChar char="n"/>
              <a:defRPr lang="de-DE" sz="1400" kern="1200">
                <a:solidFill>
                  <a:schemeClr val="tx1"/>
                </a:solidFill>
                <a:latin typeface="Arial"/>
                <a:ea typeface="+mn-ea"/>
                <a:cs typeface="+mn-cs"/>
              </a:defRPr>
            </a:lvl3pPr>
            <a:lvl4pPr marL="1371600" algn="l" defTabSz="914400" rtl="0" eaLnBrk="1" latinLnBrk="0" hangingPunct="1">
              <a:buClr>
                <a:srgbClr val="666666"/>
              </a:buClr>
              <a:buSzPct val="80000"/>
              <a:buFont typeface="Arial"/>
              <a:buChar char=""/>
              <a:defRPr lang="de-DE" sz="1200" kern="1200">
                <a:solidFill>
                  <a:schemeClr val="tx1"/>
                </a:solidFill>
                <a:latin typeface="Arial"/>
                <a:ea typeface="+mn-ea"/>
                <a:cs typeface="+mn-cs"/>
              </a:defRPr>
            </a:lvl4pPr>
            <a:lvl5pPr marL="1828800" algn="l" defTabSz="914400" rtl="0" eaLnBrk="1" latinLnBrk="0" hangingPunct="1">
              <a:buClr>
                <a:srgbClr val="666666"/>
              </a:buClr>
              <a:buSzPct val="80000"/>
              <a:buFont typeface="Arial"/>
              <a:buChar char=""/>
              <a:defRPr lang="de-DE" sz="1000" kern="1200">
                <a:solidFill>
                  <a:schemeClr val="tx1"/>
                </a:solidFill>
                <a:latin typeface="Arial"/>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50000"/>
              </a:spcBef>
              <a:spcAft>
                <a:spcPct val="0"/>
              </a:spcAft>
              <a:buClr>
                <a:srgbClr val="F0AB00"/>
              </a:buClr>
              <a:buSzPct val="80000"/>
            </a:pPr>
            <a:r>
              <a:rPr lang="en-US" kern="0" dirty="0">
                <a:solidFill>
                  <a:srgbClr val="000000"/>
                </a:solidFill>
                <a:ea typeface="Arial Unicode MS" pitchFamily="34" charset="-128"/>
                <a:cs typeface="Arial Unicode MS" pitchFamily="34" charset="-128"/>
              </a:rPr>
              <a:t>Use this title slide only with an image</a:t>
            </a:r>
          </a:p>
        </p:txBody>
      </p:sp>
      <p:pic>
        <p:nvPicPr>
          <p:cNvPr id="8" name="Picture 7"/>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11483159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 two lines">
    <p:bg>
      <p:bgPr>
        <a:solidFill>
          <a:schemeClr val="accent2">
            <a:lumMod val="20000"/>
            <a:lumOff val="80000"/>
          </a:schemeClr>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4184"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Rectangle 6"/>
          <p:cNvSpPr/>
          <p:nvPr/>
        </p:nvSpPr>
        <p:spPr bwMode="gray">
          <a:xfrm>
            <a:off x="324000" y="0"/>
            <a:ext cx="11545200" cy="2160000"/>
          </a:xfrm>
          <a:prstGeom prst="rect">
            <a:avLst/>
          </a:prstGeom>
          <a:solidFill>
            <a:schemeClr val="bg1">
              <a:alpha val="75000"/>
            </a:schemeClr>
          </a:solidFill>
          <a:ln w="6350" algn="ctr">
            <a:noFill/>
            <a:miter lim="800000"/>
            <a:headEnd/>
            <a:tailEnd/>
          </a:ln>
        </p:spPr>
        <p:txBody>
          <a:bodyPr lIns="107163" tIns="85730" rIns="107163" bIns="85730" rtlCol="0" anchor="b" anchorCtr="0"/>
          <a:lstStyle/>
          <a:p>
            <a:pPr algn="ctr" fontAlgn="base">
              <a:spcBef>
                <a:spcPct val="50000"/>
              </a:spcBef>
              <a:spcAft>
                <a:spcPct val="0"/>
              </a:spcAft>
              <a:buClr>
                <a:srgbClr val="F0AB00"/>
              </a:buClr>
              <a:buSzPct val="80000"/>
            </a:pPr>
            <a:endParaRPr lang="en-US" kern="0" dirty="0">
              <a:solidFill>
                <a:srgbClr val="000000"/>
              </a:solidFill>
              <a:ea typeface="Arial Unicode MS" pitchFamily="34" charset="-128"/>
              <a:cs typeface="Arial Unicode MS" pitchFamily="34" charset="-128"/>
            </a:endParaRPr>
          </a:p>
        </p:txBody>
      </p:sp>
      <p:sp>
        <p:nvSpPr>
          <p:cNvPr id="10" name="Rectangle 9"/>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6" name="Subtitle 2"/>
          <p:cNvSpPr>
            <a:spLocks noGrp="1"/>
          </p:cNvSpPr>
          <p:nvPr>
            <p:ph type="subTitle" idx="1" hasCustomPrompt="1"/>
          </p:nvPr>
        </p:nvSpPr>
        <p:spPr bwMode="gray">
          <a:xfrm>
            <a:off x="467999" y="1539177"/>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sp>
        <p:nvSpPr>
          <p:cNvPr id="9" name="Title 1"/>
          <p:cNvSpPr>
            <a:spLocks noGrp="1"/>
          </p:cNvSpPr>
          <p:nvPr>
            <p:ph type="ctrTitle" hasCustomPrompt="1"/>
          </p:nvPr>
        </p:nvSpPr>
        <p:spPr bwMode="gray">
          <a:xfrm>
            <a:off x="467999" y="324075"/>
            <a:ext cx="10620000" cy="1107996"/>
          </a:xfrm>
        </p:spPr>
        <p:txBody>
          <a:bodyPr anchor="t" anchorCtr="0">
            <a:noAutofit/>
          </a:bodyPr>
          <a:lstStyle>
            <a:lvl1pPr>
              <a:defRPr sz="3600">
                <a:solidFill>
                  <a:sysClr val="windowText" lastClr="000000"/>
                </a:solidFill>
                <a:latin typeface="+mj-lt"/>
              </a:defRPr>
            </a:lvl1pPr>
          </a:lstStyle>
          <a:p>
            <a:r>
              <a:rPr lang="en-US" sz="3600" dirty="0"/>
              <a:t>Alternate Presentation Title</a:t>
            </a:r>
            <a:br>
              <a:rPr lang="en-US" sz="3600" dirty="0"/>
            </a:br>
            <a:r>
              <a:rPr lang="en-US" sz="3600" dirty="0"/>
              <a:t>Breaks to Two Lines</a:t>
            </a:r>
            <a:endParaRPr lang="en-US" dirty="0"/>
          </a:p>
        </p:txBody>
      </p:sp>
      <p:sp>
        <p:nvSpPr>
          <p:cNvPr id="12" name="TextBox 11"/>
          <p:cNvSpPr txBox="1"/>
          <p:nvPr/>
        </p:nvSpPr>
        <p:spPr>
          <a:xfrm rot="21360000">
            <a:off x="4212456" y="3628659"/>
            <a:ext cx="3770263" cy="276999"/>
          </a:xfrm>
          <a:prstGeom prst="rect">
            <a:avLst/>
          </a:prstGeom>
          <a:noFill/>
        </p:spPr>
        <p:txBody>
          <a:bodyPr wrap="none" lIns="0" tIns="0" rIns="0" bIns="0" rtlCol="0">
            <a:spAutoFit/>
          </a:bodyPr>
          <a:lstStyle>
            <a:defPPr>
              <a:defRPr lang="de-DE"/>
            </a:defPPr>
            <a:lvl1pPr marL="0" algn="l" defTabSz="914400" rtl="0" eaLnBrk="1" latinLnBrk="0" hangingPunct="1">
              <a:defRPr lang="de-DE" sz="1800" kern="1200">
                <a:solidFill>
                  <a:schemeClr val="tx1"/>
                </a:solidFill>
                <a:latin typeface="Arial"/>
                <a:ea typeface="+mn-ea"/>
                <a:cs typeface="+mn-cs"/>
              </a:defRPr>
            </a:lvl1pPr>
            <a:lvl2pPr marL="457200" algn="l" defTabSz="914400" rtl="0" eaLnBrk="1" latinLnBrk="0" hangingPunct="1">
              <a:buClr>
                <a:srgbClr val="FDB913"/>
              </a:buClr>
              <a:buSzPct val="100000"/>
              <a:buFont typeface="wingdings"/>
              <a:buChar char=""/>
              <a:defRPr lang="de-DE" sz="1800" kern="1200">
                <a:solidFill>
                  <a:schemeClr val="tx1"/>
                </a:solidFill>
                <a:latin typeface="Arial"/>
                <a:ea typeface="+mn-ea"/>
                <a:cs typeface="+mn-cs"/>
              </a:defRPr>
            </a:lvl2pPr>
            <a:lvl3pPr marL="914400" algn="l" defTabSz="914400" rtl="0" eaLnBrk="1" latinLnBrk="0" hangingPunct="1">
              <a:buClr>
                <a:srgbClr val="666666"/>
              </a:buClr>
              <a:buSzPct val="80000"/>
              <a:buFont typeface="Wingdings"/>
              <a:buChar char="n"/>
              <a:defRPr lang="de-DE" sz="1400" kern="1200">
                <a:solidFill>
                  <a:schemeClr val="tx1"/>
                </a:solidFill>
                <a:latin typeface="Arial"/>
                <a:ea typeface="+mn-ea"/>
                <a:cs typeface="+mn-cs"/>
              </a:defRPr>
            </a:lvl3pPr>
            <a:lvl4pPr marL="1371600" algn="l" defTabSz="914400" rtl="0" eaLnBrk="1" latinLnBrk="0" hangingPunct="1">
              <a:buClr>
                <a:srgbClr val="666666"/>
              </a:buClr>
              <a:buSzPct val="80000"/>
              <a:buFont typeface="Arial"/>
              <a:buChar char=""/>
              <a:defRPr lang="de-DE" sz="1200" kern="1200">
                <a:solidFill>
                  <a:schemeClr val="tx1"/>
                </a:solidFill>
                <a:latin typeface="Arial"/>
                <a:ea typeface="+mn-ea"/>
                <a:cs typeface="+mn-cs"/>
              </a:defRPr>
            </a:lvl4pPr>
            <a:lvl5pPr marL="1828800" algn="l" defTabSz="914400" rtl="0" eaLnBrk="1" latinLnBrk="0" hangingPunct="1">
              <a:buClr>
                <a:srgbClr val="666666"/>
              </a:buClr>
              <a:buSzPct val="80000"/>
              <a:buFont typeface="Arial"/>
              <a:buChar char=""/>
              <a:defRPr lang="de-DE" sz="1000" kern="1200">
                <a:solidFill>
                  <a:schemeClr val="tx1"/>
                </a:solidFill>
                <a:latin typeface="Arial"/>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50000"/>
              </a:spcBef>
              <a:spcAft>
                <a:spcPct val="0"/>
              </a:spcAft>
              <a:buClr>
                <a:srgbClr val="F0AB00"/>
              </a:buClr>
              <a:buSzPct val="80000"/>
            </a:pPr>
            <a:r>
              <a:rPr lang="en-US" kern="0" dirty="0">
                <a:solidFill>
                  <a:srgbClr val="000000"/>
                </a:solidFill>
                <a:ea typeface="Arial Unicode MS" pitchFamily="34" charset="-128"/>
                <a:cs typeface="Arial Unicode MS" pitchFamily="34" charset="-128"/>
              </a:rPr>
              <a:t>Use this title slide only with an image</a:t>
            </a:r>
          </a:p>
        </p:txBody>
      </p:sp>
      <p:pic>
        <p:nvPicPr>
          <p:cNvPr id="8" name="Picture 7"/>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2967514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2_Title with picture - short">
    <p:bg>
      <p:bgPr>
        <a:solidFill>
          <a:schemeClr val="accent2">
            <a:lumMod val="20000"/>
            <a:lumOff val="80000"/>
          </a:schemeClr>
        </a:solidFill>
        <a:effectLst/>
      </p:bgPr>
    </p:bg>
    <p:spTree>
      <p:nvGrpSpPr>
        <p:cNvPr id="1" name=""/>
        <p:cNvGrpSpPr/>
        <p:nvPr/>
      </p:nvGrpSpPr>
      <p:grpSpPr>
        <a:xfrm>
          <a:off x="0" y="0"/>
          <a:ext cx="0" cy="0"/>
          <a:chOff x="0" y="0"/>
          <a:chExt cx="0" cy="0"/>
        </a:xfrm>
      </p:grpSpPr>
      <p:pic>
        <p:nvPicPr>
          <p:cNvPr id="10" name="Picture 14"/>
          <p:cNvPicPr>
            <a:picLocks noChangeAspect="1"/>
          </p:cNvPicPr>
          <p:nvPr userDrawn="1"/>
        </p:nvPicPr>
        <p:blipFill rotWithShape="1">
          <a:blip r:embed="rId4">
            <a:extLst>
              <a:ext uri="{28A0092B-C50C-407E-A947-70E740481C1C}">
                <a14:useLocalDpi xmlns:a14="http://schemas.microsoft.com/office/drawing/2010/main" val="0"/>
              </a:ext>
            </a:extLst>
          </a:blip>
          <a:srcRect t="5637" b="637"/>
          <a:stretch/>
        </p:blipFill>
        <p:spPr>
          <a:xfrm>
            <a:off x="-1" y="0"/>
            <a:ext cx="12195176" cy="6858000"/>
          </a:xfrm>
          <a:prstGeom prst="rect">
            <a:avLst/>
          </a:prstGeom>
        </p:spPr>
      </p:pic>
      <p:graphicFrame>
        <p:nvGraphicFramePr>
          <p:cNvPr id="4" name="Object 3"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4888" name="think-cell Slide" r:id="rId5" imgW="270" imgH="270" progId="TCLayout.ActiveDocument.1">
                  <p:embed/>
                </p:oleObj>
              </mc:Choice>
              <mc:Fallback>
                <p:oleObj name="think-cell Slide" r:id="rId5" imgW="270" imgH="270" progId="TCLayout.ActiveDocument.1">
                  <p:embed/>
                  <p:pic>
                    <p:nvPicPr>
                      <p:cNvPr id="4" name="Object 3"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3" name="Rectangle 2"/>
          <p:cNvSpPr/>
          <p:nvPr/>
        </p:nvSpPr>
        <p:spPr bwMode="gray">
          <a:xfrm>
            <a:off x="324000" y="0"/>
            <a:ext cx="11545200" cy="2160000"/>
          </a:xfrm>
          <a:prstGeom prst="rect">
            <a:avLst/>
          </a:prstGeom>
          <a:solidFill>
            <a:schemeClr val="bg1">
              <a:alpha val="75000"/>
            </a:schemeClr>
          </a:solidFill>
          <a:ln w="6350"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kern="0" dirty="0">
              <a:solidFill>
                <a:srgbClr val="000000"/>
              </a:solidFill>
              <a:ea typeface="Arial Unicode MS" pitchFamily="34" charset="-128"/>
              <a:cs typeface="Arial Unicode MS" pitchFamily="34" charset="-128"/>
            </a:endParaRPr>
          </a:p>
        </p:txBody>
      </p:sp>
      <p:sp>
        <p:nvSpPr>
          <p:cNvPr id="2" name="Title 1"/>
          <p:cNvSpPr>
            <a:spLocks noGrp="1"/>
          </p:cNvSpPr>
          <p:nvPr>
            <p:ph type="title" hasCustomPrompt="1"/>
          </p:nvPr>
        </p:nvSpPr>
        <p:spPr>
          <a:xfrm>
            <a:off x="467999" y="324075"/>
            <a:ext cx="10620000" cy="923330"/>
          </a:xfrm>
        </p:spPr>
        <p:txBody>
          <a:bodyPr anchor="t" anchorCtr="0">
            <a:noAutofit/>
          </a:bodyPr>
          <a:lstStyle>
            <a:lvl1pPr>
              <a:defRPr sz="6000">
                <a:solidFill>
                  <a:schemeClr val="tx1"/>
                </a:solidFill>
              </a:defRPr>
            </a:lvl1pPr>
          </a:lstStyle>
          <a:p>
            <a:r>
              <a:rPr lang="en-US" dirty="0"/>
              <a:t>Short Presentation Title</a:t>
            </a:r>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6" name="Subtitle 2"/>
          <p:cNvSpPr>
            <a:spLocks noGrp="1"/>
          </p:cNvSpPr>
          <p:nvPr>
            <p:ph type="subTitle" idx="1" hasCustomPrompt="1"/>
          </p:nvPr>
        </p:nvSpPr>
        <p:spPr bwMode="gray">
          <a:xfrm>
            <a:off x="467999" y="1540520"/>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pic>
        <p:nvPicPr>
          <p:cNvPr id="8" name="Picture 7"/>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25376920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0568"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p>
            <a:r>
              <a:rPr lang="en-US" noProof="0" dirty="0"/>
              <a:t>Insert page title</a:t>
            </a:r>
            <a:endParaRPr lang="en-US" dirty="0"/>
          </a:p>
        </p:txBody>
      </p:sp>
      <p:sp>
        <p:nvSpPr>
          <p:cNvPr id="7" name="Content Placeholder 2"/>
          <p:cNvSpPr>
            <a:spLocks noGrp="1"/>
          </p:cNvSpPr>
          <p:nvPr>
            <p:ph idx="1" hasCustomPrompt="1"/>
          </p:nvPr>
        </p:nvSpPr>
        <p:spPr>
          <a:xfrm>
            <a:off x="324000" y="1692390"/>
            <a:ext cx="11545200" cy="4393017"/>
          </a:xfrm>
        </p:spPr>
        <p:txBody>
          <a:bodyPr tIns="0"/>
          <a:lstStyle>
            <a:lvl1pPr algn="l">
              <a:defRPr b="0"/>
            </a:lvl1pPr>
          </a:lstStyle>
          <a:p>
            <a:pPr lvl="0"/>
            <a:r>
              <a:rPr lang="en-US" dirty="0"/>
              <a:t>Click to add content</a:t>
            </a:r>
          </a:p>
        </p:txBody>
      </p:sp>
    </p:spTree>
    <p:extLst>
      <p:ext uri="{BB962C8B-B14F-4D97-AF65-F5344CB8AC3E}">
        <p14:creationId xmlns:p14="http://schemas.microsoft.com/office/powerpoint/2010/main" val="5800582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and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1078"/>
            <a:ext cx="11545200" cy="4392043"/>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184755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Divider Page">
    <p:bg bwMode="gray">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7256"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9" name="Rectangle 8"/>
          <p:cNvSpPr/>
          <p:nvPr/>
        </p:nvSpPr>
        <p:spPr bwMode="gray">
          <a:xfrm>
            <a:off x="324000" y="0"/>
            <a:ext cx="11545200" cy="2296057"/>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2" name="Title 1"/>
          <p:cNvSpPr>
            <a:spLocks noGrp="1"/>
          </p:cNvSpPr>
          <p:nvPr>
            <p:ph type="ctrTitle" hasCustomPrompt="1"/>
          </p:nvPr>
        </p:nvSpPr>
        <p:spPr bwMode="gray">
          <a:xfrm>
            <a:off x="324000" y="2444966"/>
            <a:ext cx="11545200" cy="923330"/>
          </a:xfrm>
        </p:spPr>
        <p:txBody>
          <a:bodyPr anchor="t" anchorCtr="0">
            <a:noAutofit/>
          </a:bodyPr>
          <a:lstStyle>
            <a:lvl1pPr>
              <a:defRPr sz="6000">
                <a:solidFill>
                  <a:schemeClr val="tx1"/>
                </a:solidFill>
                <a:latin typeface="+mj-lt"/>
              </a:defRPr>
            </a:lvl1pPr>
          </a:lstStyle>
          <a:p>
            <a:r>
              <a:rPr lang="en-US" dirty="0"/>
              <a:t>Divider page</a:t>
            </a:r>
          </a:p>
        </p:txBody>
      </p:sp>
      <p:sp>
        <p:nvSpPr>
          <p:cNvPr id="93" name="Text Placeholder 92"/>
          <p:cNvSpPr>
            <a:spLocks noGrp="1"/>
          </p:cNvSpPr>
          <p:nvPr>
            <p:ph type="body" sz="quarter" idx="10" hasCustomPrompt="1"/>
          </p:nvPr>
        </p:nvSpPr>
        <p:spPr>
          <a:xfrm>
            <a:off x="324000" y="3507212"/>
            <a:ext cx="11545200" cy="620857"/>
          </a:xfrm>
        </p:spPr>
        <p:txBody>
          <a:bodyPr/>
          <a:lstStyle>
            <a:lvl1pPr>
              <a:spcBef>
                <a:spcPts val="1429"/>
              </a:spcBef>
              <a:defRPr sz="1900" b="0"/>
            </a:lvl1pPr>
          </a:lstStyle>
          <a:p>
            <a:r>
              <a:rPr lang="en-US" dirty="0"/>
              <a:t>Subtitle if needed</a:t>
            </a:r>
          </a:p>
        </p:txBody>
      </p:sp>
      <p:pic>
        <p:nvPicPr>
          <p:cNvPr id="7" name="Picture 6"/>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4233370766"/>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Divider Page with picture">
    <p:bg bwMode="gray">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8280"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8" name="Picture Placeholder 7"/>
          <p:cNvSpPr>
            <a:spLocks noGrp="1"/>
          </p:cNvSpPr>
          <p:nvPr>
            <p:ph type="pic" sz="quarter" idx="11"/>
          </p:nvPr>
        </p:nvSpPr>
        <p:spPr>
          <a:xfrm>
            <a:off x="324000" y="162038"/>
            <a:ext cx="11545200" cy="2135294"/>
          </a:xfrm>
          <a:solidFill>
            <a:schemeClr val="bg1">
              <a:lumMod val="95000"/>
            </a:schemeClr>
          </a:solidFill>
        </p:spPr>
        <p:txBody>
          <a:bodyPr tIns="600113" anchor="t" anchorCtr="0"/>
          <a:lstStyle>
            <a:lvl1pPr algn="ctr">
              <a:defRPr b="0"/>
            </a:lvl1pPr>
          </a:lstStyle>
          <a:p>
            <a:r>
              <a:rPr lang="en-US"/>
              <a:t>Click icon to add picture</a:t>
            </a:r>
            <a:endParaRPr lang="en-US" dirty="0"/>
          </a:p>
        </p:txBody>
      </p:sp>
      <p:sp>
        <p:nvSpPr>
          <p:cNvPr id="2" name="Title 1"/>
          <p:cNvSpPr>
            <a:spLocks noGrp="1"/>
          </p:cNvSpPr>
          <p:nvPr>
            <p:ph type="ctrTitle" hasCustomPrompt="1"/>
          </p:nvPr>
        </p:nvSpPr>
        <p:spPr bwMode="gray">
          <a:xfrm>
            <a:off x="324000" y="2444966"/>
            <a:ext cx="11545200" cy="923330"/>
          </a:xfrm>
        </p:spPr>
        <p:txBody>
          <a:bodyPr anchor="t" anchorCtr="0">
            <a:noAutofit/>
          </a:bodyPr>
          <a:lstStyle>
            <a:lvl1pPr>
              <a:defRPr sz="6000">
                <a:solidFill>
                  <a:schemeClr val="tx1"/>
                </a:solidFill>
                <a:latin typeface="+mj-lt"/>
              </a:defRPr>
            </a:lvl1pPr>
          </a:lstStyle>
          <a:p>
            <a:r>
              <a:rPr lang="en-US" dirty="0"/>
              <a:t>Divider page</a:t>
            </a:r>
          </a:p>
        </p:txBody>
      </p:sp>
      <p:sp>
        <p:nvSpPr>
          <p:cNvPr id="12" name="Rectangle 11"/>
          <p:cNvSpPr/>
          <p:nvPr/>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93" name="Text Placeholder 92"/>
          <p:cNvSpPr>
            <a:spLocks noGrp="1"/>
          </p:cNvSpPr>
          <p:nvPr>
            <p:ph type="body" sz="quarter" idx="10" hasCustomPrompt="1"/>
          </p:nvPr>
        </p:nvSpPr>
        <p:spPr>
          <a:xfrm>
            <a:off x="324000" y="3507212"/>
            <a:ext cx="11545200" cy="620857"/>
          </a:xfrm>
        </p:spPr>
        <p:txBody>
          <a:bodyPr/>
          <a:lstStyle>
            <a:lvl1pPr>
              <a:spcBef>
                <a:spcPts val="1429"/>
              </a:spcBef>
              <a:defRPr sz="1900" b="0"/>
            </a:lvl1pPr>
          </a:lstStyle>
          <a:p>
            <a:r>
              <a:rPr lang="en-US" dirty="0"/>
              <a:t>Subtitle if needed</a:t>
            </a:r>
          </a:p>
        </p:txBody>
      </p:sp>
      <p:pic>
        <p:nvPicPr>
          <p:cNvPr id="9" name="Picture 8"/>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3385332276"/>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bwMode="gray">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0328"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lvl1pPr>
              <a:defRPr/>
            </a:lvl1pPr>
          </a:lstStyle>
          <a:p>
            <a:r>
              <a:rPr lang="en-US" dirty="0"/>
              <a:t>&lt;Agenda&gt;</a:t>
            </a:r>
          </a:p>
        </p:txBody>
      </p:sp>
      <p:sp>
        <p:nvSpPr>
          <p:cNvPr id="4" name="Text Placeholder 3"/>
          <p:cNvSpPr>
            <a:spLocks noGrp="1"/>
          </p:cNvSpPr>
          <p:nvPr>
            <p:ph type="body" sz="quarter" idx="10" hasCustomPrompt="1"/>
          </p:nvPr>
        </p:nvSpPr>
        <p:spPr>
          <a:xfrm>
            <a:off x="324000" y="1692392"/>
            <a:ext cx="11545200" cy="3832705"/>
          </a:xfrm>
        </p:spPr>
        <p:txBody>
          <a:bodyPr>
            <a:noAutofit/>
          </a:bodyPr>
          <a:lstStyle>
            <a:lvl1pPr marL="0" marR="0" indent="0" algn="l" defTabSz="1088776" rtl="0" eaLnBrk="1" fontAlgn="auto" latinLnBrk="0" hangingPunct="1">
              <a:lnSpc>
                <a:spcPct val="100000"/>
              </a:lnSpc>
              <a:spcBef>
                <a:spcPts val="2400"/>
              </a:spcBef>
              <a:spcAft>
                <a:spcPts val="0"/>
              </a:spcAft>
              <a:buClr>
                <a:schemeClr val="accent1"/>
              </a:buClr>
              <a:buSzPct val="80000"/>
              <a:buFontTx/>
              <a:buNone/>
              <a:tabLst/>
              <a:defRPr sz="2000" b="0"/>
            </a:lvl1pPr>
            <a:lvl2pPr marL="180000" marR="0" indent="-180000" algn="l" defTabSz="1088776" rtl="0" eaLnBrk="1" fontAlgn="auto" latinLnBrk="0" hangingPunct="1">
              <a:lnSpc>
                <a:spcPct val="100000"/>
              </a:lnSpc>
              <a:spcBef>
                <a:spcPts val="600"/>
              </a:spcBef>
              <a:spcAft>
                <a:spcPts val="0"/>
              </a:spcAft>
              <a:buClr>
                <a:schemeClr val="accent1"/>
              </a:buClr>
              <a:buSzPct val="100000"/>
              <a:buFont typeface="Wingdings" pitchFamily="2" charset="2"/>
              <a:buChar char=""/>
              <a:tabLst/>
              <a:defRPr sz="1800"/>
            </a:lvl2pPr>
            <a:lvl3pPr marL="360000" marR="0" indent="-179388" algn="l" defTabSz="1088776" rtl="0" eaLnBrk="1" fontAlgn="auto" latinLnBrk="0" hangingPunct="1">
              <a:lnSpc>
                <a:spcPct val="100000"/>
              </a:lnSpc>
              <a:spcBef>
                <a:spcPts val="400"/>
              </a:spcBef>
              <a:spcAft>
                <a:spcPts val="0"/>
              </a:spcAft>
              <a:buClr>
                <a:schemeClr val="accent2"/>
              </a:buClr>
              <a:buSzPct val="100000"/>
              <a:buFont typeface="Arial" pitchFamily="34" charset="0"/>
              <a:buChar char="–"/>
              <a:tabLst/>
              <a:defRPr sz="1800" baseline="0"/>
            </a:lvl3pPr>
            <a:lvl4pPr marL="540000" marR="0" indent="-180000" algn="l" defTabSz="1088776" rtl="0" eaLnBrk="1" fontAlgn="auto" latinLnBrk="0" hangingPunct="1">
              <a:lnSpc>
                <a:spcPct val="100000"/>
              </a:lnSpc>
              <a:spcBef>
                <a:spcPts val="250"/>
              </a:spcBef>
              <a:spcAft>
                <a:spcPts val="0"/>
              </a:spcAft>
              <a:buClr>
                <a:schemeClr val="accent2"/>
              </a:buClr>
              <a:buSzPct val="100000"/>
              <a:buFont typeface="Courier New" pitchFamily="49" charset="0"/>
              <a:buChar char="o"/>
              <a:tabLst/>
              <a:defRPr sz="1600"/>
            </a:lvl4pPr>
            <a:lvl5pPr>
              <a:buClr>
                <a:schemeClr val="accent2"/>
              </a:buClr>
              <a:buFont typeface="Arial" pitchFamily="34" charset="0"/>
              <a:buChar char="–"/>
              <a:defRPr/>
            </a:lvl5pPr>
          </a:lstStyle>
          <a:p>
            <a:pPr lvl="0"/>
            <a:r>
              <a:rPr lang="en-US" dirty="0"/>
              <a:t>Agenda Item/Divider Headline</a:t>
            </a:r>
          </a:p>
          <a:p>
            <a:pPr lvl="1"/>
            <a:r>
              <a:rPr lang="en-US" dirty="0"/>
              <a:t>Details</a:t>
            </a:r>
          </a:p>
          <a:p>
            <a:pPr lvl="2"/>
            <a:r>
              <a:rPr lang="en-US" dirty="0"/>
              <a:t>Third Level</a:t>
            </a:r>
          </a:p>
          <a:p>
            <a:pPr lvl="3"/>
            <a:r>
              <a:rPr lang="en-US" dirty="0"/>
              <a:t>Fourth Level</a:t>
            </a:r>
          </a:p>
          <a:p>
            <a:endParaRPr lang="en-US" dirty="0"/>
          </a:p>
        </p:txBody>
      </p:sp>
    </p:spTree>
    <p:extLst>
      <p:ext uri="{BB962C8B-B14F-4D97-AF65-F5344CB8AC3E}">
        <p14:creationId xmlns:p14="http://schemas.microsoft.com/office/powerpoint/2010/main" val="21793423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2376"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1078"/>
            <a:ext cx="11545200" cy="4392043"/>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728118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Text: 2 column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3400"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2391"/>
            <a:ext cx="56628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hasCustomPrompt="1"/>
          </p:nvPr>
        </p:nvSpPr>
        <p:spPr>
          <a:xfrm>
            <a:off x="6208016" y="1692391"/>
            <a:ext cx="56628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261478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Text: 3 column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4424"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a:xfrm>
            <a:off x="324000" y="324075"/>
            <a:ext cx="11545200" cy="756175"/>
          </a:xfrm>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2391"/>
            <a:ext cx="37404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hasCustomPrompt="1"/>
          </p:nvPr>
        </p:nvSpPr>
        <p:spPr>
          <a:xfrm>
            <a:off x="8133317" y="1692391"/>
            <a:ext cx="37404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3"/>
          <p:cNvSpPr>
            <a:spLocks noGrp="1"/>
          </p:cNvSpPr>
          <p:nvPr>
            <p:ph type="body" sz="quarter" idx="12" hasCustomPrompt="1"/>
          </p:nvPr>
        </p:nvSpPr>
        <p:spPr>
          <a:xfrm>
            <a:off x="4228658" y="1692391"/>
            <a:ext cx="37404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190847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Text with picture right 1">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5448"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bwMode="gray"/>
        <p:txBody>
          <a:bodyPr/>
          <a:lstStyle>
            <a:lvl1pPr>
              <a:defRPr/>
            </a:lvl1pPr>
          </a:lstStyle>
          <a:p>
            <a:r>
              <a:rPr lang="en-US" noProof="0" dirty="0"/>
              <a:t>Insert page title</a:t>
            </a:r>
            <a:endParaRPr lang="en-US" dirty="0"/>
          </a:p>
        </p:txBody>
      </p:sp>
      <p:sp>
        <p:nvSpPr>
          <p:cNvPr id="5" name="Picture Placeholder 4"/>
          <p:cNvSpPr>
            <a:spLocks noGrp="1"/>
          </p:cNvSpPr>
          <p:nvPr>
            <p:ph type="pic" sz="quarter" idx="10"/>
          </p:nvPr>
        </p:nvSpPr>
        <p:spPr bwMode="gray">
          <a:xfrm>
            <a:off x="7639050" y="1691079"/>
            <a:ext cx="4232275" cy="4392042"/>
          </a:xfrm>
          <a:solidFill>
            <a:schemeClr val="bg1">
              <a:lumMod val="95000"/>
            </a:schemeClr>
          </a:solidFill>
        </p:spPr>
        <p:txBody>
          <a:bodyPr tIns="1543147" anchor="t" anchorCtr="0"/>
          <a:lstStyle>
            <a:lvl1pPr algn="ctr">
              <a:defRPr b="0"/>
            </a:lvl1pPr>
          </a:lstStyle>
          <a:p>
            <a:r>
              <a:rPr lang="en-US"/>
              <a:t>Click icon to add picture</a:t>
            </a:r>
            <a:endParaRPr lang="en-US" dirty="0"/>
          </a:p>
        </p:txBody>
      </p:sp>
      <p:sp>
        <p:nvSpPr>
          <p:cNvPr id="7" name="Text Placeholder 6"/>
          <p:cNvSpPr>
            <a:spLocks noGrp="1"/>
          </p:cNvSpPr>
          <p:nvPr>
            <p:ph type="body" sz="quarter" idx="11" hasCustomPrompt="1"/>
          </p:nvPr>
        </p:nvSpPr>
        <p:spPr bwMode="gray">
          <a:xfrm>
            <a:off x="324000" y="1691079"/>
            <a:ext cx="7149950" cy="4392042"/>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511870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and Text with picture right 2">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6472"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bwMode="gray"/>
        <p:txBody>
          <a:bodyPr/>
          <a:lstStyle>
            <a:lvl1pPr>
              <a:defRPr/>
            </a:lvl1pPr>
          </a:lstStyle>
          <a:p>
            <a:r>
              <a:rPr lang="en-US" noProof="0" dirty="0"/>
              <a:t>Insert page title</a:t>
            </a:r>
            <a:endParaRPr lang="en-US" dirty="0"/>
          </a:p>
        </p:txBody>
      </p:sp>
      <p:sp>
        <p:nvSpPr>
          <p:cNvPr id="5" name="Picture Placeholder 4"/>
          <p:cNvSpPr>
            <a:spLocks noGrp="1"/>
          </p:cNvSpPr>
          <p:nvPr>
            <p:ph type="pic" sz="quarter" idx="10"/>
          </p:nvPr>
        </p:nvSpPr>
        <p:spPr bwMode="gray">
          <a:xfrm>
            <a:off x="6208016" y="1692392"/>
            <a:ext cx="5662800" cy="4393017"/>
          </a:xfrm>
          <a:solidFill>
            <a:schemeClr val="bg1">
              <a:lumMod val="95000"/>
            </a:schemeClr>
          </a:solidFill>
        </p:spPr>
        <p:txBody>
          <a:bodyPr vert="horz" lIns="0" tIns="1543147" rIns="0" bIns="0" rtlCol="0" anchor="t" anchorCtr="0">
            <a:noAutofit/>
          </a:bodyPr>
          <a:lstStyle>
            <a:lvl1pPr marL="0" indent="0" algn="ctr" defTabSz="1088776" rtl="0" eaLnBrk="1" latinLnBrk="0" hangingPunct="1">
              <a:spcBef>
                <a:spcPts val="1929"/>
              </a:spcBef>
              <a:buClr>
                <a:schemeClr val="accent1"/>
              </a:buClr>
              <a:buSzPct val="80000"/>
              <a:buFontTx/>
              <a:buNone/>
              <a:defRPr lang="de-DE" sz="2100" b="0" kern="1200" dirty="0">
                <a:solidFill>
                  <a:schemeClr val="tx1"/>
                </a:solidFill>
                <a:latin typeface="+mn-lt"/>
                <a:ea typeface="+mn-ea"/>
                <a:cs typeface="+mn-cs"/>
              </a:defRPr>
            </a:lvl1pPr>
          </a:lstStyle>
          <a:p>
            <a:r>
              <a:rPr lang="en-US"/>
              <a:t>Click icon to add picture</a:t>
            </a:r>
            <a:endParaRPr lang="en-US" dirty="0"/>
          </a:p>
        </p:txBody>
      </p:sp>
      <p:sp>
        <p:nvSpPr>
          <p:cNvPr id="7" name="Text Placeholder 6"/>
          <p:cNvSpPr>
            <a:spLocks noGrp="1"/>
          </p:cNvSpPr>
          <p:nvPr>
            <p:ph type="body" sz="quarter" idx="11" hasCustomPrompt="1"/>
          </p:nvPr>
        </p:nvSpPr>
        <p:spPr bwMode="gray">
          <a:xfrm>
            <a:off x="324000" y="1692392"/>
            <a:ext cx="56628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427144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and Text with picture right 3">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7496"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bwMode="gray"/>
        <p:txBody>
          <a:bodyPr/>
          <a:lstStyle>
            <a:lvl1pPr>
              <a:defRPr/>
            </a:lvl1pPr>
          </a:lstStyle>
          <a:p>
            <a:r>
              <a:rPr lang="en-US" noProof="0" dirty="0"/>
              <a:t>Insert page title</a:t>
            </a:r>
            <a:endParaRPr lang="en-US" dirty="0"/>
          </a:p>
        </p:txBody>
      </p:sp>
      <p:sp>
        <p:nvSpPr>
          <p:cNvPr id="5" name="Picture Placeholder 4"/>
          <p:cNvSpPr>
            <a:spLocks noGrp="1"/>
          </p:cNvSpPr>
          <p:nvPr>
            <p:ph type="pic" sz="quarter" idx="10"/>
          </p:nvPr>
        </p:nvSpPr>
        <p:spPr bwMode="gray">
          <a:xfrm>
            <a:off x="4706938" y="1692392"/>
            <a:ext cx="7164387" cy="4393017"/>
          </a:xfrm>
          <a:solidFill>
            <a:schemeClr val="bg1">
              <a:lumMod val="95000"/>
            </a:schemeClr>
          </a:solidFill>
        </p:spPr>
        <p:txBody>
          <a:bodyPr vert="horz" lIns="0" tIns="1543147" rIns="0" bIns="0" rtlCol="0" anchor="t" anchorCtr="0">
            <a:noAutofit/>
          </a:bodyPr>
          <a:lstStyle>
            <a:lvl1pPr marL="0" indent="0" algn="ctr" defTabSz="1088776" rtl="0" eaLnBrk="1" latinLnBrk="0" hangingPunct="1">
              <a:spcBef>
                <a:spcPts val="1929"/>
              </a:spcBef>
              <a:buClr>
                <a:schemeClr val="accent1"/>
              </a:buClr>
              <a:buSzPct val="80000"/>
              <a:buFontTx/>
              <a:buNone/>
              <a:defRPr lang="de-DE" sz="2100" b="0" kern="1200" dirty="0">
                <a:solidFill>
                  <a:schemeClr val="tx1"/>
                </a:solidFill>
                <a:latin typeface="+mn-lt"/>
                <a:ea typeface="+mn-ea"/>
                <a:cs typeface="+mn-cs"/>
              </a:defRPr>
            </a:lvl1pPr>
          </a:lstStyle>
          <a:p>
            <a:r>
              <a:rPr lang="en-US"/>
              <a:t>Click icon to add picture</a:t>
            </a:r>
            <a:endParaRPr lang="en-US" dirty="0"/>
          </a:p>
        </p:txBody>
      </p:sp>
      <p:sp>
        <p:nvSpPr>
          <p:cNvPr id="7" name="Text Placeholder 6"/>
          <p:cNvSpPr>
            <a:spLocks noGrp="1"/>
          </p:cNvSpPr>
          <p:nvPr>
            <p:ph type="body" sz="quarter" idx="11" hasCustomPrompt="1"/>
          </p:nvPr>
        </p:nvSpPr>
        <p:spPr bwMode="gray">
          <a:xfrm>
            <a:off x="324000" y="1692392"/>
            <a:ext cx="4224188"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04735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and Text with picture: 2 column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9544"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1080"/>
            <a:ext cx="5662800" cy="1721198"/>
          </a:xfrm>
        </p:spPr>
        <p:txBody>
          <a:bodyPr/>
          <a:lstStyle>
            <a:lvl1pPr>
              <a:defRPr/>
            </a:lvl1pPr>
          </a:lstStyle>
          <a:p>
            <a:pPr lvl="0"/>
            <a:r>
              <a:rPr lang="en-US" noProof="0" dirty="0"/>
              <a:t>First level</a:t>
            </a:r>
          </a:p>
          <a:p>
            <a:pPr lvl="1"/>
            <a:r>
              <a:rPr lang="en-US" dirty="0"/>
              <a:t>Second level</a:t>
            </a:r>
          </a:p>
        </p:txBody>
      </p:sp>
      <p:sp>
        <p:nvSpPr>
          <p:cNvPr id="13" name="Text Placeholder 3"/>
          <p:cNvSpPr>
            <a:spLocks noGrp="1"/>
          </p:cNvSpPr>
          <p:nvPr>
            <p:ph type="body" sz="quarter" idx="14" hasCustomPrompt="1"/>
          </p:nvPr>
        </p:nvSpPr>
        <p:spPr>
          <a:xfrm>
            <a:off x="6208016" y="1691080"/>
            <a:ext cx="5662800" cy="1721198"/>
          </a:xfrm>
        </p:spPr>
        <p:txBody>
          <a:bodyPr/>
          <a:lstStyle>
            <a:lvl1pPr>
              <a:defRPr/>
            </a:lvl1pPr>
          </a:lstStyle>
          <a:p>
            <a:pPr lvl="0"/>
            <a:r>
              <a:rPr lang="en-US" noProof="0" dirty="0"/>
              <a:t>First level</a:t>
            </a:r>
          </a:p>
          <a:p>
            <a:pPr lvl="1"/>
            <a:r>
              <a:rPr lang="en-US" dirty="0"/>
              <a:t>Second level</a:t>
            </a:r>
          </a:p>
        </p:txBody>
      </p:sp>
      <p:sp>
        <p:nvSpPr>
          <p:cNvPr id="9" name="Picture Placeholder 4"/>
          <p:cNvSpPr>
            <a:spLocks noGrp="1"/>
          </p:cNvSpPr>
          <p:nvPr>
            <p:ph type="pic" sz="quarter" idx="15"/>
          </p:nvPr>
        </p:nvSpPr>
        <p:spPr bwMode="gray">
          <a:xfrm>
            <a:off x="324000" y="3574318"/>
            <a:ext cx="5662800" cy="2508804"/>
          </a:xfrm>
          <a:solidFill>
            <a:schemeClr val="bg1">
              <a:lumMod val="95000"/>
            </a:schemeClr>
          </a:solidFill>
        </p:spPr>
        <p:txBody>
          <a:bodyPr tIns="600113" anchor="t" anchorCtr="0"/>
          <a:lstStyle>
            <a:lvl1pPr algn="ctr">
              <a:defRPr b="0"/>
            </a:lvl1pPr>
          </a:lstStyle>
          <a:p>
            <a:r>
              <a:rPr lang="en-US"/>
              <a:t>Click icon to add picture</a:t>
            </a:r>
            <a:endParaRPr lang="en-US" dirty="0"/>
          </a:p>
        </p:txBody>
      </p:sp>
      <p:sp>
        <p:nvSpPr>
          <p:cNvPr id="11" name="Picture Placeholder 4"/>
          <p:cNvSpPr>
            <a:spLocks noGrp="1"/>
          </p:cNvSpPr>
          <p:nvPr>
            <p:ph type="pic" sz="quarter" idx="16"/>
          </p:nvPr>
        </p:nvSpPr>
        <p:spPr bwMode="gray">
          <a:xfrm>
            <a:off x="6208016" y="3574318"/>
            <a:ext cx="5662800" cy="2508804"/>
          </a:xfrm>
          <a:solidFill>
            <a:schemeClr val="bg1">
              <a:lumMod val="95000"/>
            </a:schemeClr>
          </a:solidFill>
        </p:spPr>
        <p:txBody>
          <a:bodyPr tIns="600113" anchor="t" anchorCtr="0"/>
          <a:lstStyle>
            <a:lvl1pPr algn="ctr">
              <a:defRPr b="0"/>
            </a:lvl1pPr>
          </a:lstStyle>
          <a:p>
            <a:r>
              <a:rPr lang="en-US"/>
              <a:t>Click icon to add picture</a:t>
            </a:r>
            <a:endParaRPr lang="en-US" dirty="0"/>
          </a:p>
        </p:txBody>
      </p:sp>
    </p:spTree>
    <p:extLst>
      <p:ext uri="{BB962C8B-B14F-4D97-AF65-F5344CB8AC3E}">
        <p14:creationId xmlns:p14="http://schemas.microsoft.com/office/powerpoint/2010/main" val="28702830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ext">
    <p:bg bwMode="gray">
      <p:bgRef idx="1001">
        <a:schemeClr val="bg1"/>
      </p:bgRef>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8520"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ctrTitle" hasCustomPrompt="1"/>
          </p:nvPr>
        </p:nvSpPr>
        <p:spPr bwMode="gray">
          <a:xfrm>
            <a:off x="324000" y="1800000"/>
            <a:ext cx="11545200" cy="923330"/>
          </a:xfrm>
        </p:spPr>
        <p:txBody>
          <a:bodyPr anchor="b" anchorCtr="0">
            <a:noAutofit/>
          </a:bodyPr>
          <a:lstStyle>
            <a:lvl1pPr algn="l">
              <a:defRPr sz="6000">
                <a:solidFill>
                  <a:schemeClr val="tx1"/>
                </a:solidFill>
                <a:latin typeface="+mj-lt"/>
              </a:defRPr>
            </a:lvl1pPr>
          </a:lstStyle>
          <a:p>
            <a:r>
              <a:rPr lang="en-US" dirty="0"/>
              <a:t>Click to edit text</a:t>
            </a:r>
          </a:p>
        </p:txBody>
      </p:sp>
      <p:sp>
        <p:nvSpPr>
          <p:cNvPr id="3" name="Rectangle 2"/>
          <p:cNvSpPr/>
          <p:nvPr/>
        </p:nvSpPr>
        <p:spPr bwMode="gray">
          <a:xfrm>
            <a:off x="173620" y="1088020"/>
            <a:ext cx="11806177" cy="324091"/>
          </a:xfrm>
          <a:prstGeom prst="rect">
            <a:avLst/>
          </a:prstGeom>
          <a:solidFill>
            <a:schemeClr val="bg1"/>
          </a:solidFill>
          <a:ln w="6350" algn="ctr">
            <a:no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endParaRPr lang="en-US" sz="2000" kern="0" dirty="0" err="1">
              <a:solidFill>
                <a:srgbClr val="000000"/>
              </a:solidFill>
              <a:ea typeface="Arial Unicode MS" pitchFamily="34" charset="-128"/>
              <a:cs typeface="Arial Unicode MS" pitchFamily="34" charset="-128"/>
            </a:endParaRPr>
          </a:p>
        </p:txBody>
      </p:sp>
      <p:sp>
        <p:nvSpPr>
          <p:cNvPr id="4" name="Rectangle 3"/>
          <p:cNvSpPr/>
          <p:nvPr userDrawn="1"/>
        </p:nvSpPr>
        <p:spPr bwMode="gray">
          <a:xfrm>
            <a:off x="173620" y="1088020"/>
            <a:ext cx="11806177" cy="324091"/>
          </a:xfrm>
          <a:prstGeom prst="rect">
            <a:avLst/>
          </a:prstGeom>
          <a:solidFill>
            <a:schemeClr val="bg1"/>
          </a:solidFill>
          <a:ln w="6350" algn="ctr">
            <a:no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endParaRPr lang="en-US" sz="2000" kern="0" dirty="0" err="1">
              <a:solidFill>
                <a:srgbClr val="000000"/>
              </a:solidFill>
              <a:ea typeface="Arial Unicode MS" pitchFamily="34" charset="-128"/>
              <a:cs typeface="Arial Unicode MS" pitchFamily="34" charset="-128"/>
            </a:endParaRPr>
          </a:p>
        </p:txBody>
      </p:sp>
    </p:spTree>
    <p:extLst>
      <p:ext uri="{BB962C8B-B14F-4D97-AF65-F5344CB8AC3E}">
        <p14:creationId xmlns:p14="http://schemas.microsoft.com/office/powerpoint/2010/main" val="4009381156"/>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iscussion Pane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1592"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lvl1pPr>
              <a:defRPr/>
            </a:lvl1pPr>
          </a:lstStyle>
          <a:p>
            <a:r>
              <a:rPr lang="en-US" dirty="0"/>
              <a:t>Discussion panel</a:t>
            </a:r>
          </a:p>
        </p:txBody>
      </p:sp>
      <p:sp>
        <p:nvSpPr>
          <p:cNvPr id="5" name="Text Placeholder 4"/>
          <p:cNvSpPr>
            <a:spLocks noGrp="1"/>
          </p:cNvSpPr>
          <p:nvPr>
            <p:ph type="body" sz="quarter" idx="10" hasCustomPrompt="1"/>
          </p:nvPr>
        </p:nvSpPr>
        <p:spPr>
          <a:xfrm>
            <a:off x="324000" y="1692392"/>
            <a:ext cx="11545200" cy="3385542"/>
          </a:xfrm>
        </p:spPr>
        <p:txBody>
          <a:bodyPr>
            <a:spAutoFit/>
          </a:bodyPr>
          <a:lstStyle>
            <a:lvl1pPr>
              <a:spcBef>
                <a:spcPts val="2400"/>
              </a:spcBef>
              <a:defRPr/>
            </a:lvl1pPr>
          </a:lstStyle>
          <a:p>
            <a:r>
              <a:rPr lang="en-US" dirty="0"/>
              <a:t>Title of discussion panel</a:t>
            </a:r>
          </a:p>
          <a:p>
            <a:r>
              <a:rPr lang="en-US" b="0" dirty="0"/>
              <a:t>Speaker Name, Company 1</a:t>
            </a:r>
          </a:p>
          <a:p>
            <a:r>
              <a:rPr lang="en-US" b="0" dirty="0"/>
              <a:t>Speaker Name, Company 2</a:t>
            </a:r>
          </a:p>
          <a:p>
            <a:r>
              <a:rPr lang="en-US" b="0" dirty="0"/>
              <a:t>Speaker Name, Company 3</a:t>
            </a:r>
          </a:p>
          <a:p>
            <a:r>
              <a:rPr lang="en-US" b="0" dirty="0"/>
              <a:t>Speaker Name, Company 4</a:t>
            </a:r>
          </a:p>
          <a:p>
            <a:r>
              <a:rPr lang="en-US" b="0" dirty="0"/>
              <a:t>Speaker Name, Company 5</a:t>
            </a:r>
          </a:p>
        </p:txBody>
      </p:sp>
    </p:spTree>
    <p:extLst>
      <p:ext uri="{BB962C8B-B14F-4D97-AF65-F5344CB8AC3E}">
        <p14:creationId xmlns:p14="http://schemas.microsoft.com/office/powerpoint/2010/main" val="760752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2616"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 name="Rectangle 2"/>
          <p:cNvSpPr/>
          <p:nvPr/>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10" name="Rectangle 9"/>
          <p:cNvSpPr/>
          <p:nvPr userDrawn="1"/>
        </p:nvSpPr>
        <p:spPr bwMode="gray">
          <a:xfrm>
            <a:off x="173620" y="1088020"/>
            <a:ext cx="11806177" cy="324091"/>
          </a:xfrm>
          <a:prstGeom prst="rect">
            <a:avLst/>
          </a:prstGeom>
          <a:solidFill>
            <a:schemeClr val="bg1"/>
          </a:solidFill>
          <a:ln w="6350" algn="ctr">
            <a:no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endParaRPr lang="en-US" sz="2000" kern="0" dirty="0" err="1">
              <a:solidFill>
                <a:srgbClr val="000000"/>
              </a:solidFill>
              <a:ea typeface="Arial Unicode MS" pitchFamily="34" charset="-128"/>
              <a:cs typeface="Arial Unicode MS" pitchFamily="34" charset="-128"/>
            </a:endParaRPr>
          </a:p>
        </p:txBody>
      </p:sp>
    </p:spTree>
    <p:extLst>
      <p:ext uri="{BB962C8B-B14F-4D97-AF65-F5344CB8AC3E}">
        <p14:creationId xmlns:p14="http://schemas.microsoft.com/office/powerpoint/2010/main" val="901255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Discussion Panel">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Discussion panel</a:t>
            </a:r>
          </a:p>
        </p:txBody>
      </p:sp>
      <p:sp>
        <p:nvSpPr>
          <p:cNvPr id="5" name="Text Placeholder 4"/>
          <p:cNvSpPr>
            <a:spLocks noGrp="1"/>
          </p:cNvSpPr>
          <p:nvPr>
            <p:ph type="body" sz="quarter" idx="10" hasCustomPrompt="1"/>
          </p:nvPr>
        </p:nvSpPr>
        <p:spPr>
          <a:xfrm>
            <a:off x="324000" y="1692392"/>
            <a:ext cx="11545200" cy="3385542"/>
          </a:xfrm>
        </p:spPr>
        <p:txBody>
          <a:bodyPr>
            <a:spAutoFit/>
          </a:bodyPr>
          <a:lstStyle>
            <a:lvl1pPr>
              <a:spcBef>
                <a:spcPts val="2400"/>
              </a:spcBef>
              <a:defRPr/>
            </a:lvl1pPr>
          </a:lstStyle>
          <a:p>
            <a:r>
              <a:rPr lang="en-US" dirty="0"/>
              <a:t>Title of discussion panel</a:t>
            </a:r>
          </a:p>
          <a:p>
            <a:r>
              <a:rPr lang="en-US" b="0" dirty="0"/>
              <a:t>Speaker Name, Company 1</a:t>
            </a:r>
          </a:p>
          <a:p>
            <a:r>
              <a:rPr lang="en-US" b="0" dirty="0"/>
              <a:t>Speaker Name, Company 2</a:t>
            </a:r>
          </a:p>
          <a:p>
            <a:r>
              <a:rPr lang="en-US" b="0" dirty="0"/>
              <a:t>Speaker Name, Company 3</a:t>
            </a:r>
          </a:p>
          <a:p>
            <a:r>
              <a:rPr lang="en-US" b="0" dirty="0"/>
              <a:t>Speaker Name, Company 4</a:t>
            </a:r>
          </a:p>
          <a:p>
            <a:r>
              <a:rPr lang="en-US" b="0" dirty="0"/>
              <a:t>Speaker Name, Company 5</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Contact / Thank You">
    <p:bg bwMode="gray">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9304"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ctrTitle" hasCustomPrompt="1"/>
          </p:nvPr>
        </p:nvSpPr>
        <p:spPr bwMode="gray">
          <a:xfrm>
            <a:off x="324000" y="2444966"/>
            <a:ext cx="7200000" cy="923330"/>
          </a:xfrm>
        </p:spPr>
        <p:txBody>
          <a:bodyPr anchor="t" anchorCtr="0">
            <a:noAutofit/>
          </a:bodyPr>
          <a:lstStyle>
            <a:lvl1pPr>
              <a:defRPr sz="6000">
                <a:solidFill>
                  <a:schemeClr val="tx1"/>
                </a:solidFill>
                <a:latin typeface="+mj-lt"/>
              </a:defRPr>
            </a:lvl1pPr>
          </a:lstStyle>
          <a:p>
            <a:r>
              <a:rPr lang="en-US" dirty="0"/>
              <a:t>Thank you</a:t>
            </a:r>
          </a:p>
        </p:txBody>
      </p:sp>
      <p:sp>
        <p:nvSpPr>
          <p:cNvPr id="7" name="Rectangle 6"/>
          <p:cNvSpPr/>
          <p:nvPr/>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pic>
        <p:nvPicPr>
          <p:cNvPr id="6" name="Picture 5"/>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7" y="478741"/>
            <a:ext cx="1833518" cy="907200"/>
          </a:xfrm>
          <a:prstGeom prst="rect">
            <a:avLst/>
          </a:prstGeom>
        </p:spPr>
      </p:pic>
      <p:sp>
        <p:nvSpPr>
          <p:cNvPr id="8" name="Text Placeholder 92"/>
          <p:cNvSpPr>
            <a:spLocks noGrp="1"/>
          </p:cNvSpPr>
          <p:nvPr>
            <p:ph type="body" sz="quarter" idx="10" hasCustomPrompt="1"/>
          </p:nvPr>
        </p:nvSpPr>
        <p:spPr>
          <a:xfrm>
            <a:off x="324000" y="4236462"/>
            <a:ext cx="11545200" cy="1846659"/>
          </a:xfrm>
        </p:spPr>
        <p:txBody>
          <a:bodyPr anchor="b" anchorCtr="0">
            <a:noAutofit/>
          </a:bodyPr>
          <a:lstStyle>
            <a:lvl1pPr>
              <a:spcBef>
                <a:spcPts val="0"/>
              </a:spcBef>
              <a:defRPr sz="2000" b="0"/>
            </a:lvl1pPr>
          </a:lstStyle>
          <a:p>
            <a:r>
              <a:rPr lang="en-US" dirty="0"/>
              <a:t>Contact information:</a:t>
            </a:r>
          </a:p>
          <a:p>
            <a:endParaRPr lang="en-US" dirty="0"/>
          </a:p>
          <a:p>
            <a:r>
              <a:rPr lang="en-US" dirty="0"/>
              <a:t>F name MI. L name</a:t>
            </a:r>
          </a:p>
          <a:p>
            <a:r>
              <a:rPr lang="en-US" dirty="0"/>
              <a:t>Title</a:t>
            </a:r>
          </a:p>
          <a:p>
            <a:r>
              <a:rPr lang="en-US" dirty="0"/>
              <a:t>Address</a:t>
            </a:r>
          </a:p>
          <a:p>
            <a:r>
              <a:rPr lang="en-US" dirty="0"/>
              <a:t>Phone number</a:t>
            </a:r>
          </a:p>
        </p:txBody>
      </p:sp>
    </p:spTree>
    <p:extLst>
      <p:ext uri="{BB962C8B-B14F-4D97-AF65-F5344CB8AC3E}">
        <p14:creationId xmlns:p14="http://schemas.microsoft.com/office/powerpoint/2010/main" val="175465028"/>
      </p:ext>
    </p:extLst>
  </p:cSld>
  <p:clrMapOvr>
    <a:overrideClrMapping bg1="lt1" tx1="dk1" bg2="lt2" tx2="dk2" accent1="accent1" accent2="accent2" accent3="accent3" accent4="accent4" accent5="accent5" accent6="accent6" hlink="hlink" folHlink="folHlink"/>
  </p:clrMapOvr>
  <p:hf sldNum="0" hdr="0" ftr="0" dt="0"/>
  <p:extLst mod="1">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pyright">
    <p:bg bwMode="gray">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4664"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1" name="TextBox 10"/>
          <p:cNvSpPr txBox="1"/>
          <p:nvPr/>
        </p:nvSpPr>
        <p:spPr bwMode="gray">
          <a:xfrm>
            <a:off x="324000" y="324075"/>
            <a:ext cx="11547324" cy="756175"/>
          </a:xfrm>
          <a:prstGeom prst="rect">
            <a:avLst/>
          </a:prstGeom>
        </p:spPr>
        <p:txBody>
          <a:bodyPr vert="horz" lIns="0" tIns="0" rIns="0" bIns="0" rtlCol="0" anchor="ctr" anchorCtr="0">
            <a:noAutofit/>
          </a:bodyPr>
          <a:lstStyle/>
          <a:p>
            <a:pPr>
              <a:spcBef>
                <a:spcPct val="0"/>
              </a:spcBef>
            </a:pPr>
            <a:r>
              <a:rPr lang="en-US" sz="2900" b="1">
                <a:solidFill>
                  <a:srgbClr val="666666"/>
                </a:solidFill>
              </a:rPr>
              <a:t>© </a:t>
            </a:r>
            <a:r>
              <a:rPr lang="en-US" sz="2900" b="1" smtClean="0">
                <a:solidFill>
                  <a:srgbClr val="666666"/>
                </a:solidFill>
              </a:rPr>
              <a:t>2018 </a:t>
            </a:r>
            <a:r>
              <a:rPr lang="en-US" sz="2900" b="1" dirty="0">
                <a:solidFill>
                  <a:srgbClr val="666666"/>
                </a:solidFill>
              </a:rPr>
              <a:t>SAP SE or an SAP affiliate company. All rights reserved.</a:t>
            </a:r>
          </a:p>
        </p:txBody>
      </p:sp>
      <p:sp>
        <p:nvSpPr>
          <p:cNvPr id="5" name="TextBox 4"/>
          <p:cNvSpPr txBox="1"/>
          <p:nvPr/>
        </p:nvSpPr>
        <p:spPr bwMode="gray">
          <a:xfrm>
            <a:off x="323999" y="1692000"/>
            <a:ext cx="11547325" cy="3539430"/>
          </a:xfrm>
          <a:prstGeom prst="rect">
            <a:avLst/>
          </a:prstGeom>
          <a:noFill/>
        </p:spPr>
        <p:txBody>
          <a:bodyPr wrap="square" lIns="0" tIns="0" rIns="0" bIns="0" rtlCol="0">
            <a:spAutoFit/>
          </a:bodyPr>
          <a:lstStyle/>
          <a:p>
            <a:r>
              <a:rPr lang="en-US" sz="1200" dirty="0">
                <a:solidFill>
                  <a:srgbClr val="000000"/>
                </a:solidFill>
                <a:ea typeface="Arial Unicode MS" panose="020B0604020202020204" pitchFamily="34" charset="-128"/>
              </a:rPr>
              <a:t>No part of this publication may be reproduced or transmitted in any form or for any purpose without the express permission of SAP SE or an SAP affiliate company.</a:t>
            </a:r>
          </a:p>
          <a:p>
            <a:pPr>
              <a:spcBef>
                <a:spcPts val="1200"/>
              </a:spcBef>
            </a:pPr>
            <a:r>
              <a:rPr lang="en-US" sz="1200" dirty="0">
                <a:solidFill>
                  <a:srgbClr val="000000"/>
                </a:solidFill>
                <a:ea typeface="Arial Unicode MS" panose="020B0604020202020204" pitchFamily="34" charset="-128"/>
              </a:rPr>
              <a:t>SAP and other SAP products and services mentioned herein as well as their respective logos are trademarks or registered trademarks of SAP SE (or an SAP affiliate company) in Germany and other countries. Please see </a:t>
            </a:r>
            <a:r>
              <a:rPr lang="en-US" sz="1200" dirty="0">
                <a:solidFill>
                  <a:srgbClr val="000000"/>
                </a:solidFill>
                <a:ea typeface="Arial Unicode MS" panose="020B0604020202020204" pitchFamily="34" charset="-128"/>
                <a:hlinkClick r:id="rId6"/>
              </a:rPr>
              <a:t>http://global12.sap.com/corporate-en/legal/copyright/index.epx</a:t>
            </a:r>
            <a:r>
              <a:rPr lang="en-US" sz="1200" dirty="0">
                <a:solidFill>
                  <a:srgbClr val="000000"/>
                </a:solidFill>
                <a:ea typeface="Arial Unicode MS" panose="020B0604020202020204" pitchFamily="34" charset="-128"/>
              </a:rPr>
              <a:t> for additional trademark information and notices.</a:t>
            </a:r>
          </a:p>
          <a:p>
            <a:pPr>
              <a:spcBef>
                <a:spcPts val="1200"/>
              </a:spcBef>
            </a:pPr>
            <a:r>
              <a:rPr lang="en-US" sz="1200" dirty="0">
                <a:solidFill>
                  <a:srgbClr val="000000"/>
                </a:solidFill>
                <a:ea typeface="Arial Unicode MS" panose="020B0604020202020204" pitchFamily="34" charset="-128"/>
              </a:rPr>
              <a:t>Some software products marketed by SAP SE and its distributors contain proprietary software components of other software vendors.</a:t>
            </a:r>
          </a:p>
          <a:p>
            <a:pPr>
              <a:spcBef>
                <a:spcPts val="1200"/>
              </a:spcBef>
            </a:pPr>
            <a:r>
              <a:rPr lang="en-US" sz="1200" dirty="0">
                <a:solidFill>
                  <a:srgbClr val="000000"/>
                </a:solidFill>
                <a:ea typeface="Arial Unicode MS" panose="020B0604020202020204" pitchFamily="34" charset="-128"/>
              </a:rPr>
              <a:t>National product specifications may vary.</a:t>
            </a:r>
          </a:p>
          <a:p>
            <a:pPr>
              <a:spcBef>
                <a:spcPts val="1200"/>
              </a:spcBef>
            </a:pPr>
            <a:r>
              <a:rPr lang="en-US" sz="1200" dirty="0">
                <a:solidFill>
                  <a:srgbClr val="000000"/>
                </a:solidFill>
                <a:ea typeface="Arial Unicode MS" panose="020B0604020202020204" pitchFamily="34" charset="-128"/>
              </a:rPr>
              <a:t>These materials are provided by SAP SE or an SAP affiliate company for informational purposes only, without representation or warranty of any kind, and SAP SE or its affiliated companies shall not be liable for errors or omissions with respect to the materials. The only warranties for SAP SE or SAP affiliate company products and </a:t>
            </a:r>
            <a:br>
              <a:rPr lang="en-US" sz="1200" dirty="0">
                <a:solidFill>
                  <a:srgbClr val="000000"/>
                </a:solidFill>
                <a:ea typeface="Arial Unicode MS" panose="020B0604020202020204" pitchFamily="34" charset="-128"/>
              </a:rPr>
            </a:br>
            <a:r>
              <a:rPr lang="en-US" sz="1200" dirty="0">
                <a:solidFill>
                  <a:srgbClr val="000000"/>
                </a:solidFill>
                <a:ea typeface="Arial Unicode MS" panose="020B0604020202020204" pitchFamily="34" charset="-128"/>
              </a:rPr>
              <a:t>services are those that are set forth in the express warranty statements accompanying such products and services, if any. Nothing herein should be construed as constituting an additional warranty. </a:t>
            </a:r>
          </a:p>
          <a:p>
            <a:pPr>
              <a:spcBef>
                <a:spcPts val="1200"/>
              </a:spcBef>
            </a:pPr>
            <a:r>
              <a:rPr lang="en-US" sz="1200" dirty="0">
                <a:solidFill>
                  <a:srgbClr val="000000"/>
                </a:solidFill>
                <a:ea typeface="Arial Unicode MS" panose="020B0604020202020204" pitchFamily="34" charset="-128"/>
              </a:rPr>
              <a:t>In particular, SAP SE or its affiliated companies have no obligation to pursue any course of business outlined in this document or any related presentation, or to develop </a:t>
            </a:r>
            <a:br>
              <a:rPr lang="en-US" sz="1200" dirty="0">
                <a:solidFill>
                  <a:srgbClr val="000000"/>
                </a:solidFill>
                <a:ea typeface="Arial Unicode MS" panose="020B0604020202020204" pitchFamily="34" charset="-128"/>
              </a:rPr>
            </a:br>
            <a:r>
              <a:rPr lang="en-US" sz="1200" dirty="0">
                <a:solidFill>
                  <a:srgbClr val="000000"/>
                </a:solidFill>
                <a:ea typeface="Arial Unicode MS" panose="020B0604020202020204" pitchFamily="34" charset="-128"/>
              </a:rPr>
              <a:t>or release any functionality mentioned therein. This document, or any related presentation, and SAP SE’s or its affiliated companies’ strategy and possible future developments, products, and/or platform directions and functionality are all subject to change and may be changed by SAP SE or its affiliated companies at any time </a:t>
            </a:r>
            <a:br>
              <a:rPr lang="en-US" sz="1200" dirty="0">
                <a:solidFill>
                  <a:srgbClr val="000000"/>
                </a:solidFill>
                <a:ea typeface="Arial Unicode MS" panose="020B0604020202020204" pitchFamily="34" charset="-128"/>
              </a:rPr>
            </a:br>
            <a:r>
              <a:rPr lang="en-US" sz="1200" dirty="0">
                <a:solidFill>
                  <a:srgbClr val="000000"/>
                </a:solidFill>
                <a:ea typeface="Arial Unicode MS" panose="020B0604020202020204" pitchFamily="34" charset="-128"/>
              </a:rPr>
              <a:t>for any reason without notice. The information in this document is not a commitment, promise, or legal obligation to deliver any material, code, or functionality. All forward-looking statements are subject to various risks and uncertainties that could cause actual results to differ materially from expectations. Readers are cautioned not to place undue reliance on these forward-looking statements, which speak only as of their dates, and they should not be relied upon in making purchasing decisions.</a:t>
            </a:r>
          </a:p>
        </p:txBody>
      </p:sp>
    </p:spTree>
    <p:extLst>
      <p:ext uri="{BB962C8B-B14F-4D97-AF65-F5344CB8AC3E}">
        <p14:creationId xmlns:p14="http://schemas.microsoft.com/office/powerpoint/2010/main" val="349221091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pyright german">
    <p:bg bwMode="gray">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5688"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1" name="TextBox 10"/>
          <p:cNvSpPr txBox="1"/>
          <p:nvPr/>
        </p:nvSpPr>
        <p:spPr bwMode="gray">
          <a:xfrm>
            <a:off x="324000" y="324075"/>
            <a:ext cx="11547324" cy="756175"/>
          </a:xfrm>
          <a:prstGeom prst="rect">
            <a:avLst/>
          </a:prstGeom>
        </p:spPr>
        <p:txBody>
          <a:bodyPr vert="horz" lIns="0" tIns="0" rIns="0" bIns="0" rtlCol="0" anchor="ctr" anchorCtr="0">
            <a:noAutofit/>
          </a:bodyPr>
          <a:lstStyle/>
          <a:p>
            <a:pPr>
              <a:spcBef>
                <a:spcPct val="0"/>
              </a:spcBef>
              <a:defRPr/>
            </a:pPr>
            <a:r>
              <a:rPr sz="2900" b="1" dirty="0">
                <a:solidFill>
                  <a:srgbClr val="666666"/>
                </a:solidFill>
              </a:rPr>
              <a:t>© </a:t>
            </a:r>
            <a:r>
              <a:rPr sz="2900" b="1" dirty="0" smtClean="0">
                <a:solidFill>
                  <a:srgbClr val="666666"/>
                </a:solidFill>
              </a:rPr>
              <a:t>2018 </a:t>
            </a:r>
            <a:r>
              <a:rPr sz="2900" b="1" dirty="0">
                <a:solidFill>
                  <a:srgbClr val="666666"/>
                </a:solidFill>
              </a:rPr>
              <a:t>SAP SE oder ein SAP-Konzernunternehmen. </a:t>
            </a:r>
            <a:br>
              <a:rPr sz="2900" b="1" dirty="0">
                <a:solidFill>
                  <a:srgbClr val="666666"/>
                </a:solidFill>
              </a:rPr>
            </a:br>
            <a:r>
              <a:rPr sz="2900" b="1" dirty="0">
                <a:solidFill>
                  <a:srgbClr val="666666"/>
                </a:solidFill>
              </a:rPr>
              <a:t>Alle Rechte vorbehalten.</a:t>
            </a:r>
          </a:p>
        </p:txBody>
      </p:sp>
      <p:sp>
        <p:nvSpPr>
          <p:cNvPr id="8" name="TextBox 7"/>
          <p:cNvSpPr txBox="1"/>
          <p:nvPr/>
        </p:nvSpPr>
        <p:spPr bwMode="gray">
          <a:xfrm>
            <a:off x="323999" y="1692000"/>
            <a:ext cx="11547325" cy="4278094"/>
          </a:xfrm>
          <a:prstGeom prst="rect">
            <a:avLst/>
          </a:prstGeom>
          <a:noFill/>
        </p:spPr>
        <p:txBody>
          <a:bodyPr wrap="square" lIns="0" tIns="0" rIns="0" bIns="0" rtlCol="0">
            <a:spAutoFit/>
          </a:bodyPr>
          <a:lstStyle/>
          <a:p>
            <a:r>
              <a:rPr sz="1200" dirty="0">
                <a:solidFill>
                  <a:srgbClr val="000000"/>
                </a:solidFill>
              </a:rPr>
              <a:t>Weitergabe und Vervielfältigung dieser Publikation oder von Teilen daraus sind, zu welchem Zweck und in welcher Form auch immer, ohne die ausdrückliche schriftliche Genehmigung durch </a:t>
            </a:r>
            <a:r>
              <a:rPr lang="en-US" sz="1200" dirty="0">
                <a:solidFill>
                  <a:srgbClr val="000000"/>
                </a:solidFill>
                <a:ea typeface="Arial Unicode MS" panose="020B0604020202020204" pitchFamily="34" charset="-128"/>
              </a:rPr>
              <a:t>SAP SE </a:t>
            </a:r>
            <a:r>
              <a:rPr sz="1200" dirty="0">
                <a:solidFill>
                  <a:srgbClr val="000000"/>
                </a:solidFill>
              </a:rPr>
              <a:t>oder ein SAP-Konzernunternehmen nicht gestattet.</a:t>
            </a:r>
          </a:p>
          <a:p>
            <a:pPr>
              <a:spcBef>
                <a:spcPts val="1200"/>
              </a:spcBef>
            </a:pPr>
            <a:r>
              <a:rPr sz="1200" dirty="0">
                <a:solidFill>
                  <a:srgbClr val="000000"/>
                </a:solidFill>
              </a:rPr>
              <a:t>SAP und andere in diesem Dokument erwähnte Produkte und Dienstleistungen von SAP sowie die dazugehörigen Logos sind Marken oder eingetragene Marken der </a:t>
            </a:r>
            <a:br>
              <a:rPr sz="1200" dirty="0">
                <a:solidFill>
                  <a:srgbClr val="000000"/>
                </a:solidFill>
              </a:rPr>
            </a:br>
            <a:r>
              <a:rPr lang="en-US" sz="1200" dirty="0">
                <a:solidFill>
                  <a:srgbClr val="000000"/>
                </a:solidFill>
                <a:ea typeface="Arial Unicode MS" panose="020B0604020202020204" pitchFamily="34" charset="-128"/>
              </a:rPr>
              <a:t>SAP SE </a:t>
            </a:r>
            <a:r>
              <a:rPr sz="1200" dirty="0">
                <a:solidFill>
                  <a:srgbClr val="000000"/>
                </a:solidFill>
              </a:rPr>
              <a:t>(oder von einem SAP-Konzernunternehmen) in Deutschland und verschiedenen anderen Ländern weltweit. </a:t>
            </a:r>
            <a:br>
              <a:rPr sz="1200" dirty="0">
                <a:solidFill>
                  <a:srgbClr val="000000"/>
                </a:solidFill>
              </a:rPr>
            </a:br>
            <a:r>
              <a:rPr sz="1200" dirty="0">
                <a:solidFill>
                  <a:srgbClr val="000000"/>
                </a:solidFill>
              </a:rPr>
              <a:t>Weitere Hinweise und Informationen zum Markenrecht finden Sie unter </a:t>
            </a:r>
            <a:r>
              <a:rPr sz="1200" dirty="0">
                <a:solidFill>
                  <a:srgbClr val="000000"/>
                </a:solidFill>
                <a:hlinkClick r:id="rId6"/>
              </a:rPr>
              <a:t>http://global.sap.com/corporate-de/legal/copyright/index.epx</a:t>
            </a:r>
            <a:r>
              <a:rPr sz="1200" dirty="0">
                <a:solidFill>
                  <a:srgbClr val="000000"/>
                </a:solidFill>
              </a:rPr>
              <a:t>.</a:t>
            </a:r>
          </a:p>
          <a:p>
            <a:pPr>
              <a:spcBef>
                <a:spcPts val="1200"/>
              </a:spcBef>
            </a:pPr>
            <a:r>
              <a:rPr sz="1200" dirty="0">
                <a:solidFill>
                  <a:srgbClr val="000000"/>
                </a:solidFill>
              </a:rPr>
              <a:t>Die von </a:t>
            </a:r>
            <a:r>
              <a:rPr lang="en-US" sz="1200" dirty="0">
                <a:solidFill>
                  <a:srgbClr val="000000"/>
                </a:solidFill>
                <a:ea typeface="Arial Unicode MS" panose="020B0604020202020204" pitchFamily="34" charset="-128"/>
              </a:rPr>
              <a:t>SAP SE </a:t>
            </a:r>
            <a:r>
              <a:rPr sz="1200" dirty="0">
                <a:solidFill>
                  <a:srgbClr val="000000"/>
                </a:solidFill>
              </a:rPr>
              <a:t>oder deren Vertriebsfirmen angebotenen Softwareprodukte können Softwarekomponenten auch anderer Softwarehersteller enthalten.</a:t>
            </a:r>
          </a:p>
          <a:p>
            <a:pPr>
              <a:spcBef>
                <a:spcPts val="1200"/>
              </a:spcBef>
            </a:pPr>
            <a:r>
              <a:rPr sz="1200" dirty="0">
                <a:solidFill>
                  <a:srgbClr val="000000"/>
                </a:solidFill>
              </a:rPr>
              <a:t>Produkte können länderspezifische Unterschiede aufweisen.</a:t>
            </a:r>
          </a:p>
          <a:p>
            <a:pPr>
              <a:spcBef>
                <a:spcPts val="1200"/>
              </a:spcBef>
            </a:pPr>
            <a:r>
              <a:rPr sz="1200" dirty="0">
                <a:solidFill>
                  <a:srgbClr val="000000"/>
                </a:solidFill>
              </a:rPr>
              <a:t>Die vorliegenden Unterlagen werden von der </a:t>
            </a:r>
            <a:r>
              <a:rPr lang="en-US" sz="1200" dirty="0">
                <a:solidFill>
                  <a:srgbClr val="000000"/>
                </a:solidFill>
                <a:ea typeface="Arial Unicode MS" panose="020B0604020202020204" pitchFamily="34" charset="-128"/>
              </a:rPr>
              <a:t>SAP SE </a:t>
            </a:r>
            <a:r>
              <a:rPr sz="1200" dirty="0">
                <a:solidFill>
                  <a:srgbClr val="000000"/>
                </a:solidFill>
              </a:rPr>
              <a:t>oder einem SAP-Konzernunternehmen bereitgestellt und dienen ausschließlich zu Informationszwecken. </a:t>
            </a:r>
            <a:br>
              <a:rPr sz="1200" dirty="0">
                <a:solidFill>
                  <a:srgbClr val="000000"/>
                </a:solidFill>
              </a:rPr>
            </a:br>
            <a:r>
              <a:rPr sz="1200" dirty="0">
                <a:solidFill>
                  <a:srgbClr val="000000"/>
                </a:solidFill>
              </a:rPr>
              <a:t>Die </a:t>
            </a:r>
            <a:r>
              <a:rPr lang="en-US" sz="1200" dirty="0">
                <a:solidFill>
                  <a:srgbClr val="000000"/>
                </a:solidFill>
                <a:ea typeface="Arial Unicode MS" panose="020B0604020202020204" pitchFamily="34" charset="-128"/>
              </a:rPr>
              <a:t>SAP SE </a:t>
            </a:r>
            <a:r>
              <a:rPr sz="1200" dirty="0">
                <a:solidFill>
                  <a:srgbClr val="000000"/>
                </a:solidFill>
              </a:rPr>
              <a:t>oder ihre Konzernunternehmen übernehmen keinerlei Haftung oder Gewährleistung für Fehler oder Unvollständigkeiten in  dieser Publikation. </a:t>
            </a:r>
            <a:br>
              <a:rPr sz="1200" dirty="0">
                <a:solidFill>
                  <a:srgbClr val="000000"/>
                </a:solidFill>
              </a:rPr>
            </a:br>
            <a:r>
              <a:rPr sz="1200" dirty="0">
                <a:solidFill>
                  <a:srgbClr val="000000"/>
                </a:solidFill>
              </a:rPr>
              <a:t>Die </a:t>
            </a:r>
            <a:r>
              <a:rPr lang="en-US" sz="1200" dirty="0">
                <a:solidFill>
                  <a:srgbClr val="000000"/>
                </a:solidFill>
                <a:ea typeface="Arial Unicode MS" panose="020B0604020202020204" pitchFamily="34" charset="-128"/>
              </a:rPr>
              <a:t>SAP SE </a:t>
            </a:r>
            <a:r>
              <a:rPr sz="1200" dirty="0">
                <a:solidFill>
                  <a:srgbClr val="000000"/>
                </a:solidFill>
              </a:rPr>
              <a:t>oder ein SAP-Konzernunternehmen steht lediglich für Produkte und Dienstleistungen nach der Maßgabe ein, die in der Vereinbarung über die jeweiligen Produkte und Dienstleistungen ausdrücklich geregelt ist. Keine der hierin enthaltenen Informationen ist als zusätzliche Garantie zu interpretieren. 	 </a:t>
            </a:r>
          </a:p>
          <a:p>
            <a:pPr>
              <a:spcBef>
                <a:spcPts val="1200"/>
              </a:spcBef>
            </a:pPr>
            <a:r>
              <a:rPr sz="1200" dirty="0">
                <a:solidFill>
                  <a:srgbClr val="000000"/>
                </a:solidFill>
              </a:rPr>
              <a:t>Insbesondere sind die </a:t>
            </a:r>
            <a:r>
              <a:rPr lang="en-US" sz="1200" dirty="0">
                <a:solidFill>
                  <a:srgbClr val="000000"/>
                </a:solidFill>
                <a:ea typeface="Arial Unicode MS" panose="020B0604020202020204" pitchFamily="34" charset="-128"/>
              </a:rPr>
              <a:t>SAP SE </a:t>
            </a:r>
            <a:r>
              <a:rPr sz="1200" dirty="0">
                <a:solidFill>
                  <a:srgbClr val="000000"/>
                </a:solidFill>
              </a:rPr>
              <a:t>oder ihre Konzernunternehmen in keiner Weise verpflichtet, in dieser Publikation oder einer zugehörigen Präsentation dargestellte Geschäftsabläufe zu verfolgen oder hierin wiedergegebene Funktionen zu entwickeln oder zu veröffentlichen. Diese Publikation oder eine zugehörige Präsentation, </a:t>
            </a:r>
            <a:br>
              <a:rPr sz="1200" dirty="0">
                <a:solidFill>
                  <a:srgbClr val="000000"/>
                </a:solidFill>
              </a:rPr>
            </a:br>
            <a:r>
              <a:rPr sz="1200" dirty="0">
                <a:solidFill>
                  <a:srgbClr val="000000"/>
                </a:solidFill>
              </a:rPr>
              <a:t>die Strategie und etwaige künftige Entwicklungen, Produkte und/oder Plattformen der </a:t>
            </a:r>
            <a:r>
              <a:rPr lang="en-US" sz="1200" dirty="0">
                <a:solidFill>
                  <a:srgbClr val="000000"/>
                </a:solidFill>
                <a:ea typeface="Arial Unicode MS" panose="020B0604020202020204" pitchFamily="34" charset="-128"/>
              </a:rPr>
              <a:t>SAP SE </a:t>
            </a:r>
            <a:r>
              <a:rPr sz="1200" dirty="0">
                <a:solidFill>
                  <a:srgbClr val="000000"/>
                </a:solidFill>
              </a:rPr>
              <a:t>oder ihrer Konzernunternehmen können von der </a:t>
            </a:r>
            <a:r>
              <a:rPr lang="en-US" sz="1200" dirty="0">
                <a:solidFill>
                  <a:srgbClr val="000000"/>
                </a:solidFill>
                <a:ea typeface="Arial Unicode MS" panose="020B0604020202020204" pitchFamily="34" charset="-128"/>
              </a:rPr>
              <a:t>SAP SE </a:t>
            </a:r>
            <a:r>
              <a:rPr sz="1200" dirty="0">
                <a:solidFill>
                  <a:srgbClr val="000000"/>
                </a:solidFill>
              </a:rPr>
              <a:t>oder ihren Konzernunternehmen jederzeit und ohne Angabe von Gründen unangekündigt geändert werden. </a:t>
            </a:r>
            <a:br>
              <a:rPr sz="1200" dirty="0">
                <a:solidFill>
                  <a:srgbClr val="000000"/>
                </a:solidFill>
              </a:rPr>
            </a:br>
            <a:r>
              <a:rPr sz="1200" dirty="0">
                <a:solidFill>
                  <a:srgbClr val="000000"/>
                </a:solidFill>
              </a:rPr>
              <a:t>Die in dieser Publikation enthaltenen Informationen stellen keine Zusage, kein Versprechen und keine rechtliche Verpflichtung zur Lieferung von Material, Code oder Funktionen dar. Sämtliche vorausschauenden Aussagen unterliegen unterschiedlichen Risiken und Unsicherheiten, durch die die tatsächlichen Ergebnisse von den Erwartungen abweichen können. Die vorausschauenden Aussagen geben die Sicht zu dem Zeitpunkt wieder, zu dem sie getätigt wurden. Dem Leser wird empfohlen, diesen Aussagen kein übertriebenes Vertrauen zu schenken und sich bei Kaufentscheidungen nicht auf sie zu stützen.</a:t>
            </a:r>
          </a:p>
        </p:txBody>
      </p:sp>
    </p:spTree>
    <p:extLst>
      <p:ext uri="{BB962C8B-B14F-4D97-AF65-F5344CB8AC3E}">
        <p14:creationId xmlns:p14="http://schemas.microsoft.com/office/powerpoint/2010/main" val="2503644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vmlDrawing" Target="../drawings/vmlDrawing1.v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oleObject" Target="../embeddings/oleObject1.bin"/><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ags" Target="../tags/tag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27"/>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138" name="think-cell Slide" r:id="rId28" imgW="270" imgH="270" progId="TCLayout.ActiveDocument.1">
                  <p:embed/>
                </p:oleObj>
              </mc:Choice>
              <mc:Fallback>
                <p:oleObj name="think-cell Slide" r:id="rId28" imgW="270" imgH="270" progId="TCLayout.ActiveDocument.1">
                  <p:embed/>
                  <p:pic>
                    <p:nvPicPr>
                      <p:cNvPr id="0" name=""/>
                      <p:cNvPicPr/>
                      <p:nvPr/>
                    </p:nvPicPr>
                    <p:blipFill>
                      <a:blip r:embed="rId29"/>
                      <a:stretch>
                        <a:fillRect/>
                      </a:stretch>
                    </p:blipFill>
                    <p:spPr>
                      <a:xfrm>
                        <a:off x="1588" y="1588"/>
                        <a:ext cx="1587" cy="1587"/>
                      </a:xfrm>
                      <a:prstGeom prst="rect">
                        <a:avLst/>
                      </a:prstGeom>
                    </p:spPr>
                  </p:pic>
                </p:oleObj>
              </mc:Fallback>
            </mc:AlternateContent>
          </a:graphicData>
        </a:graphic>
      </p:graphicFrame>
      <p:sp>
        <p:nvSpPr>
          <p:cNvPr id="2" name="Title Placeholder 1"/>
          <p:cNvSpPr>
            <a:spLocks noGrp="1"/>
          </p:cNvSpPr>
          <p:nvPr>
            <p:ph type="title"/>
          </p:nvPr>
        </p:nvSpPr>
        <p:spPr bwMode="gray">
          <a:xfrm>
            <a:off x="324000" y="324075"/>
            <a:ext cx="11545200" cy="756175"/>
          </a:xfrm>
          <a:prstGeom prst="rect">
            <a:avLst/>
          </a:prstGeom>
        </p:spPr>
        <p:txBody>
          <a:bodyPr vert="horz" lIns="0" tIns="0" rIns="0" bIns="0" rtlCol="0" anchor="ctr" anchorCtr="0">
            <a:noAutofit/>
          </a:bodyPr>
          <a:lstStyle/>
          <a:p>
            <a:r>
              <a:rPr lang="en-US" noProof="0" dirty="0"/>
              <a:t>Insert page title</a:t>
            </a:r>
          </a:p>
        </p:txBody>
      </p:sp>
      <p:sp>
        <p:nvSpPr>
          <p:cNvPr id="3" name="Text Placeholder 2"/>
          <p:cNvSpPr>
            <a:spLocks noGrp="1"/>
          </p:cNvSpPr>
          <p:nvPr>
            <p:ph type="body" idx="1"/>
          </p:nvPr>
        </p:nvSpPr>
        <p:spPr bwMode="gray">
          <a:xfrm>
            <a:off x="324000" y="1691079"/>
            <a:ext cx="11545200" cy="4392042"/>
          </a:xfrm>
          <a:prstGeom prst="rect">
            <a:avLst/>
          </a:prstGeom>
        </p:spPr>
        <p:txBody>
          <a:bodyPr vert="horz" lIns="0" tIns="0" rIns="0" bIns="0" rtlCol="0">
            <a:noAutofit/>
          </a:bodyPr>
          <a:lstStyle/>
          <a:p>
            <a:pPr lvl="0"/>
            <a:r>
              <a:rPr lang="en-US" noProof="0" dirty="0"/>
              <a:t>First level</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3" name="Rectangle 32"/>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cxnSp>
        <p:nvCxnSpPr>
          <p:cNvPr id="8" name="Straight Connector 7"/>
          <p:cNvCxnSpPr/>
          <p:nvPr/>
        </p:nvCxnSpPr>
        <p:spPr>
          <a:xfrm>
            <a:off x="324000" y="1231485"/>
            <a:ext cx="115452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
        <p:nvSpPr>
          <p:cNvPr id="95" name="Rectangle 94"/>
          <p:cNvSpPr/>
          <p:nvPr userDrawn="1"/>
        </p:nvSpPr>
        <p:spPr bwMode="white">
          <a:xfrm>
            <a:off x="324000" y="6537251"/>
            <a:ext cx="11545200" cy="324075"/>
          </a:xfrm>
          <a:prstGeom prst="rect">
            <a:avLst/>
          </a:prstGeom>
          <a:solidFill>
            <a:schemeClr val="tx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900" kern="0" dirty="0" err="1">
              <a:solidFill>
                <a:srgbClr val="000000"/>
              </a:solidFill>
              <a:ea typeface="Arial Unicode MS" pitchFamily="34" charset="-128"/>
              <a:cs typeface="Arial Unicode MS" pitchFamily="34" charset="-128"/>
            </a:endParaRPr>
          </a:p>
        </p:txBody>
      </p:sp>
      <p:sp>
        <p:nvSpPr>
          <p:cNvPr id="10" name="TextBox 9"/>
          <p:cNvSpPr txBox="1"/>
          <p:nvPr userDrawn="1"/>
        </p:nvSpPr>
        <p:spPr bwMode="black">
          <a:xfrm>
            <a:off x="324000" y="6630039"/>
            <a:ext cx="4002704" cy="138499"/>
          </a:xfrm>
          <a:prstGeom prst="rect">
            <a:avLst/>
          </a:prstGeom>
          <a:noFill/>
        </p:spPr>
        <p:txBody>
          <a:bodyPr wrap="none" lIns="85730" tIns="0" rIns="0" bIns="0" rtlCol="0">
            <a:spAutoFit/>
          </a:bodyPr>
          <a:lstStyle/>
          <a:p>
            <a:pPr marL="133200" indent="-133200">
              <a:buClr>
                <a:srgbClr val="FFFFFF"/>
              </a:buClr>
              <a:buFont typeface="Arial" pitchFamily="34" charset="0"/>
              <a:buChar char="©"/>
            </a:pPr>
            <a:r>
              <a:rPr lang="en-US" sz="900" dirty="0" smtClean="0">
                <a:solidFill>
                  <a:srgbClr val="FFFFFF"/>
                </a:solidFill>
              </a:rPr>
              <a:t>2018 </a:t>
            </a:r>
            <a:r>
              <a:rPr lang="en-US" sz="900" dirty="0">
                <a:solidFill>
                  <a:srgbClr val="FFFFFF"/>
                </a:solidFill>
              </a:rPr>
              <a:t>SAP University</a:t>
            </a:r>
            <a:r>
              <a:rPr lang="en-US" sz="900" baseline="0" dirty="0">
                <a:solidFill>
                  <a:srgbClr val="FFFFFF"/>
                </a:solidFill>
              </a:rPr>
              <a:t> Competence Center | Technical University of Munich</a:t>
            </a:r>
            <a:endParaRPr lang="en-US" sz="900" dirty="0">
              <a:solidFill>
                <a:srgbClr val="FFFFFF"/>
              </a:solidFill>
            </a:endParaRPr>
          </a:p>
        </p:txBody>
      </p:sp>
      <p:sp>
        <p:nvSpPr>
          <p:cNvPr id="34" name="TextBox 33"/>
          <p:cNvSpPr txBox="1"/>
          <p:nvPr userDrawn="1"/>
        </p:nvSpPr>
        <p:spPr bwMode="black">
          <a:xfrm>
            <a:off x="11640519" y="6630039"/>
            <a:ext cx="227631" cy="138499"/>
          </a:xfrm>
          <a:prstGeom prst="rect">
            <a:avLst/>
          </a:prstGeom>
          <a:noFill/>
        </p:spPr>
        <p:txBody>
          <a:bodyPr wrap="none" lIns="0" tIns="0" rIns="85730" bIns="0" rtlCol="0">
            <a:spAutoFit/>
          </a:bodyPr>
          <a:lstStyle/>
          <a:p>
            <a:pPr marL="111525" indent="-111525" algn="r">
              <a:buClr>
                <a:srgbClr val="666666"/>
              </a:buClr>
              <a:buFont typeface="Arial" pitchFamily="34" charset="0"/>
              <a:buNone/>
            </a:pPr>
            <a:fld id="{0BDC132A-5C91-4078-9777-31DA19A62E0A}" type="slidenum">
              <a:rPr lang="en-US" sz="900" smtClean="0">
                <a:solidFill>
                  <a:srgbClr val="FFFFFF"/>
                </a:solidFill>
              </a:rPr>
              <a:pPr marL="111525" indent="-111525" algn="r">
                <a:buClr>
                  <a:srgbClr val="666666"/>
                </a:buClr>
                <a:buFont typeface="Arial" pitchFamily="34" charset="0"/>
                <a:buNone/>
              </a:pPr>
              <a:t>‹Nr.›</a:t>
            </a:fld>
            <a:endParaRPr lang="en-US" sz="900" dirty="0">
              <a:solidFill>
                <a:srgbClr val="FFFFFF"/>
              </a:solidFill>
            </a:endParaRPr>
          </a:p>
        </p:txBody>
      </p:sp>
    </p:spTree>
    <p:extLst>
      <p:ext uri="{BB962C8B-B14F-4D97-AF65-F5344CB8AC3E}">
        <p14:creationId xmlns:p14="http://schemas.microsoft.com/office/powerpoint/2010/main" val="2378329957"/>
      </p:ext>
    </p:extLst>
  </p:cSld>
  <p:clrMap bg1="lt1" tx1="dk1" bg2="lt2" tx2="dk2" accent1="accent1" accent2="accent2" accent3="accent3" accent4="accent4" accent5="accent5" accent6="accent6" hlink="hlink" folHlink="folHlink"/>
  <p:sldLayoutIdLst>
    <p:sldLayoutId id="2147483930" r:id="rId1"/>
    <p:sldLayoutId id="2147483931" r:id="rId2"/>
    <p:sldLayoutId id="2147483928" r:id="rId3"/>
    <p:sldLayoutId id="2147483929" r:id="rId4"/>
    <p:sldLayoutId id="2147483960" r:id="rId5"/>
    <p:sldLayoutId id="2147483945" r:id="rId6"/>
    <p:sldLayoutId id="2147483959" r:id="rId7"/>
    <p:sldLayoutId id="2147483932" r:id="rId8"/>
    <p:sldLayoutId id="2147483933" r:id="rId9"/>
    <p:sldLayoutId id="2147483935" r:id="rId10"/>
    <p:sldLayoutId id="2147483937" r:id="rId11"/>
    <p:sldLayoutId id="2147483938" r:id="rId12"/>
    <p:sldLayoutId id="2147483939" r:id="rId13"/>
    <p:sldLayoutId id="2147483940" r:id="rId14"/>
    <p:sldLayoutId id="2147483941" r:id="rId15"/>
    <p:sldLayoutId id="2147483942" r:id="rId16"/>
    <p:sldLayoutId id="2147483944" r:id="rId17"/>
    <p:sldLayoutId id="2147483943" r:id="rId18"/>
    <p:sldLayoutId id="2147483946" r:id="rId19"/>
    <p:sldLayoutId id="2147483947" r:id="rId20"/>
    <p:sldLayoutId id="2147483685" r:id="rId21"/>
    <p:sldLayoutId id="2147483934" r:id="rId22"/>
    <p:sldLayoutId id="2147483949" r:id="rId23"/>
    <p:sldLayoutId id="2147483950" r:id="rId24"/>
  </p:sldLayoutIdLst>
  <p:hf hdr="0" ftr="0" dt="0"/>
  <p:txStyles>
    <p:titleStyle>
      <a:lvl1pPr algn="l" defTabSz="1088776" rtl="0" eaLnBrk="1" latinLnBrk="0" hangingPunct="1">
        <a:spcBef>
          <a:spcPct val="0"/>
        </a:spcBef>
        <a:buNone/>
        <a:defRPr sz="2800" b="1" kern="1200">
          <a:solidFill>
            <a:schemeClr val="accent2"/>
          </a:solidFill>
          <a:latin typeface="+mj-lt"/>
          <a:ea typeface="+mj-ea"/>
          <a:cs typeface="+mj-cs"/>
        </a:defRPr>
      </a:lvl1pPr>
    </p:titleStyle>
    <p:bodyStyle>
      <a:lvl1pPr marL="0" indent="0" algn="l" defTabSz="1088776" rtl="0" eaLnBrk="1" latinLnBrk="0" hangingPunct="1">
        <a:spcBef>
          <a:spcPts val="2400"/>
        </a:spcBef>
        <a:buClr>
          <a:schemeClr val="accent1"/>
        </a:buClr>
        <a:buSzPct val="80000"/>
        <a:buFontTx/>
        <a:buNone/>
        <a:defRPr sz="2000" b="1" kern="1200">
          <a:solidFill>
            <a:schemeClr val="tx1"/>
          </a:solidFill>
          <a:latin typeface="+mn-lt"/>
          <a:ea typeface="+mn-ea"/>
          <a:cs typeface="+mn-cs"/>
        </a:defRPr>
      </a:lvl1pPr>
      <a:lvl2pPr marL="0" indent="0" algn="l" defTabSz="1088776" rtl="0" eaLnBrk="1" latinLnBrk="0" hangingPunct="1">
        <a:spcBef>
          <a:spcPts val="600"/>
        </a:spcBef>
        <a:buClr>
          <a:schemeClr val="accent1"/>
        </a:buClr>
        <a:buSzPct val="80000"/>
        <a:buFont typeface="Wingdings" pitchFamily="2" charset="2"/>
        <a:buNone/>
        <a:defRPr sz="2000" kern="1200">
          <a:solidFill>
            <a:schemeClr val="tx1"/>
          </a:solidFill>
          <a:latin typeface="+mn-lt"/>
          <a:ea typeface="+mn-ea"/>
          <a:cs typeface="+mn-cs"/>
        </a:defRPr>
      </a:lvl2pPr>
      <a:lvl3pPr marL="180000" indent="-180000" algn="l" defTabSz="1088776" rtl="0" eaLnBrk="1" latinLnBrk="0" hangingPunct="1">
        <a:spcBef>
          <a:spcPts val="400"/>
        </a:spcBef>
        <a:buClr>
          <a:schemeClr val="accent1"/>
        </a:buClr>
        <a:buSzPct val="100000"/>
        <a:buFont typeface="Wingdings" pitchFamily="2" charset="2"/>
        <a:buChar char=""/>
        <a:defRPr sz="1800" kern="1200">
          <a:solidFill>
            <a:schemeClr val="tx1"/>
          </a:solidFill>
          <a:latin typeface="+mn-lt"/>
          <a:ea typeface="+mn-ea"/>
          <a:cs typeface="+mn-cs"/>
        </a:defRPr>
      </a:lvl3pPr>
      <a:lvl4pPr marL="360000" indent="-180000" algn="l" defTabSz="1088776" rtl="0" eaLnBrk="1" latinLnBrk="0" hangingPunct="1">
        <a:spcBef>
          <a:spcPts val="400"/>
        </a:spcBef>
        <a:buClr>
          <a:schemeClr val="tx1"/>
        </a:buClr>
        <a:buSzPct val="100000"/>
        <a:buFont typeface="Arial" pitchFamily="34" charset="0"/>
        <a:buChar char="–"/>
        <a:defRPr sz="1800" kern="1200">
          <a:solidFill>
            <a:schemeClr val="tx1"/>
          </a:solidFill>
          <a:latin typeface="+mn-lt"/>
          <a:ea typeface="+mn-ea"/>
          <a:cs typeface="+mn-cs"/>
        </a:defRPr>
      </a:lvl4pPr>
      <a:lvl5pPr marL="540000" indent="-180000" algn="l" defTabSz="1088776" rtl="0" eaLnBrk="1" latinLnBrk="0" hangingPunct="1">
        <a:spcBef>
          <a:spcPts val="250"/>
        </a:spcBef>
        <a:buClr>
          <a:schemeClr val="tx1"/>
        </a:buClr>
        <a:buSzPct val="100000"/>
        <a:buFont typeface="Courier New" pitchFamily="49" charset="0"/>
        <a:buChar char="o"/>
        <a:defRPr sz="1600" kern="1200">
          <a:solidFill>
            <a:schemeClr val="tx1"/>
          </a:solidFill>
          <a:latin typeface="+mn-lt"/>
          <a:ea typeface="+mn-ea"/>
          <a:cs typeface="+mn-cs"/>
        </a:defRPr>
      </a:lvl5pPr>
      <a:lvl6pPr marL="2994134"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8522"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910"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7298"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de-DE"/>
      </a:defPPr>
      <a:lvl1pPr marL="0" algn="l" defTabSz="1088776" rtl="0" eaLnBrk="1" latinLnBrk="0" hangingPunct="1">
        <a:defRPr sz="2100" kern="1200">
          <a:solidFill>
            <a:schemeClr val="tx1"/>
          </a:solidFill>
          <a:latin typeface="+mn-lt"/>
          <a:ea typeface="+mn-ea"/>
          <a:cs typeface="+mn-cs"/>
        </a:defRPr>
      </a:lvl1pPr>
      <a:lvl2pPr marL="544388" algn="l" defTabSz="1088776" rtl="0" eaLnBrk="1" latinLnBrk="0" hangingPunct="1">
        <a:defRPr sz="2100" kern="1200">
          <a:solidFill>
            <a:schemeClr val="tx1"/>
          </a:solidFill>
          <a:latin typeface="+mn-lt"/>
          <a:ea typeface="+mn-ea"/>
          <a:cs typeface="+mn-cs"/>
        </a:defRPr>
      </a:lvl2pPr>
      <a:lvl3pPr marL="1088776" algn="l" defTabSz="1088776" rtl="0" eaLnBrk="1" latinLnBrk="0" hangingPunct="1">
        <a:defRPr sz="2100" kern="1200">
          <a:solidFill>
            <a:schemeClr val="tx1"/>
          </a:solidFill>
          <a:latin typeface="+mn-lt"/>
          <a:ea typeface="+mn-ea"/>
          <a:cs typeface="+mn-cs"/>
        </a:defRPr>
      </a:lvl3pPr>
      <a:lvl4pPr marL="1633164" algn="l" defTabSz="1088776" rtl="0" eaLnBrk="1" latinLnBrk="0" hangingPunct="1">
        <a:defRPr sz="2100" kern="1200">
          <a:solidFill>
            <a:schemeClr val="tx1"/>
          </a:solidFill>
          <a:latin typeface="+mn-lt"/>
          <a:ea typeface="+mn-ea"/>
          <a:cs typeface="+mn-cs"/>
        </a:defRPr>
      </a:lvl4pPr>
      <a:lvl5pPr marL="2177552" algn="l" defTabSz="1088776" rtl="0" eaLnBrk="1" latinLnBrk="0" hangingPunct="1">
        <a:defRPr sz="2100" kern="1200">
          <a:solidFill>
            <a:schemeClr val="tx1"/>
          </a:solidFill>
          <a:latin typeface="+mn-lt"/>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4.xml.rels><?xml version="1.0" encoding="UTF-8" standalone="yes"?>
<Relationships xmlns="http://schemas.openxmlformats.org/package/2006/relationships"><Relationship Id="rId8" Type="http://schemas.openxmlformats.org/officeDocument/2006/relationships/diagramColors" Target="../diagrams/colors3.xml"/><Relationship Id="rId13" Type="http://schemas.openxmlformats.org/officeDocument/2006/relationships/diagramColors" Target="../diagrams/colors4.xml"/><Relationship Id="rId3" Type="http://schemas.openxmlformats.org/officeDocument/2006/relationships/image" Target="../media/image13.png"/><Relationship Id="rId7" Type="http://schemas.openxmlformats.org/officeDocument/2006/relationships/diagramQuickStyle" Target="../diagrams/quickStyle3.xml"/><Relationship Id="rId12" Type="http://schemas.openxmlformats.org/officeDocument/2006/relationships/diagramQuickStyle" Target="../diagrams/quickStyle4.xml"/><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diagramLayout" Target="../diagrams/layout3.xml"/><Relationship Id="rId11" Type="http://schemas.openxmlformats.org/officeDocument/2006/relationships/diagramLayout" Target="../diagrams/layout4.xml"/><Relationship Id="rId5" Type="http://schemas.openxmlformats.org/officeDocument/2006/relationships/diagramData" Target="../diagrams/data3.xml"/><Relationship Id="rId10" Type="http://schemas.openxmlformats.org/officeDocument/2006/relationships/diagramData" Target="../diagrams/data4.xml"/><Relationship Id="rId4" Type="http://schemas.openxmlformats.org/officeDocument/2006/relationships/image" Target="../media/image14.png"/><Relationship Id="rId9" Type="http://schemas.microsoft.com/office/2007/relationships/diagramDrawing" Target="../diagrams/drawing3.xml"/><Relationship Id="rId14" Type="http://schemas.microsoft.com/office/2007/relationships/diagramDrawing" Target="../diagrams/drawing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8" Type="http://schemas.openxmlformats.org/officeDocument/2006/relationships/diagramData" Target="../diagrams/data6.xml"/><Relationship Id="rId3" Type="http://schemas.openxmlformats.org/officeDocument/2006/relationships/diagramData" Target="../diagrams/data5.xml"/><Relationship Id="rId7" Type="http://schemas.microsoft.com/office/2007/relationships/diagramDrawing" Target="../diagrams/drawing5.xml"/><Relationship Id="rId12" Type="http://schemas.microsoft.com/office/2007/relationships/diagramDrawing" Target="../diagrams/drawing6.xml"/><Relationship Id="rId2" Type="http://schemas.openxmlformats.org/officeDocument/2006/relationships/notesSlide" Target="../notesSlides/notesSlide18.xml"/><Relationship Id="rId1" Type="http://schemas.openxmlformats.org/officeDocument/2006/relationships/slideLayout" Target="../slideLayouts/slideLayout6.xml"/><Relationship Id="rId6" Type="http://schemas.openxmlformats.org/officeDocument/2006/relationships/diagramColors" Target="../diagrams/colors5.xml"/><Relationship Id="rId11" Type="http://schemas.openxmlformats.org/officeDocument/2006/relationships/diagramColors" Target="../diagrams/colors6.xml"/><Relationship Id="rId5" Type="http://schemas.openxmlformats.org/officeDocument/2006/relationships/diagramQuickStyle" Target="../diagrams/quickStyle5.xml"/><Relationship Id="rId10" Type="http://schemas.openxmlformats.org/officeDocument/2006/relationships/diagramQuickStyle" Target="../diagrams/quickStyle6.xml"/><Relationship Id="rId4" Type="http://schemas.openxmlformats.org/officeDocument/2006/relationships/diagramLayout" Target="../diagrams/layout5.xml"/><Relationship Id="rId9" Type="http://schemas.openxmlformats.org/officeDocument/2006/relationships/diagramLayout" Target="../diagrams/layout6.xml"/></Relationships>
</file>

<file path=ppt/slides/_rels/slide19.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diagramColors" Target="../diagrams/colors7.xml"/><Relationship Id="rId11" Type="http://schemas.openxmlformats.org/officeDocument/2006/relationships/image" Target="../media/image27.png"/><Relationship Id="rId5" Type="http://schemas.openxmlformats.org/officeDocument/2006/relationships/diagramQuickStyle" Target="../diagrams/quickStyle7.xml"/><Relationship Id="rId10" Type="http://schemas.openxmlformats.org/officeDocument/2006/relationships/image" Target="../media/image26.png"/><Relationship Id="rId4" Type="http://schemas.openxmlformats.org/officeDocument/2006/relationships/diagramLayout" Target="../diagrams/layout7.xml"/><Relationship Id="rId9" Type="http://schemas.openxmlformats.org/officeDocument/2006/relationships/image" Target="../media/image25.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p:cNvSpPr>
            <a:spLocks noGrp="1"/>
          </p:cNvSpPr>
          <p:nvPr>
            <p:ph type="title"/>
          </p:nvPr>
        </p:nvSpPr>
        <p:spPr>
          <a:xfrm>
            <a:off x="467998" y="324074"/>
            <a:ext cx="10829265" cy="923329"/>
          </a:xfrm>
        </p:spPr>
        <p:txBody>
          <a:bodyPr lIns="0" tIns="0" rIns="0" bIns="0"/>
          <a:lstStyle/>
          <a:p>
            <a:pPr lvl="0">
              <a:lnSpc>
                <a:spcPct val="100000"/>
              </a:lnSpc>
            </a:pPr>
            <a:r>
              <a:rPr lang="en-US" dirty="0"/>
              <a:t>ABAP Lock Concept</a:t>
            </a:r>
            <a:r>
              <a:rPr lang="en-US"/>
              <a:t/>
            </a:r>
            <a:br>
              <a:rPr lang="en-US"/>
            </a:br>
            <a:endParaRPr lang="en-US" dirty="0"/>
          </a:p>
        </p:txBody>
      </p:sp>
      <p:sp>
        <p:nvSpPr>
          <p:cNvPr id="10" name="Untertitel 9"/>
          <p:cNvSpPr>
            <a:spLocks noGrp="1"/>
          </p:cNvSpPr>
          <p:nvPr>
            <p:ph type="subTitle" idx="1"/>
          </p:nvPr>
        </p:nvSpPr>
        <p:spPr>
          <a:xfrm>
            <a:off x="467998" y="1817518"/>
            <a:ext cx="10619999" cy="276998"/>
          </a:xfrm>
        </p:spPr>
        <p:txBody>
          <a:bodyPr lIns="0" tIns="0" rIns="0" bIns="0"/>
          <a:lstStyle/>
          <a:p>
            <a:r>
              <a:rPr lang="en-US" dirty="0"/>
              <a:t>Adrian </a:t>
            </a:r>
            <a:r>
              <a:rPr lang="en-US" dirty="0" err="1"/>
              <a:t>Streitz</a:t>
            </a:r>
            <a:r>
              <a:rPr lang="en-US" dirty="0"/>
              <a:t>, Johannes Rank, </a:t>
            </a:r>
            <a:r>
              <a:rPr lang="en-US" dirty="0" err="1"/>
              <a:t>Borys</a:t>
            </a:r>
            <a:r>
              <a:rPr lang="en-US" dirty="0"/>
              <a:t> </a:t>
            </a:r>
            <a:r>
              <a:rPr lang="en-US" dirty="0" err="1"/>
              <a:t>Levkovskyi</a:t>
            </a:r>
            <a:endParaRPr lang="de-DE" dirty="0"/>
          </a:p>
        </p:txBody>
      </p:sp>
    </p:spTree>
    <p:extLst>
      <p:ext uri="{BB962C8B-B14F-4D97-AF65-F5344CB8AC3E}">
        <p14:creationId xmlns:p14="http://schemas.microsoft.com/office/powerpoint/2010/main" val="392903518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dirty="0"/>
              <a:t>Prerequisites</a:t>
            </a:r>
          </a:p>
        </p:txBody>
      </p:sp>
      <p:sp>
        <p:nvSpPr>
          <p:cNvPr id="3" name="Inhaltsplatzhalter 2"/>
          <p:cNvSpPr>
            <a:spLocks noGrp="1"/>
          </p:cNvSpPr>
          <p:nvPr>
            <p:ph idx="1"/>
          </p:nvPr>
        </p:nvSpPr>
        <p:spPr>
          <a:xfrm>
            <a:off x="323999" y="1692389"/>
            <a:ext cx="11545199" cy="4393016"/>
          </a:xfrm>
        </p:spPr>
        <p:txBody>
          <a:bodyPr lIns="0" tIns="0" rIns="0" bIns="0"/>
          <a:lstStyle/>
          <a:p>
            <a:pPr marL="342720" lvl="0" indent="-342720">
              <a:lnSpc>
                <a:spcPct val="100000"/>
              </a:lnSpc>
              <a:buFont typeface="Arial" panose="020B0604020202020204" pitchFamily="34" charset="0"/>
              <a:buChar char="•"/>
            </a:pPr>
            <a:r>
              <a:rPr lang="de-DE" dirty="0"/>
              <a:t>Experience </a:t>
            </a:r>
            <a:r>
              <a:rPr lang="de-DE" dirty="0" err="1"/>
              <a:t>with</a:t>
            </a:r>
            <a:r>
              <a:rPr lang="de-DE" dirty="0"/>
              <a:t> ABAP </a:t>
            </a:r>
            <a:r>
              <a:rPr lang="de-DE" dirty="0" err="1"/>
              <a:t>Workbench</a:t>
            </a:r>
            <a:r>
              <a:rPr lang="de-DE" dirty="0"/>
              <a:t> </a:t>
            </a:r>
            <a:r>
              <a:rPr lang="de-DE" dirty="0" err="1"/>
              <a:t>and</a:t>
            </a:r>
            <a:r>
              <a:rPr lang="de-DE" dirty="0"/>
              <a:t> </a:t>
            </a:r>
            <a:r>
              <a:rPr lang="de-DE" dirty="0" err="1"/>
              <a:t>Eclipse</a:t>
            </a:r>
          </a:p>
          <a:p>
            <a:pPr marL="342720" lvl="0" indent="-342720">
              <a:lnSpc>
                <a:spcPct val="100000"/>
              </a:lnSpc>
              <a:buFont typeface="Arial" panose="020B0604020202020204" pitchFamily="34" charset="0"/>
              <a:buChar char="•"/>
            </a:pPr>
            <a:r>
              <a:rPr lang="de-DE" dirty="0"/>
              <a:t>Basic ABAP </a:t>
            </a:r>
            <a:r>
              <a:rPr lang="de-DE" dirty="0" err="1"/>
              <a:t>programming</a:t>
            </a:r>
            <a:r>
              <a:rPr lang="de-DE" dirty="0"/>
              <a:t> </a:t>
            </a:r>
            <a:r>
              <a:rPr lang="de-DE" dirty="0" err="1" smtClean="0"/>
              <a:t>skills</a:t>
            </a:r>
            <a:endParaRPr lang="de-DE" smtClean="0"/>
          </a:p>
          <a:p>
            <a:pPr marL="342720" lvl="0" indent="-342720">
              <a:lnSpc>
                <a:spcPct val="100000"/>
              </a:lnSpc>
              <a:buFont typeface="Arial" panose="020B0604020202020204" pitchFamily="34" charset="0"/>
              <a:buChar char="•"/>
            </a:pPr>
            <a:r>
              <a:rPr lang="de-DE" smtClean="0"/>
              <a:t>Experience </a:t>
            </a:r>
            <a:r>
              <a:rPr lang="de-DE" dirty="0" err="1"/>
              <a:t>with</a:t>
            </a:r>
            <a:r>
              <a:rPr lang="de-DE" dirty="0"/>
              <a:t> </a:t>
            </a:r>
            <a:r>
              <a:rPr lang="de-DE" dirty="0" err="1"/>
              <a:t>database</a:t>
            </a:r>
            <a:r>
              <a:rPr lang="de-DE" dirty="0"/>
              <a:t> </a:t>
            </a:r>
            <a:r>
              <a:rPr lang="de-DE" dirty="0" err="1"/>
              <a:t>access</a:t>
            </a:r>
            <a:r>
              <a:rPr lang="de-DE" dirty="0"/>
              <a:t> </a:t>
            </a:r>
            <a:r>
              <a:rPr lang="de-DE" dirty="0" err="1"/>
              <a:t>within</a:t>
            </a:r>
            <a:r>
              <a:rPr lang="de-DE" dirty="0"/>
              <a:t> ABAP </a:t>
            </a:r>
            <a:r>
              <a:rPr lang="de-DE" dirty="0" err="1"/>
              <a:t>programs</a:t>
            </a:r>
            <a:endParaRPr lang="de-DE" dirty="0"/>
          </a:p>
        </p:txBody>
      </p:sp>
    </p:spTree>
    <p:extLst>
      <p:ext uri="{BB962C8B-B14F-4D97-AF65-F5344CB8AC3E}">
        <p14:creationId xmlns:p14="http://schemas.microsoft.com/office/powerpoint/2010/main" val="139393804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tertitel 1"/>
          <p:cNvSpPr>
            <a:spLocks noGrp="1"/>
          </p:cNvSpPr>
          <p:nvPr>
            <p:ph type="subTitle" idx="1"/>
          </p:nvPr>
        </p:nvSpPr>
        <p:spPr>
          <a:xfrm>
            <a:off x="467999" y="1540519"/>
            <a:ext cx="10619996" cy="553998"/>
          </a:xfrm>
        </p:spPr>
        <p:txBody>
          <a:bodyPr lIns="0" tIns="0" rIns="0" bIns="0" anchor="t"/>
          <a:lstStyle/>
          <a:p>
            <a:pPr marL="809280" lvl="0" indent="-718920">
              <a:lnSpc>
                <a:spcPct val="150000"/>
              </a:lnSpc>
              <a:buSzPct val="100000"/>
              <a:buFont typeface="Arial"/>
              <a:buAutoNum type="romanUcPeriod"/>
            </a:pPr>
            <a:r>
              <a:rPr lang="en-US" sz="2800" b="1" dirty="0">
                <a:latin typeface="Arial"/>
              </a:rPr>
              <a:t>Introduction</a:t>
            </a:r>
          </a:p>
          <a:p>
            <a:pPr marL="809280" lvl="0" indent="-718920">
              <a:lnSpc>
                <a:spcPct val="150000"/>
              </a:lnSpc>
              <a:buSzPct val="100000"/>
              <a:buFont typeface="Arial"/>
              <a:buAutoNum type="romanUcPeriod"/>
            </a:pPr>
            <a:r>
              <a:rPr lang="en-US" sz="2800" b="1" dirty="0">
                <a:latin typeface="Arial"/>
              </a:rPr>
              <a:t>Data consistency</a:t>
            </a:r>
          </a:p>
          <a:p>
            <a:pPr marL="809280" lvl="0" indent="-718920">
              <a:lnSpc>
                <a:spcPct val="150000"/>
              </a:lnSpc>
              <a:buSzPct val="100000"/>
              <a:buFont typeface="Arial"/>
              <a:buAutoNum type="romanUcPeriod"/>
            </a:pPr>
            <a:r>
              <a:rPr lang="en-US" sz="2800" b="1" dirty="0">
                <a:latin typeface="Arial"/>
              </a:rPr>
              <a:t>Lock object types</a:t>
            </a:r>
          </a:p>
          <a:p>
            <a:pPr marL="809280" lvl="0" indent="-718920">
              <a:lnSpc>
                <a:spcPct val="150000"/>
              </a:lnSpc>
              <a:buSzPct val="100000"/>
              <a:buFont typeface="Arial"/>
              <a:buAutoNum type="romanUcPeriod"/>
            </a:pPr>
            <a:r>
              <a:rPr lang="en-US" sz="2800" b="1" dirty="0">
                <a:latin typeface="Arial"/>
              </a:rPr>
              <a:t>Lock usage</a:t>
            </a:r>
          </a:p>
          <a:p>
            <a:pPr marL="809280" lvl="0" indent="-718920">
              <a:lnSpc>
                <a:spcPct val="150000"/>
              </a:lnSpc>
              <a:buSzPct val="100000"/>
              <a:buFont typeface="Arial"/>
              <a:buAutoNum type="romanUcPeriod"/>
            </a:pPr>
            <a:r>
              <a:rPr lang="en-US" sz="2800" b="1" dirty="0">
                <a:latin typeface="Arial"/>
              </a:rPr>
              <a:t>Creation process</a:t>
            </a:r>
          </a:p>
          <a:p>
            <a:pPr marL="809280" lvl="0" indent="-718920">
              <a:lnSpc>
                <a:spcPct val="150000"/>
              </a:lnSpc>
              <a:buSzPct val="100000"/>
              <a:buFont typeface="Arial"/>
              <a:buAutoNum type="romanUcPeriod"/>
            </a:pPr>
            <a:r>
              <a:rPr lang="en-US" sz="2800" b="1" dirty="0">
                <a:latin typeface="Arial"/>
              </a:rPr>
              <a:t>Enqueue/dequeue functions</a:t>
            </a:r>
          </a:p>
          <a:p>
            <a:pPr marL="809280" lvl="0" indent="-718920">
              <a:lnSpc>
                <a:spcPct val="150000"/>
              </a:lnSpc>
              <a:buSzPct val="100000"/>
              <a:buFont typeface="Arial"/>
              <a:buAutoNum type="romanUcPeriod"/>
            </a:pPr>
            <a:r>
              <a:rPr lang="en-US" sz="2800" b="1" dirty="0">
                <a:latin typeface="Arial"/>
              </a:rPr>
              <a:t>Monitoring</a:t>
            </a:r>
          </a:p>
          <a:p>
            <a:pPr marL="399960" lvl="0" indent="-399960">
              <a:lnSpc>
                <a:spcPct val="150000"/>
              </a:lnSpc>
              <a:buSzPct val="100000"/>
              <a:buFont typeface="Arial"/>
              <a:buAutoNum type="romanUcPeriod"/>
            </a:pPr>
            <a:endParaRPr lang="en-US" sz="2800" b="1" dirty="0">
              <a:latin typeface="Arial"/>
            </a:endParaRPr>
          </a:p>
        </p:txBody>
      </p:sp>
      <p:sp>
        <p:nvSpPr>
          <p:cNvPr id="3" name="Titel 2"/>
          <p:cNvSpPr>
            <a:spLocks noGrp="1"/>
          </p:cNvSpPr>
          <p:nvPr>
            <p:ph type="ctrTitle"/>
          </p:nvPr>
        </p:nvSpPr>
        <p:spPr>
          <a:xfrm>
            <a:off x="609758" y="273697"/>
            <a:ext cx="10975656" cy="1145551"/>
          </a:xfrm>
        </p:spPr>
        <p:txBody>
          <a:bodyPr lIns="0" tIns="0" rIns="0" bIns="0"/>
          <a:lstStyle/>
          <a:p>
            <a:pPr lvl="0">
              <a:lnSpc>
                <a:spcPct val="100000"/>
              </a:lnSpc>
            </a:pPr>
            <a:r>
              <a:rPr lang="de-DE" dirty="0"/>
              <a:t>Agenda</a:t>
            </a:r>
          </a:p>
        </p:txBody>
      </p:sp>
    </p:spTree>
    <p:extLst>
      <p:ext uri="{BB962C8B-B14F-4D97-AF65-F5344CB8AC3E}">
        <p14:creationId xmlns:p14="http://schemas.microsoft.com/office/powerpoint/2010/main" val="237422369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fik 4"/>
          <p:cNvPicPr>
            <a:picLocks noChangeAspect="1"/>
          </p:cNvPicPr>
          <p:nvPr/>
        </p:nvPicPr>
        <p:blipFill>
          <a:blip r:embed="rId3"/>
          <a:stretch>
            <a:fillRect/>
          </a:stretch>
        </p:blipFill>
        <p:spPr>
          <a:xfrm>
            <a:off x="8649151" y="1876926"/>
            <a:ext cx="3085137" cy="2313853"/>
          </a:xfrm>
          <a:prstGeom prst="rect">
            <a:avLst/>
          </a:prstGeom>
        </p:spPr>
      </p:pic>
      <p:sp>
        <p:nvSpPr>
          <p:cNvPr id="2" name="Titel 1"/>
          <p:cNvSpPr>
            <a:spLocks noGrp="1"/>
          </p:cNvSpPr>
          <p:nvPr>
            <p:ph type="title"/>
          </p:nvPr>
        </p:nvSpPr>
        <p:spPr>
          <a:xfrm>
            <a:off x="323999" y="324074"/>
            <a:ext cx="11545199" cy="756174"/>
          </a:xfrm>
        </p:spPr>
        <p:txBody>
          <a:bodyPr vert="horz" lIns="0" tIns="0" rIns="0" bIns="0" rtlCol="0" anchor="ctr" anchorCtr="0">
            <a:noAutofit/>
          </a:bodyPr>
          <a:lstStyle/>
          <a:p>
            <a:pPr lvl="0">
              <a:lnSpc>
                <a:spcPct val="100000"/>
              </a:lnSpc>
            </a:pPr>
            <a:r>
              <a:rPr lang="de-DE" sz="2000" dirty="0">
                <a:solidFill>
                  <a:srgbClr val="CCCCCC"/>
                </a:solidFill>
              </a:rPr>
              <a:t>I. </a:t>
            </a:r>
            <a:r>
              <a:rPr lang="en-US" sz="2000" dirty="0">
                <a:solidFill>
                  <a:srgbClr val="CCCCCC"/>
                </a:solidFill>
              </a:rPr>
              <a:t>Introduction</a:t>
            </a:r>
            <a:r>
              <a:rPr lang="de-DE" sz="2000">
                <a:solidFill>
                  <a:srgbClr val="CCCCCC"/>
                </a:solidFill>
              </a:rPr>
              <a:t/>
            </a:r>
            <a:br>
              <a:rPr lang="de-DE" sz="2000">
                <a:solidFill>
                  <a:srgbClr val="CCCCCC"/>
                </a:solidFill>
              </a:rPr>
            </a:br>
            <a:r>
              <a:rPr lang="de-DE" dirty="0"/>
              <a:t>Operational </a:t>
            </a:r>
            <a:r>
              <a:rPr lang="en-US" dirty="0"/>
              <a:t>concurrency</a:t>
            </a:r>
          </a:p>
        </p:txBody>
      </p:sp>
      <p:sp>
        <p:nvSpPr>
          <p:cNvPr id="3" name="Inhaltsplatzhalter 2"/>
          <p:cNvSpPr>
            <a:spLocks noGrp="1"/>
          </p:cNvSpPr>
          <p:nvPr>
            <p:ph idx="1"/>
          </p:nvPr>
        </p:nvSpPr>
        <p:spPr>
          <a:xfrm>
            <a:off x="323999" y="1692389"/>
            <a:ext cx="9337160" cy="4648448"/>
          </a:xfrm>
        </p:spPr>
        <p:txBody>
          <a:bodyPr lIns="0" tIns="0" rIns="0" bIns="0"/>
          <a:lstStyle/>
          <a:p>
            <a:pPr marL="342720" lvl="0" indent="-342720">
              <a:lnSpc>
                <a:spcPct val="100000"/>
              </a:lnSpc>
              <a:buFont typeface="Arial" panose="020B0604020202020204" pitchFamily="34" charset="0"/>
              <a:buChar char="•"/>
            </a:pPr>
            <a:r>
              <a:rPr lang="en-US" dirty="0"/>
              <a:t>Using SAP applications we access </a:t>
            </a:r>
            <a:r>
              <a:rPr lang="en-US" b="1" dirty="0"/>
              <a:t>shared data resources </a:t>
            </a:r>
            <a:r>
              <a:rPr lang="en-US" dirty="0"/>
              <a:t>from the database</a:t>
            </a:r>
            <a:endParaRPr lang="en-US" b="1" dirty="0"/>
          </a:p>
          <a:p>
            <a:pPr marL="342720" lvl="0" indent="-342720">
              <a:lnSpc>
                <a:spcPct val="100000"/>
              </a:lnSpc>
              <a:buFont typeface="Arial" panose="020B0604020202020204" pitchFamily="34" charset="0"/>
              <a:buChar char="•"/>
            </a:pPr>
            <a:r>
              <a:rPr lang="en-US" dirty="0"/>
              <a:t>Consistent data if we only perform</a:t>
            </a:r>
          </a:p>
          <a:p>
            <a:pPr marL="522720" lvl="2" indent="-342720">
              <a:lnSpc>
                <a:spcPct val="100000"/>
              </a:lnSpc>
              <a:buFont typeface="Arial" panose="020B0604020202020204" pitchFamily="34" charset="0"/>
              <a:buChar char="•"/>
            </a:pPr>
            <a:r>
              <a:rPr lang="en-US" dirty="0"/>
              <a:t>READ operations</a:t>
            </a:r>
          </a:p>
          <a:p>
            <a:pPr marL="522720" lvl="2" indent="-342720">
              <a:lnSpc>
                <a:spcPct val="100000"/>
              </a:lnSpc>
              <a:buFont typeface="Arial" panose="020B0604020202020204" pitchFamily="34" charset="0"/>
              <a:buChar char="•"/>
            </a:pPr>
            <a:r>
              <a:rPr lang="en-US" dirty="0"/>
              <a:t>READ and WRITE operations in sequence</a:t>
            </a:r>
          </a:p>
          <a:p>
            <a:pPr marL="342720" lvl="0" indent="-342720">
              <a:lnSpc>
                <a:spcPct val="100000"/>
              </a:lnSpc>
              <a:buFont typeface="Arial" panose="020B0604020202020204" pitchFamily="34" charset="0"/>
              <a:buChar char="•"/>
            </a:pPr>
            <a:r>
              <a:rPr lang="en-US" b="1" dirty="0"/>
              <a:t>Data inconsistency</a:t>
            </a:r>
            <a:r>
              <a:rPr lang="en-US" dirty="0"/>
              <a:t>: concurrent WRITE operations using same dataset</a:t>
            </a:r>
          </a:p>
          <a:p>
            <a:pPr marL="342720" lvl="0" indent="-342720">
              <a:lnSpc>
                <a:spcPct val="100000"/>
              </a:lnSpc>
              <a:buFont typeface="Arial" panose="020B0604020202020204" pitchFamily="34" charset="0"/>
              <a:buChar char="•"/>
            </a:pPr>
            <a:endParaRPr lang="en-US" dirty="0"/>
          </a:p>
          <a:p>
            <a:pPr marL="342720" lvl="0" indent="-342720">
              <a:lnSpc>
                <a:spcPct val="200000"/>
              </a:lnSpc>
              <a:buFont typeface="Arial" panose="020B0604020202020204" pitchFamily="34" charset="0"/>
              <a:buChar char="•"/>
            </a:pPr>
            <a:endParaRPr lang="en-US" dirty="0"/>
          </a:p>
          <a:p>
            <a:pPr marL="342720" lvl="0" indent="-342720">
              <a:lnSpc>
                <a:spcPct val="100000"/>
              </a:lnSpc>
              <a:buFont typeface="Arial" panose="020B0604020202020204" pitchFamily="34" charset="0"/>
              <a:buChar char="•"/>
            </a:pPr>
            <a:r>
              <a:rPr lang="en-US" dirty="0"/>
              <a:t>Solution: </a:t>
            </a:r>
            <a:r>
              <a:rPr lang="en-US" b="1" dirty="0"/>
              <a:t>lock concept </a:t>
            </a:r>
            <a:r>
              <a:rPr lang="en-US" dirty="0"/>
              <a:t>to facilitate operational concurrency and data consistency together</a:t>
            </a:r>
          </a:p>
        </p:txBody>
      </p:sp>
      <p:graphicFrame>
        <p:nvGraphicFramePr>
          <p:cNvPr id="8" name="Tabelle 7"/>
          <p:cNvGraphicFramePr>
            <a:graphicFrameLocks noGrp="1"/>
          </p:cNvGraphicFramePr>
          <p:nvPr>
            <p:extLst>
              <p:ext uri="{D42A27DB-BD31-4B8C-83A1-F6EECF244321}">
                <p14:modId xmlns:p14="http://schemas.microsoft.com/office/powerpoint/2010/main" val="854624508"/>
              </p:ext>
            </p:extLst>
          </p:nvPr>
        </p:nvGraphicFramePr>
        <p:xfrm>
          <a:off x="4488777" y="4240663"/>
          <a:ext cx="1884474" cy="1219200"/>
        </p:xfrm>
        <a:graphic>
          <a:graphicData uri="http://schemas.openxmlformats.org/drawingml/2006/table">
            <a:tbl>
              <a:tblPr firstRow="1">
                <a:tableStyleId>{3C2FFA5D-87B4-456A-9821-1D502468CF0F}</a:tableStyleId>
              </a:tblPr>
              <a:tblGrid>
                <a:gridCol w="362949">
                  <a:extLst>
                    <a:ext uri="{9D8B030D-6E8A-4147-A177-3AD203B41FA5}">
                      <a16:colId xmlns:a16="http://schemas.microsoft.com/office/drawing/2014/main" val="20000"/>
                    </a:ext>
                  </a:extLst>
                </a:gridCol>
                <a:gridCol w="674642">
                  <a:extLst>
                    <a:ext uri="{9D8B030D-6E8A-4147-A177-3AD203B41FA5}">
                      <a16:colId xmlns:a16="http://schemas.microsoft.com/office/drawing/2014/main" val="20001"/>
                    </a:ext>
                  </a:extLst>
                </a:gridCol>
                <a:gridCol w="846883">
                  <a:extLst>
                    <a:ext uri="{9D8B030D-6E8A-4147-A177-3AD203B41FA5}">
                      <a16:colId xmlns:a16="http://schemas.microsoft.com/office/drawing/2014/main" val="20002"/>
                    </a:ext>
                  </a:extLst>
                </a:gridCol>
              </a:tblGrid>
              <a:tr h="267868">
                <a:tc>
                  <a:txBody>
                    <a:bodyPr/>
                    <a:lstStyle/>
                    <a:p>
                      <a:pPr marL="0" lvl="0">
                        <a:lnSpc>
                          <a:spcPct val="100000"/>
                        </a:lnSpc>
                      </a:pPr>
                      <a:r>
                        <a:rPr lang="de-DE" sz="1400" dirty="0"/>
                        <a:t>ID</a:t>
                      </a:r>
                    </a:p>
                  </a:txBody>
                  <a:tcPr/>
                </a:tc>
                <a:tc>
                  <a:txBody>
                    <a:bodyPr/>
                    <a:lstStyle/>
                    <a:p>
                      <a:pPr marL="0" lvl="0">
                        <a:lnSpc>
                          <a:spcPct val="100000"/>
                        </a:lnSpc>
                      </a:pPr>
                      <a:r>
                        <a:rPr lang="de-DE" sz="1400" dirty="0" err="1"/>
                        <a:t>name</a:t>
                      </a:r>
                    </a:p>
                  </a:txBody>
                  <a:tcPr/>
                </a:tc>
                <a:tc>
                  <a:txBody>
                    <a:bodyPr/>
                    <a:lstStyle/>
                    <a:p>
                      <a:pPr marL="0" lvl="0">
                        <a:lnSpc>
                          <a:spcPct val="100000"/>
                        </a:lnSpc>
                      </a:pPr>
                      <a:r>
                        <a:rPr lang="de-DE" sz="1400" dirty="0" err="1"/>
                        <a:t>amount</a:t>
                      </a:r>
                    </a:p>
                  </a:txBody>
                  <a:tcPr/>
                </a:tc>
                <a:extLst>
                  <a:ext uri="{0D108BD9-81ED-4DB2-BD59-A6C34878D82A}">
                    <a16:rowId xmlns:a16="http://schemas.microsoft.com/office/drawing/2014/main" val="10000"/>
                  </a:ext>
                </a:extLst>
              </a:tr>
              <a:tr h="217900">
                <a:tc>
                  <a:txBody>
                    <a:bodyPr/>
                    <a:lstStyle/>
                    <a:p>
                      <a:pPr marL="0" lvl="0">
                        <a:lnSpc>
                          <a:spcPct val="100000"/>
                        </a:lnSpc>
                      </a:pPr>
                      <a:r>
                        <a:rPr lang="de-DE" sz="1400" b="1" dirty="0"/>
                        <a:t>1</a:t>
                      </a:r>
                    </a:p>
                  </a:txBody>
                  <a:tcPr/>
                </a:tc>
                <a:tc>
                  <a:txBody>
                    <a:bodyPr/>
                    <a:lstStyle/>
                    <a:p>
                      <a:pPr marL="0" lvl="0">
                        <a:lnSpc>
                          <a:spcPct val="100000"/>
                        </a:lnSpc>
                      </a:pPr>
                      <a:r>
                        <a:rPr lang="de-DE" sz="1400" b="1" dirty="0"/>
                        <a:t>Joe</a:t>
                      </a:r>
                    </a:p>
                  </a:txBody>
                  <a:tcPr/>
                </a:tc>
                <a:tc>
                  <a:txBody>
                    <a:bodyPr/>
                    <a:lstStyle/>
                    <a:p>
                      <a:pPr marL="0" lvl="0">
                        <a:lnSpc>
                          <a:spcPct val="100000"/>
                        </a:lnSpc>
                      </a:pPr>
                      <a:r>
                        <a:rPr lang="de-DE" sz="1400" b="1" dirty="0"/>
                        <a:t>100</a:t>
                      </a:r>
                    </a:p>
                  </a:txBody>
                  <a:tcPr/>
                </a:tc>
                <a:extLst>
                  <a:ext uri="{0D108BD9-81ED-4DB2-BD59-A6C34878D82A}">
                    <a16:rowId xmlns:a16="http://schemas.microsoft.com/office/drawing/2014/main" val="10001"/>
                  </a:ext>
                </a:extLst>
              </a:tr>
              <a:tr h="212904">
                <a:tc>
                  <a:txBody>
                    <a:bodyPr/>
                    <a:lstStyle/>
                    <a:p>
                      <a:pPr marL="0" lvl="0">
                        <a:lnSpc>
                          <a:spcPct val="100000"/>
                        </a:lnSpc>
                      </a:pPr>
                      <a:r>
                        <a:rPr lang="de-DE" sz="1400" dirty="0"/>
                        <a:t>2</a:t>
                      </a:r>
                    </a:p>
                  </a:txBody>
                  <a:tcPr/>
                </a:tc>
                <a:tc>
                  <a:txBody>
                    <a:bodyPr/>
                    <a:lstStyle/>
                    <a:p>
                      <a:pPr marL="0" lvl="0">
                        <a:lnSpc>
                          <a:spcPct val="100000"/>
                        </a:lnSpc>
                      </a:pPr>
                      <a:r>
                        <a:rPr lang="de-DE" sz="1400" dirty="0"/>
                        <a:t>Frank</a:t>
                      </a:r>
                    </a:p>
                  </a:txBody>
                  <a:tcPr/>
                </a:tc>
                <a:tc>
                  <a:txBody>
                    <a:bodyPr/>
                    <a:lstStyle/>
                    <a:p>
                      <a:pPr marL="0" lvl="0">
                        <a:lnSpc>
                          <a:spcPct val="100000"/>
                        </a:lnSpc>
                      </a:pPr>
                      <a:r>
                        <a:rPr lang="de-DE" sz="1400" dirty="0"/>
                        <a:t>110</a:t>
                      </a:r>
                    </a:p>
                  </a:txBody>
                  <a:tcPr/>
                </a:tc>
                <a:extLst>
                  <a:ext uri="{0D108BD9-81ED-4DB2-BD59-A6C34878D82A}">
                    <a16:rowId xmlns:a16="http://schemas.microsoft.com/office/drawing/2014/main" val="10002"/>
                  </a:ext>
                </a:extLst>
              </a:tr>
              <a:tr h="185422">
                <a:tc>
                  <a:txBody>
                    <a:bodyPr/>
                    <a:lstStyle/>
                    <a:p>
                      <a:pPr marL="0" lvl="0">
                        <a:lnSpc>
                          <a:spcPct val="100000"/>
                        </a:lnSpc>
                      </a:pPr>
                      <a:r>
                        <a:rPr lang="de-DE" sz="1400" dirty="0"/>
                        <a:t>3</a:t>
                      </a:r>
                    </a:p>
                  </a:txBody>
                  <a:tcPr/>
                </a:tc>
                <a:tc>
                  <a:txBody>
                    <a:bodyPr/>
                    <a:lstStyle/>
                    <a:p>
                      <a:pPr marL="0" lvl="0">
                        <a:lnSpc>
                          <a:spcPct val="100000"/>
                        </a:lnSpc>
                      </a:pPr>
                      <a:r>
                        <a:rPr lang="de-DE" sz="1400" dirty="0"/>
                        <a:t>Sue</a:t>
                      </a:r>
                    </a:p>
                  </a:txBody>
                  <a:tcPr/>
                </a:tc>
                <a:tc>
                  <a:txBody>
                    <a:bodyPr/>
                    <a:lstStyle/>
                    <a:p>
                      <a:pPr marL="0" lvl="0">
                        <a:lnSpc>
                          <a:spcPct val="100000"/>
                        </a:lnSpc>
                      </a:pPr>
                      <a:r>
                        <a:rPr lang="de-DE" sz="1400" dirty="0"/>
                        <a:t>100</a:t>
                      </a:r>
                    </a:p>
                  </a:txBody>
                  <a:tcPr/>
                </a:tc>
                <a:extLst>
                  <a:ext uri="{0D108BD9-81ED-4DB2-BD59-A6C34878D82A}">
                    <a16:rowId xmlns:a16="http://schemas.microsoft.com/office/drawing/2014/main" val="10003"/>
                  </a:ext>
                </a:extLst>
              </a:tr>
            </a:tbl>
          </a:graphicData>
        </a:graphic>
      </p:graphicFrame>
      <p:graphicFrame>
        <p:nvGraphicFramePr>
          <p:cNvPr id="9" name="Tabelle 8"/>
          <p:cNvGraphicFramePr>
            <a:graphicFrameLocks noGrp="1"/>
          </p:cNvGraphicFramePr>
          <p:nvPr>
            <p:extLst>
              <p:ext uri="{D42A27DB-BD31-4B8C-83A1-F6EECF244321}">
                <p14:modId xmlns:p14="http://schemas.microsoft.com/office/powerpoint/2010/main" val="533341785"/>
              </p:ext>
            </p:extLst>
          </p:nvPr>
        </p:nvGraphicFramePr>
        <p:xfrm>
          <a:off x="1897610" y="4849543"/>
          <a:ext cx="1632562" cy="307070"/>
        </p:xfrm>
        <a:graphic>
          <a:graphicData uri="http://schemas.openxmlformats.org/drawingml/2006/table">
            <a:tbl>
              <a:tblPr>
                <a:tableStyleId>{3C2FFA5D-87B4-456A-9821-1D502468CF0F}</a:tableStyleId>
              </a:tblPr>
              <a:tblGrid>
                <a:gridCol w="544133">
                  <a:extLst>
                    <a:ext uri="{9D8B030D-6E8A-4147-A177-3AD203B41FA5}">
                      <a16:colId xmlns:a16="http://schemas.microsoft.com/office/drawing/2014/main" val="20000"/>
                    </a:ext>
                  </a:extLst>
                </a:gridCol>
                <a:gridCol w="544133">
                  <a:extLst>
                    <a:ext uri="{9D8B030D-6E8A-4147-A177-3AD203B41FA5}">
                      <a16:colId xmlns:a16="http://schemas.microsoft.com/office/drawing/2014/main" val="20001"/>
                    </a:ext>
                  </a:extLst>
                </a:gridCol>
                <a:gridCol w="544296">
                  <a:extLst>
                    <a:ext uri="{9D8B030D-6E8A-4147-A177-3AD203B41FA5}">
                      <a16:colId xmlns:a16="http://schemas.microsoft.com/office/drawing/2014/main" val="20002"/>
                    </a:ext>
                  </a:extLst>
                </a:gridCol>
              </a:tblGrid>
              <a:tr h="307070">
                <a:tc>
                  <a:txBody>
                    <a:bodyPr/>
                    <a:lstStyle/>
                    <a:p>
                      <a:pPr marL="0" lvl="0">
                        <a:lnSpc>
                          <a:spcPct val="100000"/>
                        </a:lnSpc>
                      </a:pPr>
                      <a:r>
                        <a:rPr lang="de-DE" sz="1400" dirty="0"/>
                        <a:t>1</a:t>
                      </a:r>
                    </a:p>
                  </a:txBody>
                  <a:tcPr/>
                </a:tc>
                <a:tc>
                  <a:txBody>
                    <a:bodyPr/>
                    <a:lstStyle/>
                    <a:p>
                      <a:pPr marL="0" lvl="0">
                        <a:lnSpc>
                          <a:spcPct val="100000"/>
                        </a:lnSpc>
                      </a:pPr>
                      <a:r>
                        <a:rPr lang="de-DE" sz="1400" dirty="0"/>
                        <a:t>Joe</a:t>
                      </a:r>
                    </a:p>
                  </a:txBody>
                  <a:tcPr/>
                </a:tc>
                <a:tc>
                  <a:txBody>
                    <a:bodyPr/>
                    <a:lstStyle/>
                    <a:p>
                      <a:pPr marL="0" lvl="0">
                        <a:lnSpc>
                          <a:spcPct val="100000"/>
                        </a:lnSpc>
                      </a:pPr>
                      <a:r>
                        <a:rPr lang="de-DE" sz="1400" b="1" dirty="0"/>
                        <a:t>120</a:t>
                      </a:r>
                    </a:p>
                  </a:txBody>
                  <a:tcPr/>
                </a:tc>
                <a:extLst>
                  <a:ext uri="{0D108BD9-81ED-4DB2-BD59-A6C34878D82A}">
                    <a16:rowId xmlns:a16="http://schemas.microsoft.com/office/drawing/2014/main" val="10000"/>
                  </a:ext>
                </a:extLst>
              </a:tr>
            </a:tbl>
          </a:graphicData>
        </a:graphic>
      </p:graphicFrame>
      <p:graphicFrame>
        <p:nvGraphicFramePr>
          <p:cNvPr id="10" name="Tabelle 9"/>
          <p:cNvGraphicFramePr>
            <a:graphicFrameLocks noGrp="1"/>
          </p:cNvGraphicFramePr>
          <p:nvPr>
            <p:extLst>
              <p:ext uri="{D42A27DB-BD31-4B8C-83A1-F6EECF244321}">
                <p14:modId xmlns:p14="http://schemas.microsoft.com/office/powerpoint/2010/main" val="2769119424"/>
              </p:ext>
            </p:extLst>
          </p:nvPr>
        </p:nvGraphicFramePr>
        <p:xfrm>
          <a:off x="7301720" y="4884425"/>
          <a:ext cx="1632562" cy="307070"/>
        </p:xfrm>
        <a:graphic>
          <a:graphicData uri="http://schemas.openxmlformats.org/drawingml/2006/table">
            <a:tbl>
              <a:tblPr>
                <a:tableStyleId>{3C2FFA5D-87B4-456A-9821-1D502468CF0F}</a:tableStyleId>
              </a:tblPr>
              <a:tblGrid>
                <a:gridCol w="544133">
                  <a:extLst>
                    <a:ext uri="{9D8B030D-6E8A-4147-A177-3AD203B41FA5}">
                      <a16:colId xmlns:a16="http://schemas.microsoft.com/office/drawing/2014/main" val="20000"/>
                    </a:ext>
                  </a:extLst>
                </a:gridCol>
                <a:gridCol w="544133">
                  <a:extLst>
                    <a:ext uri="{9D8B030D-6E8A-4147-A177-3AD203B41FA5}">
                      <a16:colId xmlns:a16="http://schemas.microsoft.com/office/drawing/2014/main" val="20001"/>
                    </a:ext>
                  </a:extLst>
                </a:gridCol>
                <a:gridCol w="544296">
                  <a:extLst>
                    <a:ext uri="{9D8B030D-6E8A-4147-A177-3AD203B41FA5}">
                      <a16:colId xmlns:a16="http://schemas.microsoft.com/office/drawing/2014/main" val="20002"/>
                    </a:ext>
                  </a:extLst>
                </a:gridCol>
              </a:tblGrid>
              <a:tr h="307070">
                <a:tc>
                  <a:txBody>
                    <a:bodyPr/>
                    <a:lstStyle/>
                    <a:p>
                      <a:pPr marL="0" lvl="0">
                        <a:lnSpc>
                          <a:spcPct val="100000"/>
                        </a:lnSpc>
                      </a:pPr>
                      <a:r>
                        <a:rPr lang="de-DE" sz="1400" dirty="0"/>
                        <a:t>1</a:t>
                      </a:r>
                    </a:p>
                  </a:txBody>
                  <a:tcPr/>
                </a:tc>
                <a:tc>
                  <a:txBody>
                    <a:bodyPr/>
                    <a:lstStyle/>
                    <a:p>
                      <a:pPr marL="0" lvl="0">
                        <a:lnSpc>
                          <a:spcPct val="100000"/>
                        </a:lnSpc>
                      </a:pPr>
                      <a:r>
                        <a:rPr lang="de-DE" sz="1400" dirty="0"/>
                        <a:t>Joe</a:t>
                      </a:r>
                    </a:p>
                  </a:txBody>
                  <a:tcPr/>
                </a:tc>
                <a:tc>
                  <a:txBody>
                    <a:bodyPr/>
                    <a:lstStyle/>
                    <a:p>
                      <a:pPr marL="0" lvl="0">
                        <a:lnSpc>
                          <a:spcPct val="100000"/>
                        </a:lnSpc>
                      </a:pPr>
                      <a:r>
                        <a:rPr lang="de-DE" sz="1400" b="1" dirty="0"/>
                        <a:t>85</a:t>
                      </a:r>
                    </a:p>
                  </a:txBody>
                  <a:tcPr/>
                </a:tc>
                <a:extLst>
                  <a:ext uri="{0D108BD9-81ED-4DB2-BD59-A6C34878D82A}">
                    <a16:rowId xmlns:a16="http://schemas.microsoft.com/office/drawing/2014/main" val="10000"/>
                  </a:ext>
                </a:extLst>
              </a:tr>
            </a:tbl>
          </a:graphicData>
        </a:graphic>
      </p:graphicFrame>
      <p:sp>
        <p:nvSpPr>
          <p:cNvPr id="11" name="Nach unten gekrümmter Pfeil 10"/>
          <p:cNvSpPr/>
          <p:nvPr/>
        </p:nvSpPr>
        <p:spPr bwMode="gray">
          <a:xfrm>
            <a:off x="2819640" y="4190782"/>
            <a:ext cx="1521677" cy="568593"/>
          </a:xfrm>
          <a:prstGeom prst="curvedDownArrow">
            <a:avLst>
              <a:gd name="adj1" fmla="val 25000"/>
              <a:gd name="adj2" fmla="val 50000"/>
              <a:gd name="adj3" fmla="val 25000"/>
            </a:avLst>
          </a:prstGeom>
          <a:solidFill>
            <a:schemeClr val="accent1"/>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13" name="Nach oben gekrümmter Pfeil 12"/>
          <p:cNvSpPr/>
          <p:nvPr/>
        </p:nvSpPr>
        <p:spPr bwMode="gray">
          <a:xfrm rot="10800000">
            <a:off x="6520715" y="4190781"/>
            <a:ext cx="1439055" cy="568593"/>
          </a:xfrm>
          <a:prstGeom prst="curvedUpArrow">
            <a:avLst>
              <a:gd name="adj1" fmla="val 25000"/>
              <a:gd name="adj2" fmla="val 50000"/>
              <a:gd name="adj3" fmla="val 25000"/>
            </a:avLst>
          </a:prstGeom>
          <a:solidFill>
            <a:schemeClr val="accent1"/>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pic>
        <p:nvPicPr>
          <p:cNvPr id="19" name="Grafik 18" descr="Lightning Yellow With Black Outline Clip ..."/>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4140000">
            <a:off x="5678079" y="4491808"/>
            <a:ext cx="1208023" cy="887897"/>
          </a:xfrm>
          <a:prstGeom prst="rect">
            <a:avLst/>
          </a:prstGeom>
        </p:spPr>
      </p:pic>
    </p:spTree>
    <p:extLst>
      <p:ext uri="{BB962C8B-B14F-4D97-AF65-F5344CB8AC3E}">
        <p14:creationId xmlns:p14="http://schemas.microsoft.com/office/powerpoint/2010/main" val="193168511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 Introduction</a:t>
            </a:r>
            <a:r>
              <a:rPr lang="en-US" sz="2000">
                <a:solidFill>
                  <a:srgbClr val="CCCCCC"/>
                </a:solidFill>
              </a:rPr>
              <a:t/>
            </a:r>
            <a:br>
              <a:rPr lang="en-US" sz="2000">
                <a:solidFill>
                  <a:srgbClr val="CCCCCC"/>
                </a:solidFill>
              </a:rPr>
            </a:br>
            <a:r>
              <a:rPr lang="en-US" dirty="0"/>
              <a:t>General information</a:t>
            </a:r>
          </a:p>
        </p:txBody>
      </p:sp>
      <p:sp>
        <p:nvSpPr>
          <p:cNvPr id="3" name="Inhaltsplatzhalter 2"/>
          <p:cNvSpPr>
            <a:spLocks noGrp="1"/>
          </p:cNvSpPr>
          <p:nvPr>
            <p:ph idx="1"/>
          </p:nvPr>
        </p:nvSpPr>
        <p:spPr>
          <a:xfrm>
            <a:off x="323999" y="1692389"/>
            <a:ext cx="11545199" cy="4280706"/>
          </a:xfrm>
        </p:spPr>
        <p:txBody>
          <a:bodyPr lIns="0" tIns="0" rIns="0" bIns="0"/>
          <a:lstStyle/>
          <a:p>
            <a:pPr marL="342720" lvl="0" indent="-342720">
              <a:lnSpc>
                <a:spcPct val="200000"/>
              </a:lnSpc>
              <a:buFont typeface="Arial" panose="020B0604020202020204" pitchFamily="34" charset="0"/>
              <a:buChar char="•"/>
            </a:pPr>
            <a:r>
              <a:rPr lang="en-US" dirty="0"/>
              <a:t>What happens when several users want to work on the same data set? </a:t>
            </a:r>
            <a:r>
              <a:rPr lang="en-US" dirty="0">
                <a:sym typeface="Wingdings" panose="05000000000000000000" pitchFamily="2" charset="2"/>
              </a:rPr>
              <a:t></a:t>
            </a:r>
            <a:r>
              <a:rPr lang="en-US" dirty="0"/>
              <a:t> data inconsistency</a:t>
            </a:r>
          </a:p>
          <a:p>
            <a:pPr marL="342720" lvl="0" indent="-342720">
              <a:lnSpc>
                <a:spcPct val="200000"/>
              </a:lnSpc>
              <a:buFont typeface="Arial" panose="020B0604020202020204" pitchFamily="34" charset="0"/>
              <a:buChar char="•"/>
            </a:pPr>
            <a:r>
              <a:rPr lang="en-US" dirty="0"/>
              <a:t>Lock objects </a:t>
            </a:r>
            <a:r>
              <a:rPr lang="en-US" dirty="0" smtClean="0"/>
              <a:t>(SAP dictionary structure) prevent </a:t>
            </a:r>
            <a:r>
              <a:rPr lang="en-US" dirty="0"/>
              <a:t>simultaneous changes on data set</a:t>
            </a:r>
          </a:p>
          <a:p>
            <a:pPr marL="342720" lvl="0" indent="-342720">
              <a:lnSpc>
                <a:spcPct val="200000"/>
              </a:lnSpc>
              <a:buFont typeface="Arial" panose="020B0604020202020204" pitchFamily="34" charset="0"/>
              <a:buChar char="•"/>
            </a:pPr>
            <a:r>
              <a:rPr lang="en-US" dirty="0"/>
              <a:t>Beside the lock concept of the database, SAP implements its own lock concept</a:t>
            </a:r>
          </a:p>
          <a:p>
            <a:pPr marL="342720" lvl="0" indent="-342720">
              <a:lnSpc>
                <a:spcPct val="200000"/>
              </a:lnSpc>
              <a:buFont typeface="Arial" panose="020B0604020202020204" pitchFamily="34" charset="0"/>
              <a:buChar char="•"/>
            </a:pPr>
            <a:r>
              <a:rPr lang="en-US" dirty="0"/>
              <a:t>SAP does not use the database’s lock concept</a:t>
            </a:r>
          </a:p>
        </p:txBody>
      </p:sp>
    </p:spTree>
    <p:extLst>
      <p:ext uri="{BB962C8B-B14F-4D97-AF65-F5344CB8AC3E}">
        <p14:creationId xmlns:p14="http://schemas.microsoft.com/office/powerpoint/2010/main" val="328542027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vert="horz" lIns="0" tIns="0" rIns="0" bIns="0" rtlCol="0" anchor="ctr" anchorCtr="0">
            <a:noAutofit/>
          </a:bodyPr>
          <a:lstStyle/>
          <a:p>
            <a:pPr lvl="0">
              <a:lnSpc>
                <a:spcPct val="100000"/>
              </a:lnSpc>
            </a:pPr>
            <a:r>
              <a:rPr lang="de-DE" sz="2000" dirty="0">
                <a:solidFill>
                  <a:srgbClr val="CCCCCC"/>
                </a:solidFill>
              </a:rPr>
              <a:t>II. </a:t>
            </a:r>
            <a:r>
              <a:rPr lang="en-US" sz="2000" dirty="0">
                <a:solidFill>
                  <a:srgbClr val="CCCCCC"/>
                </a:solidFill>
              </a:rPr>
              <a:t>Data consistency</a:t>
            </a:r>
            <a:r>
              <a:rPr lang="de-DE" sz="2000">
                <a:solidFill>
                  <a:srgbClr val="CCCCCC"/>
                </a:solidFill>
              </a:rPr>
              <a:t/>
            </a:r>
            <a:br>
              <a:rPr lang="de-DE" sz="2000">
                <a:solidFill>
                  <a:srgbClr val="CCCCCC"/>
                </a:solidFill>
              </a:rPr>
            </a:br>
            <a:r>
              <a:rPr lang="en-US" dirty="0"/>
              <a:t>Trigger</a:t>
            </a:r>
            <a:r>
              <a:rPr lang="de-DE" dirty="0"/>
              <a:t> </a:t>
            </a:r>
            <a:r>
              <a:rPr lang="en-US" dirty="0"/>
              <a:t>for</a:t>
            </a:r>
            <a:r>
              <a:rPr lang="de-DE" dirty="0"/>
              <a:t> </a:t>
            </a:r>
            <a:r>
              <a:rPr lang="en-US" dirty="0"/>
              <a:t>database</a:t>
            </a:r>
            <a:r>
              <a:rPr lang="de-DE" dirty="0"/>
              <a:t> </a:t>
            </a:r>
            <a:r>
              <a:rPr lang="en-US" dirty="0"/>
              <a:t>commits</a:t>
            </a:r>
            <a:r>
              <a:rPr lang="de-DE" dirty="0"/>
              <a:t> </a:t>
            </a:r>
            <a:r>
              <a:rPr lang="en-US" dirty="0"/>
              <a:t>and</a:t>
            </a:r>
            <a:r>
              <a:rPr lang="de-DE" dirty="0"/>
              <a:t> </a:t>
            </a:r>
            <a:r>
              <a:rPr lang="en-US" dirty="0"/>
              <a:t>rollbacks</a:t>
            </a:r>
          </a:p>
        </p:txBody>
      </p:sp>
      <p:sp>
        <p:nvSpPr>
          <p:cNvPr id="4" name="Textplatzhalter 3"/>
          <p:cNvSpPr>
            <a:spLocks noGrp="1"/>
          </p:cNvSpPr>
          <p:nvPr>
            <p:ph type="body" sz="quarter" idx="10"/>
          </p:nvPr>
        </p:nvSpPr>
        <p:spPr>
          <a:xfrm>
            <a:off x="323999" y="1692390"/>
            <a:ext cx="5662799" cy="3186906"/>
          </a:xfrm>
        </p:spPr>
        <p:txBody>
          <a:bodyPr lIns="0" tIns="0" rIns="0" bIns="0"/>
          <a:lstStyle/>
          <a:p>
            <a:pPr marL="0" lvl="0" indent="0">
              <a:lnSpc>
                <a:spcPct val="100000"/>
              </a:lnSpc>
            </a:pPr>
            <a:r>
              <a:rPr lang="en-US" dirty="0"/>
              <a:t>Implicit database commits</a:t>
            </a:r>
          </a:p>
          <a:p>
            <a:pPr marL="342720" lvl="0" indent="-342720">
              <a:lnSpc>
                <a:spcPct val="100000"/>
              </a:lnSpc>
              <a:buFont typeface="Arial" panose="020B0604020202020204" pitchFamily="34" charset="0"/>
              <a:buChar char="•"/>
            </a:pPr>
            <a:r>
              <a:rPr lang="en-US" b="0" dirty="0"/>
              <a:t>Completion of a dialog step</a:t>
            </a:r>
          </a:p>
          <a:p>
            <a:pPr marL="342720" lvl="0" indent="-342720">
              <a:lnSpc>
                <a:spcPct val="100000"/>
              </a:lnSpc>
              <a:buFont typeface="Arial" panose="020B0604020202020204" pitchFamily="34" charset="0"/>
              <a:buChar char="•"/>
            </a:pPr>
            <a:r>
              <a:rPr lang="en-US" b="0" dirty="0"/>
              <a:t>Transmission of error, warning and information messages</a:t>
            </a:r>
          </a:p>
          <a:p>
            <a:pPr marL="342720" lvl="0" indent="-342720">
              <a:lnSpc>
                <a:spcPct val="100000"/>
              </a:lnSpc>
              <a:buFont typeface="Arial" panose="020B0604020202020204" pitchFamily="34" charset="0"/>
              <a:buChar char="•"/>
            </a:pPr>
            <a:r>
              <a:rPr lang="en-US" b="0" dirty="0"/>
              <a:t>Call of an remote function </a:t>
            </a:r>
            <a:r>
              <a:rPr lang="en-US" b="0" dirty="0" smtClean="0"/>
              <a:t>module</a:t>
            </a:r>
          </a:p>
          <a:p>
            <a:pPr marL="342720" lvl="0" indent="-342720">
              <a:lnSpc>
                <a:spcPct val="100000"/>
              </a:lnSpc>
              <a:buFont typeface="Arial" panose="020B0604020202020204" pitchFamily="34" charset="0"/>
              <a:buChar char="•"/>
            </a:pPr>
            <a:r>
              <a:rPr lang="en-US" b="0" dirty="0" smtClean="0"/>
              <a:t>Program interruption with instruction WAIT</a:t>
            </a:r>
            <a:endParaRPr lang="en-US" b="0" dirty="0"/>
          </a:p>
        </p:txBody>
      </p:sp>
      <p:sp>
        <p:nvSpPr>
          <p:cNvPr id="5" name="Textplatzhalter 4"/>
          <p:cNvSpPr>
            <a:spLocks noGrp="1"/>
          </p:cNvSpPr>
          <p:nvPr>
            <p:ph type="body" sz="quarter" idx="11"/>
          </p:nvPr>
        </p:nvSpPr>
        <p:spPr>
          <a:xfrm>
            <a:off x="6208015" y="1692390"/>
            <a:ext cx="5662799" cy="3186906"/>
          </a:xfrm>
        </p:spPr>
        <p:txBody>
          <a:bodyPr lIns="0" tIns="0" rIns="0" bIns="0"/>
          <a:lstStyle/>
          <a:p>
            <a:pPr marL="0" lvl="0" indent="0">
              <a:lnSpc>
                <a:spcPct val="100000"/>
              </a:lnSpc>
            </a:pPr>
            <a:r>
              <a:rPr lang="en-US" dirty="0"/>
              <a:t>Implicit database rollbacks</a:t>
            </a:r>
          </a:p>
          <a:p>
            <a:pPr marL="342720" lvl="0" indent="-342720">
              <a:lnSpc>
                <a:spcPct val="100000"/>
              </a:lnSpc>
              <a:buFont typeface="Arial" panose="020B0604020202020204" pitchFamily="34" charset="0"/>
              <a:buChar char="•"/>
            </a:pPr>
            <a:r>
              <a:rPr lang="en-US" b="0" dirty="0"/>
              <a:t>Occurrence of a runtime error</a:t>
            </a:r>
          </a:p>
          <a:p>
            <a:pPr marL="342720" lvl="0" indent="-342720">
              <a:lnSpc>
                <a:spcPct val="100000"/>
              </a:lnSpc>
              <a:buFont typeface="Arial" panose="020B0604020202020204" pitchFamily="34" charset="0"/>
              <a:buChar char="•"/>
            </a:pPr>
            <a:r>
              <a:rPr lang="en-US" b="0" dirty="0"/>
              <a:t>Transmission of a termination or exit message</a:t>
            </a:r>
          </a:p>
        </p:txBody>
      </p:sp>
      <p:pic>
        <p:nvPicPr>
          <p:cNvPr id="6" name="Grafik 5" descr="primary adept commit by dannya - Part of the Primary KDE icon theme."/>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38740" y="1787367"/>
            <a:ext cx="952785" cy="952785"/>
          </a:xfrm>
          <a:prstGeom prst="rect">
            <a:avLst/>
          </a:prstGeom>
        </p:spPr>
      </p:pic>
      <p:pic>
        <p:nvPicPr>
          <p:cNvPr id="35844" name="Picture 4" descr="http://vignette2.wikia.nocookie.net/clubpenguin/images/0/0b/Rollback.png/revision/latest?cb=2012041504380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41391" y="1692390"/>
            <a:ext cx="1142739" cy="11427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761425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hteck 30"/>
          <p:cNvSpPr/>
          <p:nvPr/>
        </p:nvSpPr>
        <p:spPr bwMode="gray">
          <a:xfrm>
            <a:off x="7257009" y="2882309"/>
            <a:ext cx="2036620" cy="2134495"/>
          </a:xfrm>
          <a:prstGeom prst="rect">
            <a:avLst/>
          </a:prstGeom>
          <a:solidFill>
            <a:schemeClr val="accent1"/>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kumimoji="0" lang="de-DE" sz="2000" b="0" i="0" kern="0" cap="none" spc="0" normalizeH="0" baseline="0" noProof="0" dirty="0">
                <a:ln>
                  <a:noFill/>
                </a:ln>
                <a:effectLst/>
                <a:ea typeface="Arial Unicode MS" pitchFamily="34" charset="-128"/>
                <a:cs typeface="Arial Unicode MS" pitchFamily="34" charset="-128"/>
              </a:rPr>
              <a:t>Work </a:t>
            </a:r>
            <a:r>
              <a:rPr kumimoji="0" lang="de-DE" sz="2000" b="0" i="0" kern="0" cap="none" spc="0" normalizeH="0" baseline="0" noProof="0" dirty="0" err="1">
                <a:ln>
                  <a:noFill/>
                </a:ln>
                <a:effectLst/>
                <a:ea typeface="Arial Unicode MS" pitchFamily="34" charset="-128"/>
                <a:cs typeface="Arial Unicode MS" pitchFamily="34" charset="-128"/>
              </a:rPr>
              <a:t>process</a:t>
            </a:r>
            <a:endParaRPr kumimoji="0" lang="de-DE" sz="2000" b="0" i="0" u="none" strike="noStrike" kern="0" cap="none" spc="0" normalizeH="0" baseline="0" noProof="0" dirty="0" err="1">
              <a:ln>
                <a:noFill/>
              </a:ln>
              <a:effectLst/>
              <a:ea typeface="Arial Unicode MS" pitchFamily="34" charset="-128"/>
              <a:cs typeface="Arial Unicode MS" pitchFamily="34" charset="-128"/>
            </a:endParaRPr>
          </a:p>
          <a:p>
            <a:pPr marL="0" marR="0" lvl="0" algn="ctr" defTabSz="914400" eaLnBrk="1" fontAlgn="base" latinLnBrk="0" hangingPunct="1">
              <a:lnSpc>
                <a:spcPct val="100000"/>
              </a:lnSpc>
              <a:spcBef>
                <a:spcPct val="50000"/>
              </a:spcBef>
              <a:spcAft>
                <a:spcPct val="0"/>
              </a:spcAft>
              <a:buClr>
                <a:srgbClr val="F0AB00"/>
              </a:buClr>
              <a:buSzPct val="80000"/>
              <a:buNone/>
              <a:tabLst/>
            </a:pPr>
            <a:endParaRPr lang="de-DE" sz="2000" kern="0" dirty="0">
              <a:ea typeface="Arial Unicode MS" pitchFamily="34" charset="-128"/>
              <a:cs typeface="Arial Unicode MS" pitchFamily="34" charset="-128"/>
            </a:endParaRPr>
          </a:p>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a:ln>
                <a:noFill/>
              </a:ln>
              <a:effectLst/>
              <a:ea typeface="Arial Unicode MS" pitchFamily="34" charset="-128"/>
              <a:cs typeface="Arial Unicode MS" pitchFamily="34" charset="-128"/>
            </a:endParaRPr>
          </a:p>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a:ln>
                <a:noFill/>
              </a:ln>
              <a:effectLst/>
              <a:ea typeface="Arial Unicode MS" pitchFamily="34" charset="-128"/>
              <a:cs typeface="Arial Unicode MS" pitchFamily="34" charset="-128"/>
            </a:endParaRPr>
          </a:p>
        </p:txBody>
      </p:sp>
      <p:sp>
        <p:nvSpPr>
          <p:cNvPr id="30" name="Rechteck 29"/>
          <p:cNvSpPr/>
          <p:nvPr/>
        </p:nvSpPr>
        <p:spPr bwMode="gray">
          <a:xfrm>
            <a:off x="4540825" y="2867891"/>
            <a:ext cx="2036620" cy="2136776"/>
          </a:xfrm>
          <a:prstGeom prst="rect">
            <a:avLst/>
          </a:prstGeom>
          <a:solidFill>
            <a:schemeClr val="accent1"/>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kumimoji="0" lang="de-DE" sz="2000" b="0" i="0" kern="0" cap="none" spc="0" normalizeH="0" baseline="0" noProof="0" dirty="0">
                <a:ln>
                  <a:noFill/>
                </a:ln>
                <a:effectLst/>
                <a:ea typeface="Arial Unicode MS" pitchFamily="34" charset="-128"/>
                <a:cs typeface="Arial Unicode MS" pitchFamily="34" charset="-128"/>
              </a:rPr>
              <a:t>Work </a:t>
            </a:r>
            <a:r>
              <a:rPr kumimoji="0" lang="de-DE" sz="2000" b="0" i="0" kern="0" cap="none" spc="0" normalizeH="0" baseline="0" noProof="0" dirty="0" err="1">
                <a:ln>
                  <a:noFill/>
                </a:ln>
                <a:effectLst/>
                <a:ea typeface="Arial Unicode MS" pitchFamily="34" charset="-128"/>
                <a:cs typeface="Arial Unicode MS" pitchFamily="34" charset="-128"/>
              </a:rPr>
              <a:t>process</a:t>
            </a:r>
            <a:endParaRPr kumimoji="0" lang="de-DE" sz="2000" b="0" i="0" u="none" strike="noStrike" kern="0" cap="none" spc="0" normalizeH="0" baseline="0" noProof="0" dirty="0" err="1">
              <a:ln>
                <a:noFill/>
              </a:ln>
              <a:effectLst/>
              <a:ea typeface="Arial Unicode MS" pitchFamily="34" charset="-128"/>
              <a:cs typeface="Arial Unicode MS" pitchFamily="34" charset="-128"/>
            </a:endParaRPr>
          </a:p>
          <a:p>
            <a:pPr marL="0" marR="0" lvl="0" algn="ctr" defTabSz="914400" eaLnBrk="1" fontAlgn="base" latinLnBrk="0" hangingPunct="1">
              <a:lnSpc>
                <a:spcPct val="100000"/>
              </a:lnSpc>
              <a:spcBef>
                <a:spcPct val="50000"/>
              </a:spcBef>
              <a:spcAft>
                <a:spcPct val="0"/>
              </a:spcAft>
              <a:buClr>
                <a:srgbClr val="F0AB00"/>
              </a:buClr>
              <a:buSzPct val="80000"/>
              <a:buNone/>
              <a:tabLst/>
            </a:pPr>
            <a:endParaRPr lang="de-DE" sz="2000" kern="0" dirty="0">
              <a:ea typeface="Arial Unicode MS" pitchFamily="34" charset="-128"/>
              <a:cs typeface="Arial Unicode MS" pitchFamily="34" charset="-128"/>
            </a:endParaRPr>
          </a:p>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a:ln>
                <a:noFill/>
              </a:ln>
              <a:effectLst/>
              <a:ea typeface="Arial Unicode MS" pitchFamily="34" charset="-128"/>
              <a:cs typeface="Arial Unicode MS" pitchFamily="34" charset="-128"/>
            </a:endParaRPr>
          </a:p>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a:ln>
                <a:noFill/>
              </a:ln>
              <a:effectLst/>
              <a:ea typeface="Arial Unicode MS" pitchFamily="34" charset="-128"/>
              <a:cs typeface="Arial Unicode MS" pitchFamily="34" charset="-128"/>
            </a:endParaRPr>
          </a:p>
        </p:txBody>
      </p:sp>
      <p:cxnSp>
        <p:nvCxnSpPr>
          <p:cNvPr id="5" name="Gerade Verbindung mit Pfeil 4"/>
          <p:cNvCxnSpPr/>
          <p:nvPr/>
        </p:nvCxnSpPr>
        <p:spPr>
          <a:xfrm>
            <a:off x="1471350" y="2618508"/>
            <a:ext cx="8636926" cy="0"/>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Rechteck 13"/>
          <p:cNvSpPr/>
          <p:nvPr/>
        </p:nvSpPr>
        <p:spPr bwMode="gray">
          <a:xfrm>
            <a:off x="1753985" y="2337347"/>
            <a:ext cx="2177934" cy="530545"/>
          </a:xfrm>
          <a:prstGeom prst="rect">
            <a:avLst/>
          </a:prstGeom>
          <a:solidFill>
            <a:schemeClr val="accent1">
              <a:lumMod val="40000"/>
              <a:lumOff val="60000"/>
            </a:schemeClr>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de-DE" sz="2000" dirty="0">
                <a:solidFill>
                  <a:srgbClr val="CCCCCC"/>
                </a:solidFill>
              </a:rPr>
              <a:t>II. </a:t>
            </a:r>
            <a:r>
              <a:rPr lang="en-US" sz="2000" dirty="0">
                <a:solidFill>
                  <a:srgbClr val="CCCCCC"/>
                </a:solidFill>
              </a:rPr>
              <a:t>Data consistency</a:t>
            </a:r>
            <a:r>
              <a:rPr lang="de-DE" sz="2000">
                <a:solidFill>
                  <a:srgbClr val="CCCCCC"/>
                </a:solidFill>
              </a:rPr>
              <a:t/>
            </a:r>
            <a:br>
              <a:rPr lang="de-DE" sz="2000">
                <a:solidFill>
                  <a:srgbClr val="CCCCCC"/>
                </a:solidFill>
              </a:rPr>
            </a:br>
            <a:r>
              <a:rPr lang="de-DE" dirty="0"/>
              <a:t>SAP LUW (Logical Unit </a:t>
            </a:r>
            <a:r>
              <a:rPr lang="de-DE" dirty="0" err="1"/>
              <a:t>of</a:t>
            </a:r>
            <a:r>
              <a:rPr lang="de-DE" dirty="0"/>
              <a:t> Work)</a:t>
            </a:r>
          </a:p>
        </p:txBody>
      </p:sp>
      <p:sp>
        <p:nvSpPr>
          <p:cNvPr id="7" name="Rechteck 6"/>
          <p:cNvSpPr/>
          <p:nvPr/>
        </p:nvSpPr>
        <p:spPr bwMode="gray">
          <a:xfrm>
            <a:off x="3616036" y="1422009"/>
            <a:ext cx="1172095" cy="731520"/>
          </a:xfrm>
          <a:prstGeom prst="rect">
            <a:avLst/>
          </a:prstGeom>
          <a:solidFill>
            <a:schemeClr val="accent1">
              <a:lumMod val="60000"/>
              <a:lumOff val="40000"/>
            </a:schemeClr>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kumimoji="0" lang="de-DE" sz="2000" b="0" i="0" kern="0" cap="none" spc="0" normalizeH="0" baseline="0" noProof="0" dirty="0">
                <a:ln>
                  <a:noFill/>
                </a:ln>
                <a:effectLst/>
                <a:ea typeface="Arial Unicode MS" pitchFamily="34" charset="-128"/>
                <a:cs typeface="Arial Unicode MS" pitchFamily="34" charset="-128"/>
              </a:rPr>
              <a:t>Roll-out/</a:t>
            </a:r>
          </a:p>
          <a:p>
            <a:pPr marL="0" marR="0" lvl="0" algn="ctr" defTabSz="914400" eaLnBrk="1" fontAlgn="base" latinLnBrk="0" hangingPunct="1">
              <a:lnSpc>
                <a:spcPct val="100000"/>
              </a:lnSpc>
              <a:spcBef>
                <a:spcPct val="50000"/>
              </a:spcBef>
              <a:spcAft>
                <a:spcPct val="0"/>
              </a:spcAft>
              <a:buClr>
                <a:srgbClr val="F0AB00"/>
              </a:buClr>
              <a:buSzPct val="80000"/>
              <a:buNone/>
              <a:tabLst/>
            </a:pPr>
            <a:r>
              <a:rPr lang="de-DE" sz="2000" kern="0" dirty="0">
                <a:ea typeface="Arial Unicode MS" pitchFamily="34" charset="-128"/>
                <a:cs typeface="Arial Unicode MS" pitchFamily="34" charset="-128"/>
              </a:rPr>
              <a:t>Roll-in</a:t>
            </a:r>
            <a:endParaRPr kumimoji="0" lang="de-DE" sz="2000" b="0" i="0" u="none" strike="noStrike" kern="0" cap="none" spc="0" normalizeH="0" baseline="0" noProof="0" dirty="0" err="1">
              <a:ea typeface="Arial Unicode MS" pitchFamily="34" charset="-128"/>
              <a:cs typeface="Arial Unicode MS" pitchFamily="34" charset="-128"/>
            </a:endParaRPr>
          </a:p>
        </p:txBody>
      </p:sp>
      <p:sp>
        <p:nvSpPr>
          <p:cNvPr id="8" name="Rechteck 7"/>
          <p:cNvSpPr/>
          <p:nvPr/>
        </p:nvSpPr>
        <p:spPr bwMode="gray">
          <a:xfrm>
            <a:off x="6346770" y="1406616"/>
            <a:ext cx="1172095" cy="731520"/>
          </a:xfrm>
          <a:prstGeom prst="rect">
            <a:avLst/>
          </a:prstGeom>
          <a:solidFill>
            <a:schemeClr val="accent1">
              <a:lumMod val="60000"/>
              <a:lumOff val="40000"/>
            </a:schemeClr>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kumimoji="0" lang="de-DE" sz="2000" b="0" i="0" kern="0" cap="none" spc="0" normalizeH="0" baseline="0" noProof="0" dirty="0">
                <a:ln>
                  <a:noFill/>
                </a:ln>
                <a:effectLst/>
                <a:ea typeface="Arial Unicode MS" pitchFamily="34" charset="-128"/>
                <a:cs typeface="Arial Unicode MS" pitchFamily="34" charset="-128"/>
              </a:rPr>
              <a:t>Roll-out/</a:t>
            </a:r>
          </a:p>
          <a:p>
            <a:pPr marL="0" marR="0" lvl="0" algn="ctr" defTabSz="914400" eaLnBrk="1" fontAlgn="base" latinLnBrk="0" hangingPunct="1">
              <a:lnSpc>
                <a:spcPct val="100000"/>
              </a:lnSpc>
              <a:spcBef>
                <a:spcPct val="50000"/>
              </a:spcBef>
              <a:spcAft>
                <a:spcPct val="0"/>
              </a:spcAft>
              <a:buClr>
                <a:srgbClr val="F0AB00"/>
              </a:buClr>
              <a:buSzPct val="80000"/>
              <a:buNone/>
              <a:tabLst/>
            </a:pPr>
            <a:r>
              <a:rPr lang="de-DE" sz="2000" kern="0" dirty="0">
                <a:ea typeface="Arial Unicode MS" pitchFamily="34" charset="-128"/>
                <a:cs typeface="Arial Unicode MS" pitchFamily="34" charset="-128"/>
              </a:rPr>
              <a:t>Roll-in</a:t>
            </a:r>
            <a:endParaRPr kumimoji="0" lang="de-DE" sz="2000" b="0" i="0" u="none" strike="noStrike" kern="0" cap="none" spc="0" normalizeH="0" baseline="0" noProof="0" dirty="0" err="1">
              <a:ea typeface="Arial Unicode MS" pitchFamily="34" charset="-128"/>
              <a:cs typeface="Arial Unicode MS" pitchFamily="34" charset="-128"/>
            </a:endParaRPr>
          </a:p>
        </p:txBody>
      </p:sp>
      <p:sp>
        <p:nvSpPr>
          <p:cNvPr id="9" name="Rechteck 8"/>
          <p:cNvSpPr/>
          <p:nvPr/>
        </p:nvSpPr>
        <p:spPr bwMode="gray">
          <a:xfrm>
            <a:off x="885302" y="1411453"/>
            <a:ext cx="1172095" cy="731520"/>
          </a:xfrm>
          <a:prstGeom prst="rect">
            <a:avLst/>
          </a:prstGeom>
          <a:solidFill>
            <a:schemeClr val="accent1">
              <a:lumMod val="60000"/>
              <a:lumOff val="40000"/>
            </a:schemeClr>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kumimoji="0" lang="de-DE" sz="2000" b="0" i="0" kern="0" cap="none" spc="0" normalizeH="0" baseline="0" noProof="0" dirty="0">
                <a:ln>
                  <a:noFill/>
                </a:ln>
                <a:effectLst/>
                <a:ea typeface="Arial Unicode MS" pitchFamily="34" charset="-128"/>
                <a:cs typeface="Arial Unicode MS" pitchFamily="34" charset="-128"/>
              </a:rPr>
              <a:t>Start</a:t>
            </a:r>
          </a:p>
        </p:txBody>
      </p:sp>
      <p:sp>
        <p:nvSpPr>
          <p:cNvPr id="11" name="Rechteck 10"/>
          <p:cNvSpPr/>
          <p:nvPr/>
        </p:nvSpPr>
        <p:spPr bwMode="gray">
          <a:xfrm>
            <a:off x="1824641" y="2870172"/>
            <a:ext cx="2036620" cy="2134495"/>
          </a:xfrm>
          <a:prstGeom prst="rect">
            <a:avLst/>
          </a:prstGeom>
          <a:solidFill>
            <a:schemeClr val="accent1"/>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kumimoji="0" lang="de-DE" sz="2000" b="0" i="0" kern="0" cap="none" spc="0" normalizeH="0" baseline="0" noProof="0" dirty="0">
                <a:ln>
                  <a:noFill/>
                </a:ln>
                <a:effectLst/>
                <a:ea typeface="Arial Unicode MS" pitchFamily="34" charset="-128"/>
                <a:cs typeface="Arial Unicode MS" pitchFamily="34" charset="-128"/>
              </a:rPr>
              <a:t>Work </a:t>
            </a:r>
            <a:r>
              <a:rPr kumimoji="0" lang="de-DE" sz="2000" b="0" i="0" kern="0" cap="none" spc="0" normalizeH="0" baseline="0" noProof="0" dirty="0" err="1">
                <a:ln>
                  <a:noFill/>
                </a:ln>
                <a:effectLst/>
                <a:ea typeface="Arial Unicode MS" pitchFamily="34" charset="-128"/>
                <a:cs typeface="Arial Unicode MS" pitchFamily="34" charset="-128"/>
              </a:rPr>
              <a:t>process</a:t>
            </a:r>
            <a:endParaRPr kumimoji="0" lang="de-DE" sz="2000" b="0" i="0" u="none" strike="noStrike" kern="0" cap="none" spc="0" normalizeH="0" baseline="0" noProof="0" dirty="0" err="1">
              <a:ln>
                <a:noFill/>
              </a:ln>
              <a:effectLst/>
              <a:ea typeface="Arial Unicode MS" pitchFamily="34" charset="-128"/>
              <a:cs typeface="Arial Unicode MS" pitchFamily="34" charset="-128"/>
            </a:endParaRPr>
          </a:p>
          <a:p>
            <a:pPr marL="0" marR="0" lvl="0" algn="ctr" defTabSz="914400" eaLnBrk="1" fontAlgn="base" latinLnBrk="0" hangingPunct="1">
              <a:lnSpc>
                <a:spcPct val="100000"/>
              </a:lnSpc>
              <a:spcBef>
                <a:spcPct val="50000"/>
              </a:spcBef>
              <a:spcAft>
                <a:spcPct val="0"/>
              </a:spcAft>
              <a:buClr>
                <a:srgbClr val="F0AB00"/>
              </a:buClr>
              <a:buSzPct val="80000"/>
              <a:buNone/>
              <a:tabLst/>
            </a:pPr>
            <a:endParaRPr lang="de-DE" sz="2000" kern="0" dirty="0">
              <a:ea typeface="Arial Unicode MS" pitchFamily="34" charset="-128"/>
              <a:cs typeface="Arial Unicode MS" pitchFamily="34" charset="-128"/>
            </a:endParaRPr>
          </a:p>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a:ln>
                <a:noFill/>
              </a:ln>
              <a:effectLst/>
              <a:ea typeface="Arial Unicode MS" pitchFamily="34" charset="-128"/>
              <a:cs typeface="Arial Unicode MS" pitchFamily="34" charset="-128"/>
            </a:endParaRPr>
          </a:p>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a:ln>
                <a:noFill/>
              </a:ln>
              <a:effectLst/>
              <a:ea typeface="Arial Unicode MS" pitchFamily="34" charset="-128"/>
              <a:cs typeface="Arial Unicode MS" pitchFamily="34" charset="-128"/>
            </a:endParaRPr>
          </a:p>
        </p:txBody>
      </p:sp>
      <p:sp>
        <p:nvSpPr>
          <p:cNvPr id="12" name="Rechteck 11"/>
          <p:cNvSpPr/>
          <p:nvPr/>
        </p:nvSpPr>
        <p:spPr bwMode="gray">
          <a:xfrm>
            <a:off x="1471350" y="3665913"/>
            <a:ext cx="8229603" cy="847898"/>
          </a:xfrm>
          <a:prstGeom prst="rect">
            <a:avLst/>
          </a:prstGeom>
          <a:solidFill>
            <a:schemeClr val="bg1">
              <a:lumMod val="85000"/>
            </a:schemeClr>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13" name="Rechteck 12"/>
          <p:cNvSpPr/>
          <p:nvPr/>
        </p:nvSpPr>
        <p:spPr bwMode="gray">
          <a:xfrm>
            <a:off x="1471350" y="5004667"/>
            <a:ext cx="8229603" cy="847898"/>
          </a:xfrm>
          <a:prstGeom prst="rect">
            <a:avLst/>
          </a:prstGeom>
          <a:solidFill>
            <a:schemeClr val="bg1">
              <a:lumMod val="75000"/>
            </a:schemeClr>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cxnSp>
        <p:nvCxnSpPr>
          <p:cNvPr id="16" name="Gerader Verbinder 15"/>
          <p:cNvCxnSpPr/>
          <p:nvPr/>
        </p:nvCxnSpPr>
        <p:spPr>
          <a:xfrm>
            <a:off x="1837113" y="3978339"/>
            <a:ext cx="7456516" cy="12138"/>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a:endCxn id="44" idx="2"/>
          </p:cNvCxnSpPr>
          <p:nvPr/>
        </p:nvCxnSpPr>
        <p:spPr>
          <a:xfrm>
            <a:off x="1837113" y="5328863"/>
            <a:ext cx="2024148"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Ellipse 23"/>
          <p:cNvSpPr/>
          <p:nvPr/>
        </p:nvSpPr>
        <p:spPr bwMode="gray">
          <a:xfrm>
            <a:off x="3289763" y="3779732"/>
            <a:ext cx="411479" cy="390295"/>
          </a:xfrm>
          <a:prstGeom prst="ellipse">
            <a:avLst/>
          </a:prstGeom>
          <a:solidFill>
            <a:schemeClr val="bg1"/>
          </a:solidFill>
          <a:ln w="6350" algn="ctr">
            <a:solidFill>
              <a:schemeClr val="tx1"/>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25" name="Rechteck 24"/>
          <p:cNvSpPr/>
          <p:nvPr/>
        </p:nvSpPr>
        <p:spPr bwMode="gray">
          <a:xfrm>
            <a:off x="4470169" y="2337347"/>
            <a:ext cx="2177934" cy="530545"/>
          </a:xfrm>
          <a:prstGeom prst="rect">
            <a:avLst/>
          </a:prstGeom>
          <a:solidFill>
            <a:schemeClr val="accent1">
              <a:lumMod val="40000"/>
              <a:lumOff val="60000"/>
            </a:schemeClr>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26" name="Rechteck 25"/>
          <p:cNvSpPr/>
          <p:nvPr/>
        </p:nvSpPr>
        <p:spPr bwMode="gray">
          <a:xfrm>
            <a:off x="4540826" y="2398957"/>
            <a:ext cx="2036619" cy="407324"/>
          </a:xfrm>
          <a:prstGeom prst="rect">
            <a:avLst/>
          </a:prstGeom>
          <a:solidFill>
            <a:schemeClr val="bg1"/>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kumimoji="0" lang="de-DE" sz="2000" b="0" i="0" kern="0" cap="none" spc="0" normalizeH="0" baseline="0" noProof="0" dirty="0" err="1">
                <a:ln>
                  <a:noFill/>
                </a:ln>
                <a:effectLst/>
                <a:ea typeface="Arial Unicode MS" pitchFamily="34" charset="-128"/>
                <a:cs typeface="Arial Unicode MS" pitchFamily="34" charset="-128"/>
              </a:rPr>
              <a:t>Program</a:t>
            </a:r>
            <a:r>
              <a:rPr kumimoji="0" lang="de-DE" sz="2000" b="0" i="0" kern="0" cap="none" spc="0" normalizeH="0" baseline="0" noProof="0" dirty="0">
                <a:ln>
                  <a:noFill/>
                </a:ln>
                <a:effectLst/>
                <a:ea typeface="Arial Unicode MS" pitchFamily="34" charset="-128"/>
                <a:cs typeface="Arial Unicode MS" pitchFamily="34" charset="-128"/>
              </a:rPr>
              <a:t> </a:t>
            </a:r>
            <a:r>
              <a:rPr kumimoji="0" lang="de-DE" sz="2000" b="0" i="0" kern="0" cap="none" spc="0" normalizeH="0" baseline="0" noProof="0" dirty="0" err="1">
                <a:ln>
                  <a:noFill/>
                </a:ln>
                <a:effectLst/>
                <a:ea typeface="Arial Unicode MS" pitchFamily="34" charset="-128"/>
                <a:cs typeface="Arial Unicode MS" pitchFamily="34" charset="-128"/>
              </a:rPr>
              <a:t>section</a:t>
            </a: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27" name="Rechteck 26"/>
          <p:cNvSpPr/>
          <p:nvPr/>
        </p:nvSpPr>
        <p:spPr bwMode="gray">
          <a:xfrm>
            <a:off x="7186353" y="2353236"/>
            <a:ext cx="2177934" cy="530545"/>
          </a:xfrm>
          <a:prstGeom prst="rect">
            <a:avLst/>
          </a:prstGeom>
          <a:solidFill>
            <a:schemeClr val="accent1">
              <a:lumMod val="40000"/>
              <a:lumOff val="60000"/>
            </a:schemeClr>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28" name="Rechteck 27"/>
          <p:cNvSpPr/>
          <p:nvPr/>
        </p:nvSpPr>
        <p:spPr bwMode="gray">
          <a:xfrm>
            <a:off x="7257010" y="2414846"/>
            <a:ext cx="2036619" cy="407324"/>
          </a:xfrm>
          <a:prstGeom prst="rect">
            <a:avLst/>
          </a:prstGeom>
          <a:solidFill>
            <a:schemeClr val="bg1"/>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kumimoji="0" lang="de-DE" sz="2000" b="0" i="0" kern="0" cap="none" spc="0" normalizeH="0" baseline="0" noProof="0" dirty="0" err="1">
                <a:ln>
                  <a:noFill/>
                </a:ln>
                <a:effectLst/>
                <a:ea typeface="Arial Unicode MS" pitchFamily="34" charset="-128"/>
                <a:cs typeface="Arial Unicode MS" pitchFamily="34" charset="-128"/>
              </a:rPr>
              <a:t>Program</a:t>
            </a:r>
            <a:r>
              <a:rPr kumimoji="0" lang="de-DE" sz="2000" b="0" i="0" kern="0" cap="none" spc="0" normalizeH="0" baseline="0" noProof="0" dirty="0">
                <a:ln>
                  <a:noFill/>
                </a:ln>
                <a:effectLst/>
                <a:ea typeface="Arial Unicode MS" pitchFamily="34" charset="-128"/>
                <a:cs typeface="Arial Unicode MS" pitchFamily="34" charset="-128"/>
              </a:rPr>
              <a:t> </a:t>
            </a:r>
            <a:r>
              <a:rPr kumimoji="0" lang="de-DE" sz="2000" b="0" i="0" kern="0" cap="none" spc="0" normalizeH="0" baseline="0" noProof="0" dirty="0" err="1">
                <a:ln>
                  <a:noFill/>
                </a:ln>
                <a:effectLst/>
                <a:ea typeface="Arial Unicode MS" pitchFamily="34" charset="-128"/>
                <a:cs typeface="Arial Unicode MS" pitchFamily="34" charset="-128"/>
              </a:rPr>
              <a:t>section</a:t>
            </a: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10" name="Rechteck 9"/>
          <p:cNvSpPr/>
          <p:nvPr/>
        </p:nvSpPr>
        <p:spPr bwMode="gray">
          <a:xfrm>
            <a:off x="1824642" y="2398957"/>
            <a:ext cx="2036619" cy="407324"/>
          </a:xfrm>
          <a:prstGeom prst="rect">
            <a:avLst/>
          </a:prstGeom>
          <a:solidFill>
            <a:schemeClr val="bg1"/>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kumimoji="0" lang="de-DE" sz="2000" b="0" i="0" kern="0" cap="none" spc="0" normalizeH="0" baseline="0" noProof="0" dirty="0" err="1">
                <a:ln>
                  <a:noFill/>
                </a:ln>
                <a:effectLst/>
                <a:ea typeface="Arial Unicode MS" pitchFamily="34" charset="-128"/>
                <a:cs typeface="Arial Unicode MS" pitchFamily="34" charset="-128"/>
              </a:rPr>
              <a:t>Program</a:t>
            </a:r>
            <a:r>
              <a:rPr kumimoji="0" lang="de-DE" sz="2000" b="0" i="0" kern="0" cap="none" spc="0" normalizeH="0" baseline="0" noProof="0" dirty="0">
                <a:ln>
                  <a:noFill/>
                </a:ln>
                <a:effectLst/>
                <a:ea typeface="Arial Unicode MS" pitchFamily="34" charset="-128"/>
                <a:cs typeface="Arial Unicode MS" pitchFamily="34" charset="-128"/>
              </a:rPr>
              <a:t> </a:t>
            </a:r>
            <a:r>
              <a:rPr kumimoji="0" lang="de-DE" sz="2000" b="0" i="0" kern="0" cap="none" spc="0" normalizeH="0" baseline="0" noProof="0" dirty="0" err="1">
                <a:ln>
                  <a:noFill/>
                </a:ln>
                <a:effectLst/>
                <a:ea typeface="Arial Unicode MS" pitchFamily="34" charset="-128"/>
                <a:cs typeface="Arial Unicode MS" pitchFamily="34" charset="-128"/>
              </a:rPr>
              <a:t>section</a:t>
            </a: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cxnSp>
        <p:nvCxnSpPr>
          <p:cNvPr id="34" name="Gerader Verbinder 33"/>
          <p:cNvCxnSpPr/>
          <p:nvPr/>
        </p:nvCxnSpPr>
        <p:spPr>
          <a:xfrm flipH="1">
            <a:off x="1476544" y="2135764"/>
            <a:ext cx="2" cy="482947"/>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Gerader Verbinder 35"/>
          <p:cNvCxnSpPr/>
          <p:nvPr/>
        </p:nvCxnSpPr>
        <p:spPr>
          <a:xfrm>
            <a:off x="4194810" y="2145815"/>
            <a:ext cx="4156" cy="473294"/>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Gerader Verbinder 37"/>
          <p:cNvCxnSpPr/>
          <p:nvPr/>
        </p:nvCxnSpPr>
        <p:spPr>
          <a:xfrm flipH="1">
            <a:off x="6909432" y="2137152"/>
            <a:ext cx="5197" cy="48017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Ellipse 38"/>
          <p:cNvSpPr/>
          <p:nvPr/>
        </p:nvSpPr>
        <p:spPr bwMode="gray">
          <a:xfrm>
            <a:off x="5697000" y="3779734"/>
            <a:ext cx="411479" cy="390295"/>
          </a:xfrm>
          <a:prstGeom prst="ellipse">
            <a:avLst/>
          </a:prstGeom>
          <a:solidFill>
            <a:schemeClr val="bg1"/>
          </a:solidFill>
          <a:ln w="6350" algn="ctr">
            <a:solidFill>
              <a:schemeClr val="tx1"/>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40" name="Ellipse 39"/>
          <p:cNvSpPr/>
          <p:nvPr/>
        </p:nvSpPr>
        <p:spPr bwMode="gray">
          <a:xfrm>
            <a:off x="5017436" y="3779733"/>
            <a:ext cx="411479" cy="390295"/>
          </a:xfrm>
          <a:prstGeom prst="ellipse">
            <a:avLst/>
          </a:prstGeom>
          <a:solidFill>
            <a:schemeClr val="bg1"/>
          </a:solidFill>
          <a:ln w="6350" algn="ctr">
            <a:solidFill>
              <a:schemeClr val="tx1"/>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41" name="Ellipse 40"/>
          <p:cNvSpPr/>
          <p:nvPr/>
        </p:nvSpPr>
        <p:spPr bwMode="gray">
          <a:xfrm>
            <a:off x="8069579" y="3783191"/>
            <a:ext cx="411479" cy="390295"/>
          </a:xfrm>
          <a:prstGeom prst="ellipse">
            <a:avLst/>
          </a:prstGeom>
          <a:solidFill>
            <a:schemeClr val="bg1"/>
          </a:solidFill>
          <a:ln w="6350" algn="ctr">
            <a:solidFill>
              <a:schemeClr val="tx1"/>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42" name="Ellipse 41"/>
          <p:cNvSpPr/>
          <p:nvPr/>
        </p:nvSpPr>
        <p:spPr bwMode="gray">
          <a:xfrm>
            <a:off x="1751904" y="3904221"/>
            <a:ext cx="133003" cy="141316"/>
          </a:xfrm>
          <a:prstGeom prst="ellipse">
            <a:avLst/>
          </a:prstGeom>
          <a:solidFill>
            <a:schemeClr val="tx1"/>
          </a:solidFill>
          <a:ln w="6350" algn="ctr">
            <a:solidFill>
              <a:schemeClr val="tx1"/>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43" name="Ellipse 42"/>
          <p:cNvSpPr/>
          <p:nvPr/>
        </p:nvSpPr>
        <p:spPr bwMode="gray">
          <a:xfrm>
            <a:off x="9228167" y="3914410"/>
            <a:ext cx="133003" cy="141316"/>
          </a:xfrm>
          <a:prstGeom prst="ellipse">
            <a:avLst/>
          </a:prstGeom>
          <a:solidFill>
            <a:schemeClr val="tx1"/>
          </a:solidFill>
          <a:ln w="6350" algn="ctr">
            <a:solidFill>
              <a:schemeClr val="tx1"/>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44" name="Ellipse 43"/>
          <p:cNvSpPr/>
          <p:nvPr/>
        </p:nvSpPr>
        <p:spPr bwMode="gray">
          <a:xfrm>
            <a:off x="3861261" y="5258205"/>
            <a:ext cx="133003" cy="141316"/>
          </a:xfrm>
          <a:prstGeom prst="ellipse">
            <a:avLst/>
          </a:prstGeom>
          <a:solidFill>
            <a:schemeClr val="tx1"/>
          </a:solidFill>
          <a:ln w="6350" algn="ctr">
            <a:solidFill>
              <a:schemeClr val="tx1"/>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45" name="Ellipse 44"/>
          <p:cNvSpPr/>
          <p:nvPr/>
        </p:nvSpPr>
        <p:spPr bwMode="gray">
          <a:xfrm>
            <a:off x="1704110" y="5258205"/>
            <a:ext cx="133003" cy="141316"/>
          </a:xfrm>
          <a:prstGeom prst="ellipse">
            <a:avLst/>
          </a:prstGeom>
          <a:solidFill>
            <a:schemeClr val="tx1"/>
          </a:solidFill>
          <a:ln w="6350" algn="ctr">
            <a:solidFill>
              <a:schemeClr val="tx1"/>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cxnSp>
        <p:nvCxnSpPr>
          <p:cNvPr id="47" name="Gerader Verbinder 46"/>
          <p:cNvCxnSpPr/>
          <p:nvPr/>
        </p:nvCxnSpPr>
        <p:spPr>
          <a:xfrm>
            <a:off x="4540825" y="5328863"/>
            <a:ext cx="2024148"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Ellipse 47"/>
          <p:cNvSpPr/>
          <p:nvPr/>
        </p:nvSpPr>
        <p:spPr bwMode="gray">
          <a:xfrm>
            <a:off x="4407822" y="5258205"/>
            <a:ext cx="133003" cy="141316"/>
          </a:xfrm>
          <a:prstGeom prst="ellipse">
            <a:avLst/>
          </a:prstGeom>
          <a:solidFill>
            <a:schemeClr val="tx1"/>
          </a:solidFill>
          <a:ln w="6350" algn="ctr">
            <a:solidFill>
              <a:schemeClr val="tx1"/>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49" name="Ellipse 48"/>
          <p:cNvSpPr/>
          <p:nvPr/>
        </p:nvSpPr>
        <p:spPr bwMode="gray">
          <a:xfrm>
            <a:off x="6577445" y="5258205"/>
            <a:ext cx="133003" cy="141316"/>
          </a:xfrm>
          <a:prstGeom prst="ellipse">
            <a:avLst/>
          </a:prstGeom>
          <a:solidFill>
            <a:schemeClr val="tx1"/>
          </a:solidFill>
          <a:ln w="6350" algn="ctr">
            <a:solidFill>
              <a:schemeClr val="tx1"/>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50" name="Ellipse 49"/>
          <p:cNvSpPr/>
          <p:nvPr/>
        </p:nvSpPr>
        <p:spPr bwMode="gray">
          <a:xfrm>
            <a:off x="7119851" y="5258205"/>
            <a:ext cx="133003" cy="141316"/>
          </a:xfrm>
          <a:prstGeom prst="ellipse">
            <a:avLst/>
          </a:prstGeom>
          <a:solidFill>
            <a:schemeClr val="tx1"/>
          </a:solidFill>
          <a:ln w="6350" algn="ctr">
            <a:solidFill>
              <a:schemeClr val="tx1"/>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51" name="Ellipse 50"/>
          <p:cNvSpPr/>
          <p:nvPr/>
        </p:nvSpPr>
        <p:spPr bwMode="gray">
          <a:xfrm>
            <a:off x="9293629" y="5258205"/>
            <a:ext cx="133003" cy="141316"/>
          </a:xfrm>
          <a:prstGeom prst="ellipse">
            <a:avLst/>
          </a:prstGeom>
          <a:solidFill>
            <a:schemeClr val="tx1"/>
          </a:solidFill>
          <a:ln w="6350" algn="ctr">
            <a:solidFill>
              <a:schemeClr val="tx1"/>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cxnSp>
        <p:nvCxnSpPr>
          <p:cNvPr id="52" name="Gerader Verbinder 51"/>
          <p:cNvCxnSpPr>
            <a:endCxn id="51" idx="2"/>
          </p:cNvCxnSpPr>
          <p:nvPr/>
        </p:nvCxnSpPr>
        <p:spPr>
          <a:xfrm>
            <a:off x="7252854" y="5328863"/>
            <a:ext cx="2040775"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Rechteck 53"/>
          <p:cNvSpPr/>
          <p:nvPr/>
        </p:nvSpPr>
        <p:spPr bwMode="gray">
          <a:xfrm>
            <a:off x="9152313" y="4821382"/>
            <a:ext cx="1371600" cy="847898"/>
          </a:xfrm>
          <a:prstGeom prst="rect">
            <a:avLst/>
          </a:prstGeom>
          <a:solidFill>
            <a:schemeClr val="accent1">
              <a:lumMod val="60000"/>
              <a:lumOff val="40000"/>
            </a:schemeClr>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cxnSp>
        <p:nvCxnSpPr>
          <p:cNvPr id="55" name="Gerader Verbinder 54"/>
          <p:cNvCxnSpPr/>
          <p:nvPr/>
        </p:nvCxnSpPr>
        <p:spPr>
          <a:xfrm flipV="1">
            <a:off x="9228167" y="5244258"/>
            <a:ext cx="1197032" cy="3176"/>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Ellipse 57"/>
          <p:cNvSpPr/>
          <p:nvPr/>
        </p:nvSpPr>
        <p:spPr bwMode="gray">
          <a:xfrm>
            <a:off x="10390131" y="5214331"/>
            <a:ext cx="58448" cy="59854"/>
          </a:xfrm>
          <a:prstGeom prst="ellipse">
            <a:avLst/>
          </a:prstGeom>
          <a:solidFill>
            <a:schemeClr val="tx1"/>
          </a:solidFill>
          <a:ln w="6350" algn="ctr">
            <a:solidFill>
              <a:schemeClr val="tx1"/>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59" name="Ellipse 58"/>
          <p:cNvSpPr/>
          <p:nvPr/>
        </p:nvSpPr>
        <p:spPr bwMode="gray">
          <a:xfrm>
            <a:off x="9197254" y="5216029"/>
            <a:ext cx="58448" cy="59854"/>
          </a:xfrm>
          <a:prstGeom prst="ellipse">
            <a:avLst/>
          </a:prstGeom>
          <a:solidFill>
            <a:schemeClr val="tx1"/>
          </a:solidFill>
          <a:ln w="6350" algn="ctr">
            <a:solidFill>
              <a:schemeClr val="tx1"/>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60" name="Ellipse 59"/>
          <p:cNvSpPr/>
          <p:nvPr/>
        </p:nvSpPr>
        <p:spPr bwMode="gray">
          <a:xfrm>
            <a:off x="9372599" y="5159799"/>
            <a:ext cx="162613" cy="184358"/>
          </a:xfrm>
          <a:prstGeom prst="ellipse">
            <a:avLst/>
          </a:prstGeom>
          <a:solidFill>
            <a:schemeClr val="bg1"/>
          </a:solidFill>
          <a:ln w="6350" algn="ctr">
            <a:solidFill>
              <a:schemeClr val="tx1"/>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61" name="Ellipse 60"/>
          <p:cNvSpPr/>
          <p:nvPr/>
        </p:nvSpPr>
        <p:spPr bwMode="gray">
          <a:xfrm>
            <a:off x="9595224" y="5159799"/>
            <a:ext cx="162613" cy="184358"/>
          </a:xfrm>
          <a:prstGeom prst="ellipse">
            <a:avLst/>
          </a:prstGeom>
          <a:solidFill>
            <a:schemeClr val="bg1"/>
          </a:solidFill>
          <a:ln w="6350" algn="ctr">
            <a:solidFill>
              <a:schemeClr val="tx1"/>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62" name="Ellipse 61"/>
          <p:cNvSpPr/>
          <p:nvPr/>
        </p:nvSpPr>
        <p:spPr bwMode="gray">
          <a:xfrm>
            <a:off x="9825658" y="5159799"/>
            <a:ext cx="162613" cy="184358"/>
          </a:xfrm>
          <a:prstGeom prst="ellipse">
            <a:avLst/>
          </a:prstGeom>
          <a:solidFill>
            <a:schemeClr val="bg1"/>
          </a:solidFill>
          <a:ln w="6350" algn="ctr">
            <a:solidFill>
              <a:schemeClr val="tx1"/>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63" name="Ellipse 62"/>
          <p:cNvSpPr/>
          <p:nvPr/>
        </p:nvSpPr>
        <p:spPr bwMode="gray">
          <a:xfrm>
            <a:off x="10056092" y="5159799"/>
            <a:ext cx="162613" cy="184358"/>
          </a:xfrm>
          <a:prstGeom prst="ellipse">
            <a:avLst/>
          </a:prstGeom>
          <a:solidFill>
            <a:schemeClr val="bg1"/>
          </a:solidFill>
          <a:ln w="6350" algn="ctr">
            <a:solidFill>
              <a:schemeClr val="tx1"/>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cxnSp>
        <p:nvCxnSpPr>
          <p:cNvPr id="65" name="Gerade Verbindung mit Pfeil 64"/>
          <p:cNvCxnSpPr>
            <a:stCxn id="43" idx="5"/>
          </p:cNvCxnSpPr>
          <p:nvPr/>
        </p:nvCxnSpPr>
        <p:spPr>
          <a:xfrm>
            <a:off x="9341692" y="4035031"/>
            <a:ext cx="1034670" cy="1150851"/>
          </a:xfrm>
          <a:prstGeom prst="straightConnector1">
            <a:avLst/>
          </a:prstGeom>
          <a:ln w="635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9" name="Gerade Verbindung mit Pfeil 68"/>
          <p:cNvCxnSpPr>
            <a:stCxn id="42" idx="2"/>
          </p:cNvCxnSpPr>
          <p:nvPr/>
        </p:nvCxnSpPr>
        <p:spPr>
          <a:xfrm>
            <a:off x="1751904" y="3974879"/>
            <a:ext cx="7400409" cy="1239452"/>
          </a:xfrm>
          <a:prstGeom prst="straightConnector1">
            <a:avLst/>
          </a:prstGeom>
          <a:ln w="635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0" name="Rechteck 69"/>
          <p:cNvSpPr/>
          <p:nvPr/>
        </p:nvSpPr>
        <p:spPr bwMode="gray">
          <a:xfrm>
            <a:off x="6569129" y="4105009"/>
            <a:ext cx="1360173" cy="343784"/>
          </a:xfrm>
          <a:prstGeom prst="rect">
            <a:avLst/>
          </a:prstGeom>
          <a:solidFill>
            <a:schemeClr val="bg1">
              <a:lumMod val="85000"/>
            </a:schemeClr>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kumimoji="0" lang="de-DE" sz="2000" b="0" i="0" kern="0" cap="none" spc="0" normalizeH="0" baseline="0" noProof="0" dirty="0">
                <a:ln>
                  <a:noFill/>
                </a:ln>
                <a:effectLst/>
                <a:ea typeface="Arial Unicode MS" pitchFamily="34" charset="-128"/>
                <a:cs typeface="Arial Unicode MS" pitchFamily="34" charset="-128"/>
              </a:rPr>
              <a:t>SAP-LUW</a:t>
            </a:r>
          </a:p>
        </p:txBody>
      </p:sp>
      <p:sp>
        <p:nvSpPr>
          <p:cNvPr id="71" name="Rechteck 70"/>
          <p:cNvSpPr/>
          <p:nvPr/>
        </p:nvSpPr>
        <p:spPr bwMode="gray">
          <a:xfrm>
            <a:off x="4872812" y="5443396"/>
            <a:ext cx="1360173" cy="343784"/>
          </a:xfrm>
          <a:prstGeom prst="rect">
            <a:avLst/>
          </a:prstGeom>
          <a:solidFill>
            <a:schemeClr val="bg1">
              <a:lumMod val="75000"/>
            </a:schemeClr>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kumimoji="0" lang="de-DE" sz="2000" b="0" i="0" kern="0" cap="none" spc="0" normalizeH="0" baseline="0" noProof="0" dirty="0">
                <a:ln>
                  <a:noFill/>
                </a:ln>
                <a:effectLst/>
                <a:ea typeface="Arial Unicode MS" pitchFamily="34" charset="-128"/>
                <a:cs typeface="Arial Unicode MS" pitchFamily="34" charset="-128"/>
              </a:rPr>
              <a:t>DB-LUWs</a:t>
            </a:r>
          </a:p>
        </p:txBody>
      </p:sp>
    </p:spTree>
    <p:extLst>
      <p:ext uri="{BB962C8B-B14F-4D97-AF65-F5344CB8AC3E}">
        <p14:creationId xmlns:p14="http://schemas.microsoft.com/office/powerpoint/2010/main" val="178083494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Inhaltsplatzhalter 2"/>
          <p:cNvSpPr>
            <a:spLocks noGrp="1"/>
          </p:cNvSpPr>
          <p:nvPr>
            <p:ph idx="1"/>
          </p:nvPr>
        </p:nvSpPr>
        <p:spPr>
          <a:xfrm>
            <a:off x="323999" y="1369311"/>
            <a:ext cx="10147354" cy="4752654"/>
          </a:xfrm>
        </p:spPr>
        <p:txBody>
          <a:bodyPr lIns="0" tIns="0" rIns="0" bIns="0"/>
          <a:lstStyle/>
          <a:p>
            <a:pPr marL="0" lvl="0" indent="0">
              <a:lnSpc>
                <a:spcPct val="150000"/>
              </a:lnSpc>
              <a:buNone/>
            </a:pPr>
            <a:r>
              <a:rPr lang="en-US" sz="2400" dirty="0"/>
              <a:t>Problem</a:t>
            </a:r>
          </a:p>
          <a:p>
            <a:pPr marL="522720" lvl="2" indent="-342720">
              <a:lnSpc>
                <a:spcPct val="100000"/>
              </a:lnSpc>
              <a:buFont typeface="Arial" panose="020B0604020202020204" pitchFamily="34" charset="0"/>
              <a:buChar char="•"/>
            </a:pPr>
            <a:r>
              <a:rPr lang="en-US" sz="2000" dirty="0"/>
              <a:t>New data sets are transferred into the database </a:t>
            </a:r>
            <a:r>
              <a:rPr lang="en-US" sz="2000" b="1" dirty="0"/>
              <a:t>by each screen</a:t>
            </a:r>
          </a:p>
          <a:p>
            <a:pPr marL="522720" lvl="2" indent="-342720">
              <a:lnSpc>
                <a:spcPct val="100000"/>
              </a:lnSpc>
              <a:buFont typeface="Arial" panose="020B0604020202020204" pitchFamily="34" charset="0"/>
              <a:buChar char="•"/>
            </a:pPr>
            <a:r>
              <a:rPr lang="en-US" sz="2000" dirty="0"/>
              <a:t>Only if last screen of the program is reached and all data sets are written to the database the data are correct</a:t>
            </a:r>
          </a:p>
          <a:p>
            <a:pPr marL="0" lvl="0" indent="0">
              <a:lnSpc>
                <a:spcPct val="150000"/>
              </a:lnSpc>
              <a:buNone/>
            </a:pPr>
            <a:r>
              <a:rPr lang="en-US" sz="2400" dirty="0"/>
              <a:t>Solution</a:t>
            </a:r>
          </a:p>
          <a:p>
            <a:pPr marL="522720" lvl="2" indent="-342720">
              <a:lnSpc>
                <a:spcPct val="100000"/>
              </a:lnSpc>
              <a:buFont typeface="Arial" panose="020B0604020202020204" pitchFamily="34" charset="0"/>
              <a:buChar char="•"/>
            </a:pPr>
            <a:r>
              <a:rPr lang="en-US" sz="2000" dirty="0"/>
              <a:t>Updates to database are written to the </a:t>
            </a:r>
            <a:r>
              <a:rPr lang="en-US" sz="2000" b="1" dirty="0"/>
              <a:t>updater process</a:t>
            </a:r>
          </a:p>
          <a:p>
            <a:pPr marL="522720" lvl="2" indent="-342720">
              <a:lnSpc>
                <a:spcPct val="100000"/>
              </a:lnSpc>
              <a:buFont typeface="Arial" panose="020B0604020202020204" pitchFamily="34" charset="0"/>
              <a:buChar char="•"/>
            </a:pPr>
            <a:r>
              <a:rPr lang="en-US" sz="2000" dirty="0"/>
              <a:t>Only when last screen of the program is reached, the updater receives a trigger to write data to database (commit) or to dismiss (rollback)</a:t>
            </a:r>
          </a:p>
          <a:p>
            <a:pPr marL="180000" lvl="2" indent="0">
              <a:lnSpc>
                <a:spcPct val="250000"/>
              </a:lnSpc>
              <a:buNone/>
            </a:pPr>
            <a:r>
              <a:rPr lang="en-US" sz="2000" dirty="0">
                <a:sym typeface="Wingdings" panose="05000000000000000000" pitchFamily="2" charset="2"/>
              </a:rPr>
              <a:t>      </a:t>
            </a:r>
            <a:r>
              <a:rPr lang="en-US" sz="2000" dirty="0"/>
              <a:t>ensures </a:t>
            </a:r>
            <a:r>
              <a:rPr lang="en-US" sz="2000" b="1" dirty="0"/>
              <a:t>data integrity</a:t>
            </a:r>
          </a:p>
        </p:txBody>
      </p:sp>
      <p:sp>
        <p:nvSpPr>
          <p:cNvPr id="3" name="Titel 2"/>
          <p:cNvSpPr>
            <a:spLocks noGrp="1"/>
          </p:cNvSpPr>
          <p:nvPr>
            <p:ph type="title"/>
          </p:nvPr>
        </p:nvSpPr>
        <p:spPr>
          <a:xfrm>
            <a:off x="323999" y="324074"/>
            <a:ext cx="11545199" cy="756174"/>
          </a:xfrm>
        </p:spPr>
        <p:txBody>
          <a:bodyPr lIns="0" tIns="0" rIns="0" bIns="0"/>
          <a:lstStyle/>
          <a:p>
            <a:pPr lvl="0">
              <a:lnSpc>
                <a:spcPct val="100000"/>
              </a:lnSpc>
            </a:pPr>
            <a:r>
              <a:rPr lang="de-DE" sz="2000" dirty="0">
                <a:solidFill>
                  <a:srgbClr val="CCCCCC"/>
                </a:solidFill>
              </a:rPr>
              <a:t>II. </a:t>
            </a:r>
            <a:r>
              <a:rPr lang="en-US" sz="2000" dirty="0">
                <a:solidFill>
                  <a:srgbClr val="CCCCCC"/>
                </a:solidFill>
              </a:rPr>
              <a:t>Data consistency</a:t>
            </a:r>
            <a:r>
              <a:rPr lang="de-DE" sz="2400">
                <a:solidFill>
                  <a:srgbClr val="CCCCCC"/>
                </a:solidFill>
              </a:rPr>
              <a:t/>
            </a:r>
            <a:br>
              <a:rPr lang="de-DE" sz="2400">
                <a:solidFill>
                  <a:srgbClr val="CCCCCC"/>
                </a:solidFill>
              </a:rPr>
            </a:br>
            <a:r>
              <a:rPr lang="de-DE" dirty="0"/>
              <a:t>SAP LUW (Logical Unit </a:t>
            </a:r>
            <a:r>
              <a:rPr lang="de-DE" dirty="0" err="1"/>
              <a:t>of</a:t>
            </a:r>
            <a:r>
              <a:rPr lang="de-DE" dirty="0"/>
              <a:t> Work)</a:t>
            </a:r>
          </a:p>
        </p:txBody>
      </p:sp>
    </p:spTree>
    <p:extLst>
      <p:ext uri="{BB962C8B-B14F-4D97-AF65-F5344CB8AC3E}">
        <p14:creationId xmlns:p14="http://schemas.microsoft.com/office/powerpoint/2010/main" val="278089443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de-DE" sz="2000" dirty="0">
                <a:solidFill>
                  <a:srgbClr val="CCCCCC"/>
                </a:solidFill>
              </a:rPr>
              <a:t>II. </a:t>
            </a:r>
            <a:r>
              <a:rPr lang="en-US" sz="2000" dirty="0">
                <a:solidFill>
                  <a:srgbClr val="CCCCCC"/>
                </a:solidFill>
              </a:rPr>
              <a:t>Data consistency</a:t>
            </a:r>
            <a:r>
              <a:rPr lang="de-DE" sz="2000" dirty="0">
                <a:solidFill>
                  <a:srgbClr val="CCCCCC"/>
                </a:solidFill>
              </a:rPr>
              <a:t/>
            </a:r>
            <a:br>
              <a:rPr lang="de-DE" sz="2000" dirty="0">
                <a:solidFill>
                  <a:srgbClr val="CCCCCC"/>
                </a:solidFill>
              </a:rPr>
            </a:br>
            <a:r>
              <a:rPr lang="de-DE" dirty="0"/>
              <a:t>The </a:t>
            </a:r>
            <a:r>
              <a:rPr lang="en-US" dirty="0"/>
              <a:t>updater process</a:t>
            </a:r>
            <a:endParaRPr lang="en-US" sz="3600" dirty="0"/>
          </a:p>
        </p:txBody>
      </p:sp>
      <p:sp>
        <p:nvSpPr>
          <p:cNvPr id="25" name="Inhaltsplatzhalter 2"/>
          <p:cNvSpPr>
            <a:spLocks noGrp="1"/>
          </p:cNvSpPr>
          <p:nvPr>
            <p:ph idx="1"/>
          </p:nvPr>
        </p:nvSpPr>
        <p:spPr>
          <a:xfrm>
            <a:off x="323999" y="1369312"/>
            <a:ext cx="2448696" cy="444739"/>
          </a:xfrm>
        </p:spPr>
        <p:txBody>
          <a:bodyPr lIns="0" tIns="0" rIns="0" bIns="0"/>
          <a:lstStyle/>
          <a:p>
            <a:pPr marL="342720" lvl="0" indent="-342720">
              <a:lnSpc>
                <a:spcPct val="100000"/>
              </a:lnSpc>
              <a:buFont typeface="Arial" panose="020B0604020202020204" pitchFamily="34" charset="0"/>
              <a:buChar char="•"/>
            </a:pPr>
            <a:r>
              <a:rPr lang="en-US" dirty="0"/>
              <a:t>Schema:</a:t>
            </a:r>
          </a:p>
        </p:txBody>
      </p:sp>
      <p:sp>
        <p:nvSpPr>
          <p:cNvPr id="4" name="Rectangle 24"/>
          <p:cNvSpPr>
            <a:spLocks noChangeArrowheads="1"/>
          </p:cNvSpPr>
          <p:nvPr/>
        </p:nvSpPr>
        <p:spPr bwMode="gray">
          <a:xfrm>
            <a:off x="4990626" y="1381303"/>
            <a:ext cx="2232025" cy="1368425"/>
          </a:xfrm>
          <a:prstGeom prst="rect">
            <a:avLst/>
          </a:prstGeom>
          <a:solidFill>
            <a:srgbClr val="CCCCCC"/>
          </a:solidFill>
          <a:ln w="19050">
            <a:solidFill>
              <a:schemeClr val="bg1"/>
            </a:solidFill>
            <a:miter lim="800000"/>
            <a:headEnd/>
            <a:tailEnd/>
          </a:ln>
        </p:spPr>
        <p:txBody>
          <a:bodyPr wrap="none" lIns="0" tIns="0" rIns="0" bIns="0"/>
          <a:lstStyle/>
          <a:p>
            <a:pPr marL="0" lvl="0" algn="ctr">
              <a:lnSpc>
                <a:spcPct val="100000"/>
              </a:lnSpc>
              <a:buClr>
                <a:srgbClr val="44697D"/>
              </a:buClr>
              <a:buSzPct val="80000"/>
              <a:buNone/>
            </a:pPr>
            <a:r>
              <a:rPr lang="en-GB" sz="2000" dirty="0">
                <a:ea typeface="Arial Unicode MS" pitchFamily="34" charset="-128"/>
                <a:cs typeface="Arial Unicode MS" pitchFamily="34" charset="-128"/>
              </a:rPr>
              <a:t>Protocol table</a:t>
            </a:r>
          </a:p>
        </p:txBody>
      </p:sp>
      <p:sp>
        <p:nvSpPr>
          <p:cNvPr id="5" name="Rectangle 24"/>
          <p:cNvSpPr>
            <a:spLocks noChangeArrowheads="1"/>
          </p:cNvSpPr>
          <p:nvPr/>
        </p:nvSpPr>
        <p:spPr bwMode="gray">
          <a:xfrm>
            <a:off x="1964798" y="4349030"/>
            <a:ext cx="2808287" cy="1081087"/>
          </a:xfrm>
          <a:prstGeom prst="rect">
            <a:avLst/>
          </a:prstGeom>
          <a:solidFill>
            <a:srgbClr val="CCCCCC"/>
          </a:solidFill>
          <a:ln w="19050">
            <a:solidFill>
              <a:schemeClr val="bg1"/>
            </a:solidFill>
            <a:miter lim="800000"/>
            <a:headEnd/>
            <a:tailEnd/>
          </a:ln>
        </p:spPr>
        <p:txBody>
          <a:bodyPr wrap="none" lIns="0" tIns="0" rIns="0" bIns="0"/>
          <a:lstStyle/>
          <a:p>
            <a:pPr marL="0" lvl="0" algn="ctr">
              <a:lnSpc>
                <a:spcPct val="100000"/>
              </a:lnSpc>
              <a:buClr>
                <a:srgbClr val="44697D"/>
              </a:buClr>
              <a:buSzPct val="80000"/>
              <a:buNone/>
            </a:pPr>
            <a:r>
              <a:rPr lang="en-GB" sz="2000" dirty="0">
                <a:ea typeface="Arial Unicode MS" pitchFamily="34" charset="-128"/>
                <a:cs typeface="Arial Unicode MS" pitchFamily="34" charset="-128"/>
              </a:rPr>
              <a:t>Work process</a:t>
            </a:r>
          </a:p>
        </p:txBody>
      </p:sp>
      <p:sp>
        <p:nvSpPr>
          <p:cNvPr id="6" name="Rectangle 24"/>
          <p:cNvSpPr>
            <a:spLocks noChangeArrowheads="1"/>
          </p:cNvSpPr>
          <p:nvPr/>
        </p:nvSpPr>
        <p:spPr bwMode="gray">
          <a:xfrm>
            <a:off x="7222651" y="4160851"/>
            <a:ext cx="2808287" cy="1081087"/>
          </a:xfrm>
          <a:prstGeom prst="rect">
            <a:avLst/>
          </a:prstGeom>
          <a:solidFill>
            <a:srgbClr val="CCCCCC"/>
          </a:solidFill>
          <a:ln w="19050">
            <a:solidFill>
              <a:schemeClr val="bg1"/>
            </a:solidFill>
            <a:miter lim="800000"/>
            <a:headEnd/>
            <a:tailEnd/>
          </a:ln>
        </p:spPr>
        <p:txBody>
          <a:bodyPr wrap="none" lIns="0" tIns="0" rIns="0" bIns="0"/>
          <a:lstStyle/>
          <a:p>
            <a:pPr marL="0" lvl="0" algn="ctr">
              <a:lnSpc>
                <a:spcPct val="100000"/>
              </a:lnSpc>
              <a:buClr>
                <a:srgbClr val="44697D"/>
              </a:buClr>
              <a:buSzPct val="80000"/>
              <a:buNone/>
            </a:pPr>
            <a:r>
              <a:rPr lang="en-GB" sz="2000" dirty="0">
                <a:ea typeface="Arial Unicode MS" pitchFamily="34" charset="-128"/>
                <a:cs typeface="Arial Unicode MS" pitchFamily="34" charset="-128"/>
              </a:rPr>
              <a:t>Work process</a:t>
            </a:r>
          </a:p>
        </p:txBody>
      </p:sp>
      <p:cxnSp>
        <p:nvCxnSpPr>
          <p:cNvPr id="7" name="AutoShape 13"/>
          <p:cNvCxnSpPr>
            <a:cxnSpLocks noChangeShapeType="1"/>
          </p:cNvCxnSpPr>
          <p:nvPr/>
        </p:nvCxnSpPr>
        <p:spPr bwMode="auto">
          <a:xfrm rot="16200000">
            <a:off x="3111273" y="2462390"/>
            <a:ext cx="2259013" cy="1465263"/>
          </a:xfrm>
          <a:prstGeom prst="bentConnector2">
            <a:avLst/>
          </a:prstGeom>
          <a:noFill/>
          <a:ln w="9525">
            <a:solidFill>
              <a:schemeClr val="tx1"/>
            </a:solidFill>
            <a:miter lim="800000"/>
            <a:headEnd/>
            <a:tailEnd type="triangle" w="med" len="med"/>
          </a:ln>
        </p:spPr>
      </p:cxnSp>
      <p:cxnSp>
        <p:nvCxnSpPr>
          <p:cNvPr id="8" name="AutoShape 19"/>
          <p:cNvCxnSpPr>
            <a:cxnSpLocks noChangeShapeType="1"/>
          </p:cNvCxnSpPr>
          <p:nvPr/>
        </p:nvCxnSpPr>
        <p:spPr bwMode="auto">
          <a:xfrm flipV="1">
            <a:off x="4240779" y="2749728"/>
            <a:ext cx="1790700" cy="2185987"/>
          </a:xfrm>
          <a:prstGeom prst="bentConnector2">
            <a:avLst/>
          </a:prstGeom>
          <a:noFill/>
          <a:ln w="9525">
            <a:solidFill>
              <a:schemeClr val="tx1"/>
            </a:solidFill>
            <a:miter lim="800000"/>
            <a:headEnd/>
            <a:tailEnd type="triangle" w="med" len="med"/>
          </a:ln>
        </p:spPr>
      </p:cxnSp>
      <p:cxnSp>
        <p:nvCxnSpPr>
          <p:cNvPr id="9" name="AutoShape 20"/>
          <p:cNvCxnSpPr>
            <a:cxnSpLocks noChangeShapeType="1"/>
          </p:cNvCxnSpPr>
          <p:nvPr/>
        </p:nvCxnSpPr>
        <p:spPr bwMode="auto">
          <a:xfrm rot="16200000" flipV="1">
            <a:off x="5670175" y="3172712"/>
            <a:ext cx="2174340" cy="902533"/>
          </a:xfrm>
          <a:prstGeom prst="bentConnector3">
            <a:avLst>
              <a:gd name="adj1" fmla="val -194"/>
            </a:avLst>
          </a:prstGeom>
          <a:noFill/>
          <a:ln w="9525">
            <a:solidFill>
              <a:schemeClr val="tx1"/>
            </a:solidFill>
            <a:miter lim="800000"/>
            <a:headEnd/>
            <a:tailEnd type="triangle" w="med" len="med"/>
          </a:ln>
        </p:spPr>
      </p:cxnSp>
      <p:cxnSp>
        <p:nvCxnSpPr>
          <p:cNvPr id="12" name="AutoShape 18"/>
          <p:cNvCxnSpPr>
            <a:cxnSpLocks noChangeShapeType="1"/>
          </p:cNvCxnSpPr>
          <p:nvPr/>
        </p:nvCxnSpPr>
        <p:spPr bwMode="auto">
          <a:xfrm>
            <a:off x="8623618" y="5322231"/>
            <a:ext cx="3175" cy="349250"/>
          </a:xfrm>
          <a:prstGeom prst="straightConnector1">
            <a:avLst/>
          </a:prstGeom>
          <a:noFill/>
          <a:ln w="9525">
            <a:solidFill>
              <a:schemeClr val="tx1"/>
            </a:solidFill>
            <a:round/>
            <a:headEnd/>
            <a:tailEnd type="triangle" w="med" len="med"/>
          </a:ln>
        </p:spPr>
      </p:cxnSp>
      <p:sp>
        <p:nvSpPr>
          <p:cNvPr id="13" name="AutoShape 4"/>
          <p:cNvSpPr>
            <a:spLocks noChangeArrowheads="1"/>
          </p:cNvSpPr>
          <p:nvPr/>
        </p:nvSpPr>
        <p:spPr bwMode="gray">
          <a:xfrm>
            <a:off x="8047356" y="5751775"/>
            <a:ext cx="1406360" cy="720725"/>
          </a:xfrm>
          <a:prstGeom prst="can">
            <a:avLst>
              <a:gd name="adj" fmla="val 25000"/>
            </a:avLst>
          </a:prstGeom>
          <a:solidFill>
            <a:srgbClr val="B5CCCC"/>
          </a:solidFill>
          <a:ln w="12700">
            <a:solidFill>
              <a:schemeClr val="bg1"/>
            </a:solidFill>
            <a:round/>
            <a:headEnd/>
            <a:tailEnd/>
          </a:ln>
        </p:spPr>
        <p:txBody>
          <a:bodyPr wrap="none" lIns="0" tIns="0" rIns="0" bIns="0" anchor="ctr"/>
          <a:lstStyle/>
          <a:p>
            <a:pPr marL="0" lvl="0" algn="ctr">
              <a:lnSpc>
                <a:spcPct val="100000"/>
              </a:lnSpc>
              <a:buNone/>
            </a:pPr>
            <a:r>
              <a:rPr lang="de-DE" sz="2000" dirty="0"/>
              <a:t>Database</a:t>
            </a:r>
          </a:p>
        </p:txBody>
      </p:sp>
      <p:cxnSp>
        <p:nvCxnSpPr>
          <p:cNvPr id="14" name="AutoShape 17"/>
          <p:cNvCxnSpPr>
            <a:cxnSpLocks noChangeShapeType="1"/>
            <a:endCxn id="6" idx="0"/>
          </p:cNvCxnSpPr>
          <p:nvPr/>
        </p:nvCxnSpPr>
        <p:spPr bwMode="auto">
          <a:xfrm rot="16200000" flipH="1">
            <a:off x="6890425" y="2424481"/>
            <a:ext cx="2095336" cy="1377403"/>
          </a:xfrm>
          <a:prstGeom prst="bentConnector3">
            <a:avLst>
              <a:gd name="adj1" fmla="val 25"/>
            </a:avLst>
          </a:prstGeom>
          <a:noFill/>
          <a:ln w="9525">
            <a:solidFill>
              <a:schemeClr val="tx1"/>
            </a:solidFill>
            <a:miter lim="800000"/>
            <a:headEnd/>
            <a:tailEnd type="triangle" w="med" len="med"/>
          </a:ln>
        </p:spPr>
      </p:cxnSp>
      <p:sp>
        <p:nvSpPr>
          <p:cNvPr id="17" name="Rectangle 20"/>
          <p:cNvSpPr>
            <a:spLocks noChangeArrowheads="1"/>
          </p:cNvSpPr>
          <p:nvPr/>
        </p:nvSpPr>
        <p:spPr bwMode="gray">
          <a:xfrm>
            <a:off x="2651022" y="4756327"/>
            <a:ext cx="1582737" cy="358775"/>
          </a:xfrm>
          <a:prstGeom prst="rect">
            <a:avLst/>
          </a:prstGeom>
          <a:solidFill>
            <a:srgbClr val="04357B"/>
          </a:solidFill>
          <a:ln w="19050">
            <a:solidFill>
              <a:schemeClr val="bg1"/>
            </a:solidFill>
            <a:miter lim="800000"/>
            <a:headEnd/>
            <a:tailEnd/>
          </a:ln>
        </p:spPr>
        <p:txBody>
          <a:bodyPr wrap="none" lIns="0" tIns="0" rIns="0" bIns="0" anchor="ctr"/>
          <a:lstStyle/>
          <a:p>
            <a:pPr marL="0" lvl="0" algn="ctr">
              <a:lnSpc>
                <a:spcPct val="100000"/>
              </a:lnSpc>
              <a:buClr>
                <a:srgbClr val="44697D"/>
              </a:buClr>
              <a:buSzPct val="80000"/>
              <a:buNone/>
            </a:pPr>
            <a:r>
              <a:rPr lang="en-US" sz="2000" dirty="0">
                <a:solidFill>
                  <a:srgbClr val="FFFFFF"/>
                </a:solidFill>
                <a:ea typeface="Arial Unicode MS" pitchFamily="34" charset="-128"/>
                <a:cs typeface="Arial Unicode MS" pitchFamily="34" charset="-128"/>
              </a:rPr>
              <a:t>Program</a:t>
            </a:r>
          </a:p>
        </p:txBody>
      </p:sp>
      <p:sp>
        <p:nvSpPr>
          <p:cNvPr id="18" name="Rectangle 20"/>
          <p:cNvSpPr>
            <a:spLocks noChangeArrowheads="1"/>
          </p:cNvSpPr>
          <p:nvPr/>
        </p:nvSpPr>
        <p:spPr bwMode="gray">
          <a:xfrm>
            <a:off x="7832249" y="4576939"/>
            <a:ext cx="1582737" cy="358775"/>
          </a:xfrm>
          <a:prstGeom prst="rect">
            <a:avLst/>
          </a:prstGeom>
          <a:solidFill>
            <a:srgbClr val="04357B"/>
          </a:solidFill>
          <a:ln w="19050">
            <a:solidFill>
              <a:schemeClr val="bg1"/>
            </a:solidFill>
            <a:miter lim="800000"/>
            <a:headEnd/>
            <a:tailEnd/>
          </a:ln>
        </p:spPr>
        <p:txBody>
          <a:bodyPr wrap="none" lIns="0" tIns="0" rIns="0" bIns="0" anchor="ctr"/>
          <a:lstStyle/>
          <a:p>
            <a:pPr marL="0" lvl="0" algn="ctr">
              <a:lnSpc>
                <a:spcPct val="100000"/>
              </a:lnSpc>
              <a:buClr>
                <a:srgbClr val="44697D"/>
              </a:buClr>
              <a:buSzPct val="80000"/>
              <a:buNone/>
            </a:pPr>
            <a:r>
              <a:rPr lang="en-US" sz="2000" dirty="0">
                <a:solidFill>
                  <a:srgbClr val="FFFFFF"/>
                </a:solidFill>
                <a:ea typeface="Arial Unicode MS" pitchFamily="34" charset="-128"/>
                <a:cs typeface="Arial Unicode MS" pitchFamily="34" charset="-128"/>
              </a:rPr>
              <a:t>Updater</a:t>
            </a:r>
          </a:p>
        </p:txBody>
      </p:sp>
      <p:sp>
        <p:nvSpPr>
          <p:cNvPr id="19" name="Rectangle 21"/>
          <p:cNvSpPr>
            <a:spLocks noChangeArrowheads="1"/>
          </p:cNvSpPr>
          <p:nvPr/>
        </p:nvSpPr>
        <p:spPr bwMode="gray">
          <a:xfrm>
            <a:off x="2617261" y="2933000"/>
            <a:ext cx="1582738" cy="360363"/>
          </a:xfrm>
          <a:prstGeom prst="rect">
            <a:avLst/>
          </a:prstGeom>
          <a:solidFill>
            <a:srgbClr val="F0AB00"/>
          </a:solidFill>
          <a:ln w="19050">
            <a:solidFill>
              <a:schemeClr val="bg1"/>
            </a:solidFill>
            <a:miter lim="800000"/>
            <a:headEnd/>
            <a:tailEnd/>
          </a:ln>
        </p:spPr>
        <p:txBody>
          <a:bodyPr wrap="none" lIns="0" tIns="0" rIns="0" bIns="0" anchor="ctr"/>
          <a:lstStyle/>
          <a:p>
            <a:pPr marL="0" lvl="0" algn="ctr">
              <a:lnSpc>
                <a:spcPct val="100000"/>
              </a:lnSpc>
              <a:buClr>
                <a:srgbClr val="44697D"/>
              </a:buClr>
              <a:buSzPct val="80000"/>
              <a:buNone/>
            </a:pPr>
            <a:r>
              <a:rPr lang="en-US" sz="2000" dirty="0">
                <a:solidFill>
                  <a:srgbClr val="FFFFFF"/>
                </a:solidFill>
                <a:ea typeface="Arial Unicode MS" pitchFamily="34" charset="-128"/>
                <a:cs typeface="Arial Unicode MS" pitchFamily="34" charset="-128"/>
              </a:rPr>
              <a:t>Data</a:t>
            </a:r>
          </a:p>
        </p:txBody>
      </p:sp>
      <p:sp>
        <p:nvSpPr>
          <p:cNvPr id="20" name="Rectangle 21"/>
          <p:cNvSpPr>
            <a:spLocks noChangeArrowheads="1"/>
          </p:cNvSpPr>
          <p:nvPr/>
        </p:nvSpPr>
        <p:spPr bwMode="gray">
          <a:xfrm>
            <a:off x="7832249" y="2933000"/>
            <a:ext cx="1582738" cy="360363"/>
          </a:xfrm>
          <a:prstGeom prst="rect">
            <a:avLst/>
          </a:prstGeom>
          <a:solidFill>
            <a:srgbClr val="F0AB00"/>
          </a:solidFill>
          <a:ln w="19050">
            <a:solidFill>
              <a:schemeClr val="bg1"/>
            </a:solidFill>
            <a:miter lim="800000"/>
            <a:headEnd/>
            <a:tailEnd/>
          </a:ln>
        </p:spPr>
        <p:txBody>
          <a:bodyPr wrap="none" lIns="0" tIns="0" rIns="0" bIns="0" anchor="ctr"/>
          <a:lstStyle/>
          <a:p>
            <a:pPr marL="0" lvl="0" algn="ctr">
              <a:lnSpc>
                <a:spcPct val="100000"/>
              </a:lnSpc>
              <a:buClr>
                <a:srgbClr val="44697D"/>
              </a:buClr>
              <a:buSzPct val="80000"/>
              <a:buNone/>
            </a:pPr>
            <a:r>
              <a:rPr lang="en-US" sz="2000" dirty="0">
                <a:solidFill>
                  <a:srgbClr val="FFFFFF"/>
                </a:solidFill>
                <a:ea typeface="Arial Unicode MS" pitchFamily="34" charset="-128"/>
                <a:cs typeface="Arial Unicode MS" pitchFamily="34" charset="-128"/>
              </a:rPr>
              <a:t>Data</a:t>
            </a:r>
          </a:p>
        </p:txBody>
      </p:sp>
      <p:sp>
        <p:nvSpPr>
          <p:cNvPr id="21" name="Rectangle 21"/>
          <p:cNvSpPr>
            <a:spLocks noChangeArrowheads="1"/>
          </p:cNvSpPr>
          <p:nvPr/>
        </p:nvSpPr>
        <p:spPr bwMode="gray">
          <a:xfrm>
            <a:off x="6106638" y="3437034"/>
            <a:ext cx="1582738" cy="360363"/>
          </a:xfrm>
          <a:prstGeom prst="rect">
            <a:avLst/>
          </a:prstGeom>
          <a:solidFill>
            <a:srgbClr val="F0AB00"/>
          </a:solidFill>
          <a:ln w="19050">
            <a:solidFill>
              <a:schemeClr val="bg1"/>
            </a:solidFill>
            <a:miter lim="800000"/>
            <a:headEnd/>
            <a:tailEnd/>
          </a:ln>
        </p:spPr>
        <p:txBody>
          <a:bodyPr wrap="none" lIns="0" tIns="0" rIns="0" bIns="0" anchor="ctr"/>
          <a:lstStyle/>
          <a:p>
            <a:pPr marL="0" lvl="0" algn="ctr">
              <a:lnSpc>
                <a:spcPct val="100000"/>
              </a:lnSpc>
              <a:buClr>
                <a:srgbClr val="44697D"/>
              </a:buClr>
              <a:buSzPct val="80000"/>
              <a:buNone/>
            </a:pPr>
            <a:r>
              <a:rPr lang="en-US" sz="2000" dirty="0">
                <a:solidFill>
                  <a:srgbClr val="FFFFFF"/>
                </a:solidFill>
                <a:ea typeface="Arial Unicode MS" pitchFamily="34" charset="-128"/>
                <a:cs typeface="Arial Unicode MS" pitchFamily="34" charset="-128"/>
              </a:rPr>
              <a:t>deletes</a:t>
            </a:r>
          </a:p>
        </p:txBody>
      </p:sp>
      <p:sp>
        <p:nvSpPr>
          <p:cNvPr id="22" name="Oval 23"/>
          <p:cNvSpPr>
            <a:spLocks noChangeAspect="1" noChangeArrowheads="1"/>
          </p:cNvSpPr>
          <p:nvPr/>
        </p:nvSpPr>
        <p:spPr bwMode="gray">
          <a:xfrm>
            <a:off x="2954183" y="3835034"/>
            <a:ext cx="457200" cy="457200"/>
          </a:xfrm>
          <a:prstGeom prst="ellipse">
            <a:avLst/>
          </a:prstGeom>
          <a:solidFill>
            <a:srgbClr val="F0AB00"/>
          </a:solidFill>
          <a:ln w="19050" algn="ctr">
            <a:solidFill>
              <a:schemeClr val="bg1"/>
            </a:solidFill>
            <a:round/>
            <a:headEnd/>
            <a:tailEnd/>
          </a:ln>
        </p:spPr>
        <p:txBody>
          <a:bodyPr wrap="none" lIns="0" tIns="0" rIns="0" bIns="0" anchor="ctr"/>
          <a:lstStyle/>
          <a:p>
            <a:pPr marL="0" lvl="0" algn="ctr">
              <a:lnSpc>
                <a:spcPct val="100000"/>
              </a:lnSpc>
              <a:buClr>
                <a:srgbClr val="44697D"/>
              </a:buClr>
              <a:buSzPct val="80000"/>
              <a:buNone/>
            </a:pPr>
            <a:r>
              <a:rPr lang="de-DE" sz="2000" dirty="0">
                <a:solidFill>
                  <a:srgbClr val="FFFFFF"/>
                </a:solidFill>
                <a:ea typeface="Arial Unicode MS" pitchFamily="34" charset="-128"/>
                <a:cs typeface="Arial Unicode MS" pitchFamily="34" charset="-128"/>
              </a:rPr>
              <a:t>1</a:t>
            </a:r>
          </a:p>
        </p:txBody>
      </p:sp>
      <p:sp>
        <p:nvSpPr>
          <p:cNvPr id="23" name="Oval 23"/>
          <p:cNvSpPr>
            <a:spLocks noChangeAspect="1" noChangeArrowheads="1"/>
          </p:cNvSpPr>
          <p:nvPr/>
        </p:nvSpPr>
        <p:spPr bwMode="gray">
          <a:xfrm>
            <a:off x="5461058" y="4419206"/>
            <a:ext cx="457200" cy="457200"/>
          </a:xfrm>
          <a:prstGeom prst="ellipse">
            <a:avLst/>
          </a:prstGeom>
          <a:solidFill>
            <a:srgbClr val="F0AB00"/>
          </a:solidFill>
          <a:ln w="19050" algn="ctr">
            <a:solidFill>
              <a:schemeClr val="bg1"/>
            </a:solidFill>
            <a:round/>
            <a:headEnd/>
            <a:tailEnd/>
          </a:ln>
        </p:spPr>
        <p:txBody>
          <a:bodyPr wrap="none" lIns="0" tIns="0" rIns="0" bIns="0" anchor="ctr"/>
          <a:lstStyle/>
          <a:p>
            <a:pPr marL="0" lvl="0" algn="ctr">
              <a:lnSpc>
                <a:spcPct val="100000"/>
              </a:lnSpc>
              <a:buClr>
                <a:srgbClr val="44697D"/>
              </a:buClr>
              <a:buSzPct val="80000"/>
              <a:buNone/>
            </a:pPr>
            <a:r>
              <a:rPr lang="de-DE" sz="2000" dirty="0">
                <a:solidFill>
                  <a:srgbClr val="FFFFFF"/>
                </a:solidFill>
                <a:ea typeface="Arial Unicode MS" pitchFamily="34" charset="-128"/>
                <a:cs typeface="Arial Unicode MS" pitchFamily="34" charset="-128"/>
              </a:rPr>
              <a:t>2</a:t>
            </a:r>
          </a:p>
        </p:txBody>
      </p:sp>
      <p:sp>
        <p:nvSpPr>
          <p:cNvPr id="24" name="Oval 23"/>
          <p:cNvSpPr>
            <a:spLocks noChangeAspect="1" noChangeArrowheads="1"/>
          </p:cNvSpPr>
          <p:nvPr/>
        </p:nvSpPr>
        <p:spPr bwMode="gray">
          <a:xfrm>
            <a:off x="6377631" y="4207075"/>
            <a:ext cx="457200" cy="457200"/>
          </a:xfrm>
          <a:prstGeom prst="ellipse">
            <a:avLst/>
          </a:prstGeom>
          <a:solidFill>
            <a:srgbClr val="F0AB00"/>
          </a:solidFill>
          <a:ln w="19050" algn="ctr">
            <a:solidFill>
              <a:schemeClr val="bg1"/>
            </a:solidFill>
            <a:round/>
            <a:headEnd/>
            <a:tailEnd/>
          </a:ln>
        </p:spPr>
        <p:txBody>
          <a:bodyPr wrap="none" lIns="0" tIns="0" rIns="0" bIns="0" anchor="ctr"/>
          <a:lstStyle/>
          <a:p>
            <a:pPr marL="0" lvl="0" algn="ctr">
              <a:lnSpc>
                <a:spcPct val="100000"/>
              </a:lnSpc>
              <a:buClr>
                <a:srgbClr val="44697D"/>
              </a:buClr>
              <a:buSzPct val="80000"/>
              <a:buNone/>
            </a:pPr>
            <a:r>
              <a:rPr lang="de-DE" sz="2000" dirty="0">
                <a:solidFill>
                  <a:srgbClr val="FFFFFF"/>
                </a:solidFill>
                <a:ea typeface="Arial Unicode MS" pitchFamily="34" charset="-128"/>
                <a:cs typeface="Arial Unicode MS" pitchFamily="34" charset="-128"/>
              </a:rPr>
              <a:t>5</a:t>
            </a:r>
          </a:p>
        </p:txBody>
      </p:sp>
      <p:sp>
        <p:nvSpPr>
          <p:cNvPr id="26" name="Oval 23"/>
          <p:cNvSpPr>
            <a:spLocks noChangeAspect="1" noChangeArrowheads="1"/>
          </p:cNvSpPr>
          <p:nvPr/>
        </p:nvSpPr>
        <p:spPr bwMode="gray">
          <a:xfrm>
            <a:off x="8667575" y="3677333"/>
            <a:ext cx="457200" cy="457200"/>
          </a:xfrm>
          <a:prstGeom prst="ellipse">
            <a:avLst/>
          </a:prstGeom>
          <a:solidFill>
            <a:srgbClr val="F0AB00"/>
          </a:solidFill>
          <a:ln w="19050" algn="ctr">
            <a:solidFill>
              <a:schemeClr val="bg1"/>
            </a:solidFill>
            <a:round/>
            <a:headEnd/>
            <a:tailEnd/>
          </a:ln>
        </p:spPr>
        <p:txBody>
          <a:bodyPr wrap="none" lIns="0" tIns="0" rIns="0" bIns="0" anchor="ctr"/>
          <a:lstStyle/>
          <a:p>
            <a:pPr marL="0" lvl="0" algn="ctr">
              <a:lnSpc>
                <a:spcPct val="100000"/>
              </a:lnSpc>
              <a:buClr>
                <a:srgbClr val="44697D"/>
              </a:buClr>
              <a:buSzPct val="80000"/>
              <a:buNone/>
            </a:pPr>
            <a:r>
              <a:rPr lang="de-DE" sz="2000" dirty="0">
                <a:solidFill>
                  <a:srgbClr val="FFFFFF"/>
                </a:solidFill>
                <a:ea typeface="Arial Unicode MS" pitchFamily="34" charset="-128"/>
                <a:cs typeface="Arial Unicode MS" pitchFamily="34" charset="-128"/>
              </a:rPr>
              <a:t>3</a:t>
            </a:r>
          </a:p>
        </p:txBody>
      </p:sp>
      <p:sp>
        <p:nvSpPr>
          <p:cNvPr id="27" name="Oval 23"/>
          <p:cNvSpPr>
            <a:spLocks noChangeAspect="1" noChangeArrowheads="1"/>
          </p:cNvSpPr>
          <p:nvPr/>
        </p:nvSpPr>
        <p:spPr bwMode="gray">
          <a:xfrm>
            <a:off x="8668615" y="5268256"/>
            <a:ext cx="457200" cy="457200"/>
          </a:xfrm>
          <a:prstGeom prst="ellipse">
            <a:avLst/>
          </a:prstGeom>
          <a:solidFill>
            <a:srgbClr val="F0AB00"/>
          </a:solidFill>
          <a:ln w="19050" algn="ctr">
            <a:solidFill>
              <a:schemeClr val="bg1"/>
            </a:solidFill>
            <a:round/>
            <a:headEnd/>
            <a:tailEnd/>
          </a:ln>
        </p:spPr>
        <p:txBody>
          <a:bodyPr wrap="none" lIns="0" tIns="0" rIns="0" bIns="0" anchor="ctr"/>
          <a:lstStyle/>
          <a:p>
            <a:pPr marL="0" lvl="0" algn="ctr">
              <a:lnSpc>
                <a:spcPct val="100000"/>
              </a:lnSpc>
              <a:buClr>
                <a:srgbClr val="44697D"/>
              </a:buClr>
              <a:buSzPct val="80000"/>
              <a:buNone/>
            </a:pPr>
            <a:r>
              <a:rPr lang="de-DE" sz="2000" dirty="0">
                <a:solidFill>
                  <a:srgbClr val="FFFFFF"/>
                </a:solidFill>
                <a:ea typeface="Arial Unicode MS" pitchFamily="34" charset="-128"/>
                <a:cs typeface="Arial Unicode MS" pitchFamily="34" charset="-128"/>
              </a:rPr>
              <a:t>4</a:t>
            </a:r>
          </a:p>
        </p:txBody>
      </p:sp>
      <p:sp>
        <p:nvSpPr>
          <p:cNvPr id="28" name="Rectangle 20"/>
          <p:cNvSpPr>
            <a:spLocks noChangeArrowheads="1"/>
          </p:cNvSpPr>
          <p:nvPr/>
        </p:nvSpPr>
        <p:spPr bwMode="gray">
          <a:xfrm>
            <a:off x="5130737" y="1747786"/>
            <a:ext cx="1582738" cy="358775"/>
          </a:xfrm>
          <a:prstGeom prst="rect">
            <a:avLst/>
          </a:prstGeom>
          <a:solidFill>
            <a:srgbClr val="04357B"/>
          </a:solidFill>
          <a:ln w="19050">
            <a:solidFill>
              <a:schemeClr val="bg1"/>
            </a:solidFill>
            <a:miter lim="800000"/>
            <a:headEnd/>
            <a:tailEnd/>
          </a:ln>
        </p:spPr>
        <p:txBody>
          <a:bodyPr wrap="none" lIns="0" tIns="0" rIns="0" bIns="0" anchor="ctr"/>
          <a:lstStyle/>
          <a:p>
            <a:pPr marL="0" lvl="0" algn="ctr">
              <a:lnSpc>
                <a:spcPct val="100000"/>
              </a:lnSpc>
              <a:buClr>
                <a:srgbClr val="44697D"/>
              </a:buClr>
              <a:buSzPct val="80000"/>
              <a:buNone/>
            </a:pPr>
            <a:r>
              <a:rPr lang="en-US" sz="2000" dirty="0">
                <a:solidFill>
                  <a:srgbClr val="FFFFFF"/>
                </a:solidFill>
                <a:ea typeface="Arial Unicode MS" pitchFamily="34" charset="-128"/>
                <a:cs typeface="Arial Unicode MS" pitchFamily="34" charset="-128"/>
              </a:rPr>
              <a:t>Data</a:t>
            </a:r>
          </a:p>
        </p:txBody>
      </p:sp>
      <p:sp>
        <p:nvSpPr>
          <p:cNvPr id="29" name="Rectangle 20"/>
          <p:cNvSpPr>
            <a:spLocks noChangeArrowheads="1"/>
          </p:cNvSpPr>
          <p:nvPr/>
        </p:nvSpPr>
        <p:spPr bwMode="gray">
          <a:xfrm>
            <a:off x="5305231" y="1938018"/>
            <a:ext cx="1582738" cy="358775"/>
          </a:xfrm>
          <a:prstGeom prst="rect">
            <a:avLst/>
          </a:prstGeom>
          <a:solidFill>
            <a:srgbClr val="04357B"/>
          </a:solidFill>
          <a:ln w="19050">
            <a:solidFill>
              <a:schemeClr val="bg1"/>
            </a:solidFill>
            <a:miter lim="800000"/>
            <a:headEnd/>
            <a:tailEnd/>
          </a:ln>
        </p:spPr>
        <p:txBody>
          <a:bodyPr wrap="none" lIns="0" tIns="0" rIns="0" bIns="0" anchor="ctr"/>
          <a:lstStyle/>
          <a:p>
            <a:pPr marL="0" lvl="0" algn="ctr">
              <a:lnSpc>
                <a:spcPct val="100000"/>
              </a:lnSpc>
              <a:buClr>
                <a:srgbClr val="44697D"/>
              </a:buClr>
              <a:buSzPct val="80000"/>
              <a:buNone/>
            </a:pPr>
            <a:r>
              <a:rPr lang="en-US" sz="2000" dirty="0">
                <a:solidFill>
                  <a:srgbClr val="FFFFFF"/>
                </a:solidFill>
                <a:ea typeface="Arial Unicode MS" pitchFamily="34" charset="-128"/>
                <a:cs typeface="Arial Unicode MS" pitchFamily="34" charset="-128"/>
              </a:rPr>
              <a:t>Data</a:t>
            </a:r>
          </a:p>
        </p:txBody>
      </p:sp>
      <p:sp>
        <p:nvSpPr>
          <p:cNvPr id="30" name="Rectangle 20"/>
          <p:cNvSpPr>
            <a:spLocks noChangeArrowheads="1"/>
          </p:cNvSpPr>
          <p:nvPr/>
        </p:nvSpPr>
        <p:spPr bwMode="gray">
          <a:xfrm>
            <a:off x="5489594" y="2157464"/>
            <a:ext cx="1582738" cy="358775"/>
          </a:xfrm>
          <a:prstGeom prst="rect">
            <a:avLst/>
          </a:prstGeom>
          <a:solidFill>
            <a:srgbClr val="04357B"/>
          </a:solidFill>
          <a:ln w="19050">
            <a:solidFill>
              <a:schemeClr val="bg1"/>
            </a:solidFill>
            <a:miter lim="800000"/>
            <a:headEnd/>
            <a:tailEnd/>
          </a:ln>
        </p:spPr>
        <p:txBody>
          <a:bodyPr wrap="none" lIns="0" tIns="0" rIns="0" bIns="0" anchor="ctr"/>
          <a:lstStyle/>
          <a:p>
            <a:pPr marL="0" lvl="0" algn="ctr">
              <a:lnSpc>
                <a:spcPct val="100000"/>
              </a:lnSpc>
              <a:buClr>
                <a:srgbClr val="44697D"/>
              </a:buClr>
              <a:buSzPct val="80000"/>
              <a:buNone/>
            </a:pPr>
            <a:r>
              <a:rPr lang="en-US" sz="2000" dirty="0">
                <a:solidFill>
                  <a:srgbClr val="FFFFFF"/>
                </a:solidFill>
                <a:ea typeface="Arial Unicode MS" pitchFamily="34" charset="-128"/>
                <a:cs typeface="Arial Unicode MS" pitchFamily="34" charset="-128"/>
              </a:rPr>
              <a:t>Data</a:t>
            </a:r>
          </a:p>
        </p:txBody>
      </p:sp>
      <p:sp>
        <p:nvSpPr>
          <p:cNvPr id="32" name="Text Box 7"/>
          <p:cNvSpPr txBox="1">
            <a:spLocks noChangeArrowheads="1"/>
          </p:cNvSpPr>
          <p:nvPr/>
        </p:nvSpPr>
        <p:spPr bwMode="auto">
          <a:xfrm>
            <a:off x="1964797" y="5514152"/>
            <a:ext cx="2029722" cy="400109"/>
          </a:xfrm>
          <a:prstGeom prst="rect">
            <a:avLst/>
          </a:prstGeom>
          <a:noFill/>
          <a:ln w="9525">
            <a:noFill/>
            <a:miter lim="800000"/>
            <a:headEnd/>
            <a:tailEnd/>
          </a:ln>
        </p:spPr>
        <p:txBody>
          <a:bodyPr wrap="none" lIns="91439" tIns="45719" rIns="91439" bIns="45719">
            <a:spAutoFit/>
          </a:bodyPr>
          <a:lstStyle/>
          <a:p>
            <a:pPr marL="0" lvl="0">
              <a:lnSpc>
                <a:spcPct val="100000"/>
              </a:lnSpc>
            </a:pPr>
            <a:r>
              <a:rPr lang="de-DE" sz="2000" dirty="0">
                <a:sym typeface="Wingdings" pitchFamily="2" charset="2"/>
              </a:rPr>
              <a:t> </a:t>
            </a:r>
            <a:r>
              <a:rPr lang="de-DE" sz="2000" dirty="0"/>
              <a:t>Lock </a:t>
            </a:r>
            <a:r>
              <a:rPr lang="de-DE" sz="2000" dirty="0" err="1"/>
              <a:t>data</a:t>
            </a:r>
            <a:r>
              <a:rPr lang="de-DE" sz="2000" dirty="0"/>
              <a:t> </a:t>
            </a:r>
            <a:r>
              <a:rPr lang="de-DE" sz="2000" dirty="0" err="1"/>
              <a:t>set</a:t>
            </a:r>
          </a:p>
        </p:txBody>
      </p:sp>
    </p:spTree>
    <p:extLst>
      <p:ext uri="{BB962C8B-B14F-4D97-AF65-F5344CB8AC3E}">
        <p14:creationId xmlns:p14="http://schemas.microsoft.com/office/powerpoint/2010/main" val="202682064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de-DE" sz="2000" dirty="0">
                <a:solidFill>
                  <a:srgbClr val="CCCCCC"/>
                </a:solidFill>
              </a:rPr>
              <a:t>II. </a:t>
            </a:r>
            <a:r>
              <a:rPr lang="en-US" sz="2000" dirty="0">
                <a:solidFill>
                  <a:srgbClr val="CCCCCC"/>
                </a:solidFill>
              </a:rPr>
              <a:t>Data consistency</a:t>
            </a:r>
            <a:r>
              <a:rPr lang="de-DE" sz="2000" dirty="0">
                <a:solidFill>
                  <a:srgbClr val="CCCCCC"/>
                </a:solidFill>
              </a:rPr>
              <a:t/>
            </a:r>
            <a:br>
              <a:rPr lang="de-DE" sz="2000" dirty="0">
                <a:solidFill>
                  <a:srgbClr val="CCCCCC"/>
                </a:solidFill>
              </a:rPr>
            </a:br>
            <a:r>
              <a:rPr lang="en-US" dirty="0"/>
              <a:t>Using the updater process</a:t>
            </a:r>
            <a:endParaRPr lang="en-US" sz="3600" dirty="0"/>
          </a:p>
        </p:txBody>
      </p:sp>
      <p:graphicFrame>
        <p:nvGraphicFramePr>
          <p:cNvPr id="10" name="Inhaltsplatzhalter 9"/>
          <p:cNvGraphicFramePr>
            <a:graphicFrameLocks noGrp="1"/>
          </p:cNvGraphicFramePr>
          <p:nvPr>
            <p:ph idx="1"/>
            <p:extLst>
              <p:ext uri="{D42A27DB-BD31-4B8C-83A1-F6EECF244321}">
                <p14:modId xmlns:p14="http://schemas.microsoft.com/office/powerpoint/2010/main" val="1098230601"/>
              </p:ext>
            </p:extLst>
          </p:nvPr>
        </p:nvGraphicFramePr>
        <p:xfrm>
          <a:off x="324000" y="1692390"/>
          <a:ext cx="11545200" cy="439301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7938058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de-DE" sz="2000" dirty="0">
                <a:solidFill>
                  <a:srgbClr val="CCCCCC"/>
                </a:solidFill>
              </a:rPr>
              <a:t>II. </a:t>
            </a:r>
            <a:r>
              <a:rPr lang="en-US" sz="2000" dirty="0">
                <a:solidFill>
                  <a:srgbClr val="CCCCCC"/>
                </a:solidFill>
              </a:rPr>
              <a:t>Data consistency</a:t>
            </a:r>
            <a:r>
              <a:rPr lang="de-DE" sz="2000">
                <a:solidFill>
                  <a:srgbClr val="CCCCCC"/>
                </a:solidFill>
              </a:rPr>
              <a:t/>
            </a:r>
            <a:br>
              <a:rPr lang="de-DE" sz="2000">
                <a:solidFill>
                  <a:srgbClr val="CCCCCC"/>
                </a:solidFill>
              </a:rPr>
            </a:br>
            <a:r>
              <a:rPr lang="en-US" dirty="0"/>
              <a:t>SAP lock concept</a:t>
            </a:r>
            <a:endParaRPr lang="en-US" sz="3600" dirty="0"/>
          </a:p>
        </p:txBody>
      </p:sp>
      <p:sp>
        <p:nvSpPr>
          <p:cNvPr id="9" name="Textplatzhalter 8"/>
          <p:cNvSpPr>
            <a:spLocks noGrp="1"/>
          </p:cNvSpPr>
          <p:nvPr>
            <p:ph type="body" sz="quarter" idx="10"/>
          </p:nvPr>
        </p:nvSpPr>
        <p:spPr>
          <a:xfrm>
            <a:off x="323999" y="1691077"/>
            <a:ext cx="8476370" cy="4392042"/>
          </a:xfrm>
        </p:spPr>
        <p:txBody>
          <a:bodyPr lIns="0" tIns="0" rIns="0" bIns="0"/>
          <a:lstStyle/>
          <a:p>
            <a:pPr marL="342720" lvl="0" indent="-342720">
              <a:lnSpc>
                <a:spcPct val="100000"/>
              </a:lnSpc>
              <a:buFont typeface="Arial" panose="020B0604020202020204" pitchFamily="34" charset="0"/>
              <a:buChar char="•"/>
            </a:pPr>
            <a:r>
              <a:rPr lang="en-US" b="0" dirty="0"/>
              <a:t>Ensure </a:t>
            </a:r>
            <a:r>
              <a:rPr lang="en-US" dirty="0"/>
              <a:t>concurrent database access </a:t>
            </a:r>
            <a:r>
              <a:rPr lang="en-US" b="0" dirty="0"/>
              <a:t>from several SAP applications by guaranteeing data consistency at the same time</a:t>
            </a:r>
          </a:p>
          <a:p>
            <a:pPr marL="342720" lvl="0" indent="-342720">
              <a:lnSpc>
                <a:spcPct val="100000"/>
              </a:lnSpc>
              <a:buFont typeface="Arial" panose="020B0604020202020204" pitchFamily="34" charset="0"/>
              <a:buChar char="•"/>
            </a:pPr>
            <a:r>
              <a:rPr lang="en-US" b="0" dirty="0"/>
              <a:t>SAP locks are </a:t>
            </a:r>
            <a:r>
              <a:rPr lang="en-US" dirty="0"/>
              <a:t>independent from database locks</a:t>
            </a:r>
          </a:p>
          <a:p>
            <a:pPr marL="342720" lvl="0" indent="-342720">
              <a:lnSpc>
                <a:spcPct val="100000"/>
              </a:lnSpc>
              <a:buFont typeface="Arial" panose="020B0604020202020204" pitchFamily="34" charset="0"/>
              <a:buChar char="•"/>
            </a:pPr>
            <a:r>
              <a:rPr lang="en-US" b="0" dirty="0"/>
              <a:t>SAP locks are claimed till the end of an SAP LUW</a:t>
            </a:r>
          </a:p>
          <a:p>
            <a:pPr marL="342720" lvl="0" indent="-342720">
              <a:lnSpc>
                <a:spcPct val="100000"/>
              </a:lnSpc>
              <a:buFont typeface="Arial" panose="020B0604020202020204" pitchFamily="34" charset="0"/>
              <a:buChar char="•"/>
            </a:pPr>
            <a:r>
              <a:rPr lang="en-US" b="0" dirty="0"/>
              <a:t>No physical locks on database, but entries in </a:t>
            </a:r>
            <a:r>
              <a:rPr lang="en-US" dirty="0"/>
              <a:t>specific SAP table </a:t>
            </a:r>
            <a:r>
              <a:rPr lang="en-US" b="0" dirty="0"/>
              <a:t>which contains all SAP locks</a:t>
            </a:r>
          </a:p>
          <a:p>
            <a:pPr marL="342720" lvl="0" indent="-342720">
              <a:lnSpc>
                <a:spcPct val="100000"/>
              </a:lnSpc>
              <a:buFont typeface="Arial" panose="020B0604020202020204" pitchFamily="34" charset="0"/>
              <a:buChar char="•"/>
            </a:pPr>
            <a:r>
              <a:rPr lang="en-US" b="0" dirty="0"/>
              <a:t>Specific </a:t>
            </a:r>
            <a:r>
              <a:rPr lang="en-US" dirty="0"/>
              <a:t>SAP lock objects </a:t>
            </a:r>
            <a:r>
              <a:rPr lang="en-US" b="0" dirty="0"/>
              <a:t>are required to make use of the SAP lock concept</a:t>
            </a:r>
          </a:p>
          <a:p>
            <a:pPr marL="342720" lvl="0" indent="-342720">
              <a:lnSpc>
                <a:spcPct val="100000"/>
              </a:lnSpc>
              <a:buFont typeface="Arial" panose="020B0604020202020204" pitchFamily="34" charset="0"/>
              <a:buChar char="•"/>
            </a:pPr>
            <a:r>
              <a:rPr lang="en-US" b="0" dirty="0"/>
              <a:t>Lock objects have to </a:t>
            </a:r>
            <a:r>
              <a:rPr lang="en-US" dirty="0"/>
              <a:t>start with the letter E </a:t>
            </a:r>
            <a:r>
              <a:rPr lang="en-US" b="0" dirty="0"/>
              <a:t>(e.g. EZ_DEMOTABLE)</a:t>
            </a:r>
          </a:p>
          <a:p>
            <a:pPr marL="342720" lvl="0" indent="-342720">
              <a:lnSpc>
                <a:spcPct val="100000"/>
              </a:lnSpc>
              <a:buFont typeface="Arial" panose="020B0604020202020204" pitchFamily="34" charset="0"/>
              <a:buChar char="•"/>
            </a:pPr>
            <a:endParaRPr lang="en-US" b="0" dirty="0"/>
          </a:p>
        </p:txBody>
      </p:sp>
      <p:pic>
        <p:nvPicPr>
          <p:cNvPr id="10" name="Grafik 9"/>
          <p:cNvPicPr>
            <a:picLocks noChangeAspect="1"/>
          </p:cNvPicPr>
          <p:nvPr/>
        </p:nvPicPr>
        <p:blipFill>
          <a:blip r:embed="rId3"/>
          <a:stretch>
            <a:fillRect/>
          </a:stretch>
        </p:blipFill>
        <p:spPr>
          <a:xfrm>
            <a:off x="8800370" y="2105761"/>
            <a:ext cx="2828326" cy="2009037"/>
          </a:xfrm>
          <a:prstGeom prst="rect">
            <a:avLst/>
          </a:prstGeom>
        </p:spPr>
      </p:pic>
    </p:spTree>
    <p:extLst>
      <p:ext uri="{BB962C8B-B14F-4D97-AF65-F5344CB8AC3E}">
        <p14:creationId xmlns:p14="http://schemas.microsoft.com/office/powerpoint/2010/main" val="184954478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III. Lock object types</a:t>
            </a:r>
            <a:r>
              <a:rPr lang="en-US" sz="2000">
                <a:solidFill>
                  <a:srgbClr val="CCCCCC"/>
                </a:solidFill>
              </a:rPr>
              <a:t/>
            </a:r>
            <a:br>
              <a:rPr lang="en-US" sz="2000">
                <a:solidFill>
                  <a:srgbClr val="CCCCCC"/>
                </a:solidFill>
              </a:rPr>
            </a:br>
            <a:r>
              <a:rPr lang="en-US" dirty="0"/>
              <a:t>Shared vs. exclusive lock</a:t>
            </a:r>
          </a:p>
        </p:txBody>
      </p:sp>
      <p:sp>
        <p:nvSpPr>
          <p:cNvPr id="3" name="Inhaltsplatzhalter 2"/>
          <p:cNvSpPr>
            <a:spLocks noGrp="1"/>
          </p:cNvSpPr>
          <p:nvPr>
            <p:ph type="body" sz="quarter" idx="10"/>
          </p:nvPr>
        </p:nvSpPr>
        <p:spPr>
          <a:xfrm>
            <a:off x="323999" y="1692390"/>
            <a:ext cx="5662799" cy="4393016"/>
          </a:xfrm>
        </p:spPr>
        <p:txBody>
          <a:bodyPr lIns="0" tIns="0" rIns="0" bIns="0"/>
          <a:lstStyle/>
          <a:p>
            <a:pPr marL="0" lvl="0" indent="0">
              <a:lnSpc>
                <a:spcPct val="100000"/>
              </a:lnSpc>
            </a:pPr>
            <a:r>
              <a:rPr lang="en-US" dirty="0"/>
              <a:t>Read lock = shared lock</a:t>
            </a:r>
          </a:p>
          <a:p>
            <a:pPr marL="522720" lvl="2" indent="-342720">
              <a:lnSpc>
                <a:spcPct val="100000"/>
              </a:lnSpc>
              <a:buFont typeface="Arial" panose="020B0604020202020204" pitchFamily="34" charset="0"/>
              <a:buChar char="•"/>
            </a:pPr>
            <a:r>
              <a:rPr lang="en-US" sz="2000" dirty="0"/>
              <a:t>Locks data set for reading</a:t>
            </a:r>
          </a:p>
          <a:p>
            <a:pPr marL="522720" lvl="2" indent="-342720">
              <a:lnSpc>
                <a:spcPct val="100000"/>
              </a:lnSpc>
              <a:buFont typeface="Arial" panose="020B0604020202020204" pitchFamily="34" charset="0"/>
              <a:buChar char="•"/>
            </a:pPr>
            <a:r>
              <a:rPr lang="en-US" sz="2000" dirty="0"/>
              <a:t>Multiple shared locks on one data set at the same time possible</a:t>
            </a:r>
          </a:p>
          <a:p>
            <a:pPr marL="522720" lvl="2" indent="-342720">
              <a:lnSpc>
                <a:spcPct val="100000"/>
              </a:lnSpc>
              <a:buFont typeface="Arial" panose="020B0604020202020204" pitchFamily="34" charset="0"/>
              <a:buChar char="•"/>
            </a:pPr>
            <a:r>
              <a:rPr lang="en-US" sz="2000" dirty="0"/>
              <a:t>Prevents the SAP system from creating an exclusive lock on a data set</a:t>
            </a:r>
          </a:p>
          <a:p>
            <a:pPr marL="0" lvl="0" indent="0">
              <a:lnSpc>
                <a:spcPct val="100000"/>
              </a:lnSpc>
            </a:pPr>
            <a:endParaRPr lang="en-US" sz="2000" dirty="0"/>
          </a:p>
        </p:txBody>
      </p:sp>
      <p:sp>
        <p:nvSpPr>
          <p:cNvPr id="5" name="Textplatzhalter 4"/>
          <p:cNvSpPr>
            <a:spLocks noGrp="1"/>
          </p:cNvSpPr>
          <p:nvPr>
            <p:ph type="body" sz="quarter" idx="11"/>
          </p:nvPr>
        </p:nvSpPr>
        <p:spPr>
          <a:xfrm>
            <a:off x="6208015" y="1692390"/>
            <a:ext cx="5662799" cy="4393016"/>
          </a:xfrm>
        </p:spPr>
        <p:txBody>
          <a:bodyPr lIns="0" tIns="0" rIns="0" bIns="0"/>
          <a:lstStyle/>
          <a:p>
            <a:pPr marL="0" lvl="0" indent="0">
              <a:lnSpc>
                <a:spcPct val="100000"/>
              </a:lnSpc>
            </a:pPr>
            <a:r>
              <a:rPr lang="en-US" dirty="0"/>
              <a:t>Write lock = exclusive lock</a:t>
            </a:r>
          </a:p>
          <a:p>
            <a:pPr marL="522720" lvl="2" indent="-342720">
              <a:lnSpc>
                <a:spcPct val="100000"/>
              </a:lnSpc>
              <a:buFont typeface="Arial" panose="020B0604020202020204" pitchFamily="34" charset="0"/>
              <a:buChar char="•"/>
            </a:pPr>
            <a:r>
              <a:rPr lang="en-US" sz="2000" dirty="0"/>
              <a:t>Locks data set for writing/changing</a:t>
            </a:r>
          </a:p>
          <a:p>
            <a:pPr marL="522720" lvl="2" indent="-342720">
              <a:lnSpc>
                <a:spcPct val="100000"/>
              </a:lnSpc>
              <a:buFont typeface="Arial" panose="020B0604020202020204" pitchFamily="34" charset="0"/>
              <a:buChar char="•"/>
            </a:pPr>
            <a:r>
              <a:rPr lang="en-US" sz="2000" dirty="0"/>
              <a:t>No shared locks, only one is allowed at the same time</a:t>
            </a:r>
          </a:p>
          <a:p>
            <a:pPr marL="522720" lvl="2" indent="-342720">
              <a:lnSpc>
                <a:spcPct val="100000"/>
              </a:lnSpc>
              <a:buFont typeface="Arial" panose="020B0604020202020204" pitchFamily="34" charset="0"/>
              <a:buChar char="•"/>
            </a:pPr>
            <a:r>
              <a:rPr lang="en-US" sz="2000" dirty="0"/>
              <a:t>First come, first serve</a:t>
            </a:r>
          </a:p>
          <a:p>
            <a:pPr marL="0" lvl="0" indent="0">
              <a:lnSpc>
                <a:spcPct val="100000"/>
              </a:lnSpc>
            </a:pPr>
            <a:endParaRPr lang="de-DE" dirty="0"/>
          </a:p>
        </p:txBody>
      </p:sp>
      <p:pic>
        <p:nvPicPr>
          <p:cNvPr id="4" name="Grafik 3"/>
          <p:cNvPicPr>
            <a:picLocks noChangeAspect="1"/>
          </p:cNvPicPr>
          <p:nvPr/>
        </p:nvPicPr>
        <p:blipFill>
          <a:blip r:embed="rId3"/>
          <a:stretch>
            <a:fillRect/>
          </a:stretch>
        </p:blipFill>
        <p:spPr>
          <a:xfrm>
            <a:off x="2439539" y="3753987"/>
            <a:ext cx="6249816" cy="2582568"/>
          </a:xfrm>
          <a:prstGeom prst="rect">
            <a:avLst/>
          </a:prstGeom>
        </p:spPr>
      </p:pic>
    </p:spTree>
    <p:extLst>
      <p:ext uri="{BB962C8B-B14F-4D97-AF65-F5344CB8AC3E}">
        <p14:creationId xmlns:p14="http://schemas.microsoft.com/office/powerpoint/2010/main" val="48551894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IV. Lock usage</a:t>
            </a:r>
            <a:r>
              <a:rPr lang="en-US" sz="2000">
                <a:solidFill>
                  <a:srgbClr val="CCCCCC"/>
                </a:solidFill>
              </a:rPr>
              <a:t/>
            </a:r>
            <a:br>
              <a:rPr lang="en-US" sz="2000">
                <a:solidFill>
                  <a:srgbClr val="CCCCCC"/>
                </a:solidFill>
              </a:rPr>
            </a:br>
            <a:r>
              <a:rPr lang="en-US" dirty="0"/>
              <a:t>Enqueue</a:t>
            </a:r>
            <a:r>
              <a:rPr lang="de-DE" dirty="0"/>
              <a:t> </a:t>
            </a:r>
            <a:r>
              <a:rPr lang="en-US" dirty="0"/>
              <a:t>and </a:t>
            </a:r>
            <a:r>
              <a:rPr lang="en-US" dirty="0" err="1"/>
              <a:t>dequeue</a:t>
            </a:r>
            <a:r>
              <a:rPr lang="en-US" dirty="0"/>
              <a:t> lock objects</a:t>
            </a:r>
          </a:p>
        </p:txBody>
      </p:sp>
      <p:sp>
        <p:nvSpPr>
          <p:cNvPr id="3" name="Inhaltsplatzhalter 2"/>
          <p:cNvSpPr>
            <a:spLocks noGrp="1"/>
          </p:cNvSpPr>
          <p:nvPr>
            <p:ph idx="1"/>
          </p:nvPr>
        </p:nvSpPr>
        <p:spPr>
          <a:xfrm>
            <a:off x="323999" y="1692389"/>
            <a:ext cx="11545199" cy="4280706"/>
          </a:xfrm>
        </p:spPr>
        <p:txBody>
          <a:bodyPr lIns="0" tIns="0" rIns="0" bIns="0"/>
          <a:lstStyle/>
          <a:p>
            <a:pPr marL="342720" lvl="0" indent="-342720">
              <a:lnSpc>
                <a:spcPct val="100000"/>
              </a:lnSpc>
              <a:buFont typeface="Arial" panose="020B0604020202020204" pitchFamily="34" charset="0"/>
              <a:buChar char="•"/>
            </a:pPr>
            <a:r>
              <a:rPr lang="en-US" dirty="0"/>
              <a:t>Two function modules are generated automatically when creating a lock object:</a:t>
            </a:r>
          </a:p>
          <a:p>
            <a:pPr marL="342720" lvl="0" indent="-342720">
              <a:lnSpc>
                <a:spcPct val="250000"/>
              </a:lnSpc>
              <a:buFont typeface="Arial" panose="020B0604020202020204" pitchFamily="34" charset="0"/>
              <a:buChar char="•"/>
            </a:pPr>
            <a:endParaRPr lang="en-US" dirty="0"/>
          </a:p>
          <a:p>
            <a:pPr marL="342720" lvl="0" indent="-342720">
              <a:lnSpc>
                <a:spcPct val="100000"/>
              </a:lnSpc>
              <a:buFont typeface="Arial" panose="020B0604020202020204" pitchFamily="34" charset="0"/>
              <a:buChar char="•"/>
            </a:pPr>
            <a:r>
              <a:rPr lang="en-US" dirty="0"/>
              <a:t>Before writing/reading data set </a:t>
            </a:r>
            <a:r>
              <a:rPr lang="en-US" dirty="0">
                <a:sym typeface="Wingdings" panose="05000000000000000000" pitchFamily="2" charset="2"/>
              </a:rPr>
              <a:t></a:t>
            </a:r>
            <a:r>
              <a:rPr lang="en-US" dirty="0"/>
              <a:t> lock data set</a:t>
            </a:r>
          </a:p>
          <a:p>
            <a:pPr marL="342720" lvl="0" indent="-342720">
              <a:lnSpc>
                <a:spcPct val="100000"/>
              </a:lnSpc>
              <a:buFont typeface="Arial" panose="020B0604020202020204" pitchFamily="34" charset="0"/>
              <a:buChar char="•"/>
            </a:pPr>
            <a:r>
              <a:rPr lang="en-US" dirty="0"/>
              <a:t>After writing/reading data set </a:t>
            </a:r>
            <a:r>
              <a:rPr lang="en-US" dirty="0">
                <a:sym typeface="Wingdings" panose="05000000000000000000" pitchFamily="2" charset="2"/>
              </a:rPr>
              <a:t></a:t>
            </a:r>
            <a:r>
              <a:rPr lang="en-US" dirty="0"/>
              <a:t> unlock data set</a:t>
            </a:r>
          </a:p>
          <a:p>
            <a:pPr marL="342720" lvl="0" indent="-342720">
              <a:lnSpc>
                <a:spcPct val="100000"/>
              </a:lnSpc>
              <a:buFont typeface="Arial" panose="020B0604020202020204" pitchFamily="34" charset="0"/>
              <a:buChar char="•"/>
            </a:pPr>
            <a:r>
              <a:rPr lang="en-US" dirty="0"/>
              <a:t>In case of an error </a:t>
            </a:r>
            <a:r>
              <a:rPr lang="en-US" dirty="0">
                <a:sym typeface="Wingdings" panose="05000000000000000000" pitchFamily="2" charset="2"/>
              </a:rPr>
              <a:t></a:t>
            </a:r>
            <a:r>
              <a:rPr lang="en-US" dirty="0"/>
              <a:t> unlock data set</a:t>
            </a:r>
          </a:p>
          <a:p>
            <a:pPr marL="342720" lvl="0" indent="-342720">
              <a:lnSpc>
                <a:spcPct val="100000"/>
              </a:lnSpc>
              <a:buFont typeface="Arial" panose="020B0604020202020204" pitchFamily="34" charset="0"/>
              <a:buChar char="•"/>
            </a:pPr>
            <a:r>
              <a:rPr lang="en-US" dirty="0"/>
              <a:t>Locks can be displayed and deleted in transaction </a:t>
            </a:r>
            <a:r>
              <a:rPr lang="en-US" b="1" dirty="0"/>
              <a:t>SM12 (SAP GUI)</a:t>
            </a:r>
          </a:p>
        </p:txBody>
      </p:sp>
      <p:graphicFrame>
        <p:nvGraphicFramePr>
          <p:cNvPr id="5" name="Diagramm 4"/>
          <p:cNvGraphicFramePr/>
          <p:nvPr>
            <p:extLst>
              <p:ext uri="{D42A27DB-BD31-4B8C-83A1-F6EECF244321}">
                <p14:modId xmlns:p14="http://schemas.microsoft.com/office/powerpoint/2010/main" val="1846142387"/>
              </p:ext>
            </p:extLst>
          </p:nvPr>
        </p:nvGraphicFramePr>
        <p:xfrm>
          <a:off x="1911245" y="2001187"/>
          <a:ext cx="6730583" cy="11387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1898260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IV. Lock usage</a:t>
            </a:r>
            <a:r>
              <a:rPr lang="en-US" sz="2000">
                <a:solidFill>
                  <a:srgbClr val="CCCCCC"/>
                </a:solidFill>
              </a:rPr>
              <a:t/>
            </a:r>
            <a:br>
              <a:rPr lang="en-US" sz="2000">
                <a:solidFill>
                  <a:srgbClr val="CCCCCC"/>
                </a:solidFill>
              </a:rPr>
            </a:br>
            <a:r>
              <a:rPr lang="en-US" dirty="0"/>
              <a:t>Acquire and Release</a:t>
            </a:r>
          </a:p>
        </p:txBody>
      </p:sp>
      <p:pic>
        <p:nvPicPr>
          <p:cNvPr id="8" name="Inhaltsplatzhalter 7"/>
          <p:cNvPicPr>
            <a:picLocks noGrp="1" noChangeAspect="1"/>
          </p:cNvPicPr>
          <p:nvPr>
            <p:ph idx="1"/>
          </p:nvPr>
        </p:nvPicPr>
        <p:blipFill>
          <a:blip r:embed="rId3"/>
          <a:stretch>
            <a:fillRect/>
          </a:stretch>
        </p:blipFill>
        <p:spPr>
          <a:xfrm>
            <a:off x="5324273" y="4408551"/>
            <a:ext cx="6415224" cy="1597150"/>
          </a:xfrm>
          <a:prstGeom prst="rect">
            <a:avLst/>
          </a:prstGeom>
        </p:spPr>
      </p:pic>
      <p:pic>
        <p:nvPicPr>
          <p:cNvPr id="7" name="Grafik 6"/>
          <p:cNvPicPr>
            <a:picLocks noChangeAspect="1"/>
          </p:cNvPicPr>
          <p:nvPr/>
        </p:nvPicPr>
        <p:blipFill>
          <a:blip r:embed="rId4"/>
          <a:stretch>
            <a:fillRect/>
          </a:stretch>
        </p:blipFill>
        <p:spPr>
          <a:xfrm>
            <a:off x="414789" y="1565450"/>
            <a:ext cx="9280445" cy="2713967"/>
          </a:xfrm>
          <a:prstGeom prst="rect">
            <a:avLst/>
          </a:prstGeom>
        </p:spPr>
      </p:pic>
      <p:graphicFrame>
        <p:nvGraphicFramePr>
          <p:cNvPr id="15" name="Diagramm 14"/>
          <p:cNvGraphicFramePr/>
          <p:nvPr>
            <p:extLst>
              <p:ext uri="{D42A27DB-BD31-4B8C-83A1-F6EECF244321}">
                <p14:modId xmlns:p14="http://schemas.microsoft.com/office/powerpoint/2010/main" val="3765283023"/>
              </p:ext>
            </p:extLst>
          </p:nvPr>
        </p:nvGraphicFramePr>
        <p:xfrm>
          <a:off x="813030" y="4953569"/>
          <a:ext cx="4444583" cy="50711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graphicFrame>
        <p:nvGraphicFramePr>
          <p:cNvPr id="16" name="Diagramm 15"/>
          <p:cNvGraphicFramePr/>
          <p:nvPr>
            <p:extLst>
              <p:ext uri="{D42A27DB-BD31-4B8C-83A1-F6EECF244321}">
                <p14:modId xmlns:p14="http://schemas.microsoft.com/office/powerpoint/2010/main" val="3058447158"/>
              </p:ext>
            </p:extLst>
          </p:nvPr>
        </p:nvGraphicFramePr>
        <p:xfrm>
          <a:off x="6469247" y="2328260"/>
          <a:ext cx="4444583" cy="507113"/>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spTree>
    <p:extLst>
      <p:ext uri="{BB962C8B-B14F-4D97-AF65-F5344CB8AC3E}">
        <p14:creationId xmlns:p14="http://schemas.microsoft.com/office/powerpoint/2010/main" val="123704623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IV. Lock usage</a:t>
            </a:r>
            <a:r>
              <a:rPr lang="en-US" sz="1600">
                <a:solidFill>
                  <a:srgbClr val="CCCCCC"/>
                </a:solidFill>
              </a:rPr>
              <a:t/>
            </a:r>
            <a:br>
              <a:rPr lang="en-US" sz="1600">
                <a:solidFill>
                  <a:srgbClr val="CCCCCC"/>
                </a:solidFill>
              </a:rPr>
            </a:br>
            <a:r>
              <a:rPr lang="en-US" dirty="0"/>
              <a:t>Selection of enqueue parameters</a:t>
            </a:r>
          </a:p>
        </p:txBody>
      </p:sp>
      <p:graphicFrame>
        <p:nvGraphicFramePr>
          <p:cNvPr id="3" name="Tabelle 2"/>
          <p:cNvGraphicFramePr>
            <a:graphicFrameLocks noGrp="1"/>
          </p:cNvGraphicFramePr>
          <p:nvPr>
            <p:extLst>
              <p:ext uri="{D42A27DB-BD31-4B8C-83A1-F6EECF244321}">
                <p14:modId xmlns:p14="http://schemas.microsoft.com/office/powerpoint/2010/main" val="1329899189"/>
              </p:ext>
            </p:extLst>
          </p:nvPr>
        </p:nvGraphicFramePr>
        <p:xfrm>
          <a:off x="1684963" y="1693148"/>
          <a:ext cx="8823270" cy="3660510"/>
        </p:xfrm>
        <a:graphic>
          <a:graphicData uri="http://schemas.openxmlformats.org/drawingml/2006/table">
            <a:tbl>
              <a:tblPr firstRow="1" bandRow="1">
                <a:tableStyleId>{5C22544A-7EE6-4342-B048-85BDC9FD1C3A}</a:tableStyleId>
              </a:tblPr>
              <a:tblGrid>
                <a:gridCol w="2708744">
                  <a:extLst>
                    <a:ext uri="{9D8B030D-6E8A-4147-A177-3AD203B41FA5}">
                      <a16:colId xmlns:a16="http://schemas.microsoft.com/office/drawing/2014/main" val="20000"/>
                    </a:ext>
                  </a:extLst>
                </a:gridCol>
                <a:gridCol w="1632305">
                  <a:extLst>
                    <a:ext uri="{9D8B030D-6E8A-4147-A177-3AD203B41FA5}">
                      <a16:colId xmlns:a16="http://schemas.microsoft.com/office/drawing/2014/main" val="20001"/>
                    </a:ext>
                  </a:extLst>
                </a:gridCol>
                <a:gridCol w="4482221">
                  <a:extLst>
                    <a:ext uri="{9D8B030D-6E8A-4147-A177-3AD203B41FA5}">
                      <a16:colId xmlns:a16="http://schemas.microsoft.com/office/drawing/2014/main" val="20002"/>
                    </a:ext>
                  </a:extLst>
                </a:gridCol>
              </a:tblGrid>
              <a:tr h="468406">
                <a:tc>
                  <a:txBody>
                    <a:bodyPr/>
                    <a:lstStyle/>
                    <a:p>
                      <a:pPr marL="0" lvl="0">
                        <a:lnSpc>
                          <a:spcPct val="100000"/>
                        </a:lnSpc>
                      </a:pPr>
                      <a:r>
                        <a:rPr lang="de-DE" dirty="0"/>
                        <a:t>Parameter</a:t>
                      </a:r>
                    </a:p>
                  </a:txBody>
                  <a:tcPr/>
                </a:tc>
                <a:tc>
                  <a:txBody>
                    <a:bodyPr/>
                    <a:lstStyle/>
                    <a:p>
                      <a:pPr marL="0" lvl="0">
                        <a:lnSpc>
                          <a:spcPct val="100000"/>
                        </a:lnSpc>
                      </a:pPr>
                      <a:r>
                        <a:rPr lang="de-DE" dirty="0"/>
                        <a:t>Value</a:t>
                      </a:r>
                    </a:p>
                  </a:txBody>
                  <a:tcPr/>
                </a:tc>
                <a:tc>
                  <a:txBody>
                    <a:bodyPr/>
                    <a:lstStyle/>
                    <a:p>
                      <a:pPr marL="0" lvl="0">
                        <a:lnSpc>
                          <a:spcPct val="100000"/>
                        </a:lnSpc>
                      </a:pPr>
                      <a:r>
                        <a:rPr lang="de-DE" dirty="0" err="1"/>
                        <a:t>Meaning</a:t>
                      </a:r>
                    </a:p>
                  </a:txBody>
                  <a:tcPr/>
                </a:tc>
                <a:extLst>
                  <a:ext uri="{0D108BD9-81ED-4DB2-BD59-A6C34878D82A}">
                    <a16:rowId xmlns:a16="http://schemas.microsoft.com/office/drawing/2014/main" val="10000"/>
                  </a:ext>
                </a:extLst>
              </a:tr>
              <a:tr h="798026">
                <a:tc>
                  <a:txBody>
                    <a:bodyPr/>
                    <a:lstStyle/>
                    <a:p>
                      <a:pPr marL="0" lvl="0">
                        <a:lnSpc>
                          <a:spcPct val="100000"/>
                        </a:lnSpc>
                      </a:pPr>
                      <a:r>
                        <a:rPr lang="de-DE" sz="2000" dirty="0" err="1"/>
                        <a:t>mode</a:t>
                      </a:r>
                      <a:r>
                        <a:rPr lang="de-DE" sz="2000" dirty="0"/>
                        <a:t>_&lt;</a:t>
                      </a:r>
                      <a:r>
                        <a:rPr lang="de-DE" sz="2000" dirty="0" err="1"/>
                        <a:t>tabname</a:t>
                      </a:r>
                      <a:r>
                        <a:rPr lang="de-DE" sz="2000" dirty="0"/>
                        <a:t>&gt;</a:t>
                      </a:r>
                    </a:p>
                  </a:txBody>
                  <a:tcPr/>
                </a:tc>
                <a:tc>
                  <a:txBody>
                    <a:bodyPr/>
                    <a:lstStyle/>
                    <a:p>
                      <a:pPr marL="0" lvl="0">
                        <a:lnSpc>
                          <a:spcPct val="100000"/>
                        </a:lnSpc>
                      </a:pPr>
                      <a:r>
                        <a:rPr lang="de-DE" sz="2000" dirty="0"/>
                        <a:t>‘S‘</a:t>
                      </a:r>
                    </a:p>
                    <a:p>
                      <a:pPr marL="0" lvl="0">
                        <a:lnSpc>
                          <a:spcPct val="100000"/>
                        </a:lnSpc>
                      </a:pPr>
                      <a:r>
                        <a:rPr lang="de-DE" sz="2000" dirty="0" smtClean="0"/>
                        <a:t>‘E‘</a:t>
                      </a:r>
                      <a:endParaRPr lang="de-DE" sz="2000" dirty="0"/>
                    </a:p>
                  </a:txBody>
                  <a:tcPr/>
                </a:tc>
                <a:tc>
                  <a:txBody>
                    <a:bodyPr/>
                    <a:lstStyle/>
                    <a:p>
                      <a:pPr marL="0" lvl="0">
                        <a:lnSpc>
                          <a:spcPct val="100000"/>
                        </a:lnSpc>
                      </a:pPr>
                      <a:r>
                        <a:rPr lang="en-US" sz="2000" dirty="0"/>
                        <a:t>Read lock (shared)</a:t>
                      </a:r>
                    </a:p>
                    <a:p>
                      <a:pPr marL="0" lvl="0">
                        <a:lnSpc>
                          <a:spcPct val="100000"/>
                        </a:lnSpc>
                      </a:pPr>
                      <a:r>
                        <a:rPr lang="en-US" sz="2000" dirty="0"/>
                        <a:t>Exclusive lock (not shared)</a:t>
                      </a:r>
                    </a:p>
                  </a:txBody>
                  <a:tcPr/>
                </a:tc>
                <a:extLst>
                  <a:ext uri="{0D108BD9-81ED-4DB2-BD59-A6C34878D82A}">
                    <a16:rowId xmlns:a16="http://schemas.microsoft.com/office/drawing/2014/main" val="10001"/>
                  </a:ext>
                </a:extLst>
              </a:tr>
              <a:tr h="798026">
                <a:tc>
                  <a:txBody>
                    <a:bodyPr/>
                    <a:lstStyle/>
                    <a:p>
                      <a:pPr marL="0" lvl="0">
                        <a:lnSpc>
                          <a:spcPct val="100000"/>
                        </a:lnSpc>
                      </a:pPr>
                      <a:r>
                        <a:rPr lang="de-DE" sz="2000" dirty="0"/>
                        <a:t>&lt;lock </a:t>
                      </a:r>
                      <a:r>
                        <a:rPr lang="de-DE" sz="2000" dirty="0" err="1"/>
                        <a:t>parameter</a:t>
                      </a:r>
                      <a:r>
                        <a:rPr lang="de-DE" sz="2000" dirty="0"/>
                        <a:t>&gt;</a:t>
                      </a:r>
                    </a:p>
                  </a:txBody>
                  <a:tcPr/>
                </a:tc>
                <a:tc>
                  <a:txBody>
                    <a:bodyPr/>
                    <a:lstStyle/>
                    <a:p>
                      <a:pPr marL="0" lvl="0">
                        <a:lnSpc>
                          <a:spcPct val="100000"/>
                        </a:lnSpc>
                      </a:pPr>
                      <a:r>
                        <a:rPr lang="de-DE" sz="2000" dirty="0"/>
                        <a:t>&lt;</a:t>
                      </a:r>
                      <a:r>
                        <a:rPr lang="de-DE" sz="2000" dirty="0" err="1"/>
                        <a:t>value</a:t>
                      </a:r>
                      <a:r>
                        <a:rPr lang="de-DE" sz="2000" dirty="0"/>
                        <a:t>&gt;</a:t>
                      </a:r>
                    </a:p>
                  </a:txBody>
                  <a:tcPr/>
                </a:tc>
                <a:tc>
                  <a:txBody>
                    <a:bodyPr/>
                    <a:lstStyle/>
                    <a:p>
                      <a:pPr marL="0" lvl="0">
                        <a:lnSpc>
                          <a:spcPct val="100000"/>
                        </a:lnSpc>
                      </a:pPr>
                      <a:r>
                        <a:rPr lang="en-US" sz="2000" dirty="0"/>
                        <a:t>Field values used to lock the data set</a:t>
                      </a:r>
                    </a:p>
                  </a:txBody>
                  <a:tcPr/>
                </a:tc>
                <a:extLst>
                  <a:ext uri="{0D108BD9-81ED-4DB2-BD59-A6C34878D82A}">
                    <a16:rowId xmlns:a16="http://schemas.microsoft.com/office/drawing/2014/main" val="10002"/>
                  </a:ext>
                </a:extLst>
              </a:tr>
              <a:tr h="798026">
                <a:tc>
                  <a:txBody>
                    <a:bodyPr/>
                    <a:lstStyle/>
                    <a:p>
                      <a:pPr marL="0" lvl="0">
                        <a:lnSpc>
                          <a:spcPct val="100000"/>
                        </a:lnSpc>
                      </a:pPr>
                      <a:r>
                        <a:rPr lang="de-DE" sz="2000" dirty="0"/>
                        <a:t>_</a:t>
                      </a:r>
                      <a:r>
                        <a:rPr lang="de-DE" sz="2000" dirty="0" err="1"/>
                        <a:t>wait</a:t>
                      </a:r>
                    </a:p>
                  </a:txBody>
                  <a:tcPr/>
                </a:tc>
                <a:tc>
                  <a:txBody>
                    <a:bodyPr/>
                    <a:lstStyle/>
                    <a:p>
                      <a:pPr marL="0" lvl="0">
                        <a:lnSpc>
                          <a:spcPct val="100000"/>
                        </a:lnSpc>
                      </a:pPr>
                      <a:r>
                        <a:rPr lang="de-DE" sz="2000" dirty="0"/>
                        <a:t>SPACE</a:t>
                      </a:r>
                    </a:p>
                    <a:p>
                      <a:pPr marL="0" lvl="0">
                        <a:lnSpc>
                          <a:spcPct val="100000"/>
                        </a:lnSpc>
                      </a:pPr>
                      <a:r>
                        <a:rPr lang="de-DE" sz="2000" dirty="0"/>
                        <a:t>‘X‘</a:t>
                      </a:r>
                    </a:p>
                  </a:txBody>
                  <a:tcPr/>
                </a:tc>
                <a:tc>
                  <a:txBody>
                    <a:bodyPr/>
                    <a:lstStyle/>
                    <a:p>
                      <a:pPr marL="0" lvl="0">
                        <a:lnSpc>
                          <a:spcPct val="100000"/>
                        </a:lnSpc>
                      </a:pPr>
                      <a:r>
                        <a:rPr lang="en-US" sz="2000" dirty="0"/>
                        <a:t>If foreign lock, no new attempt</a:t>
                      </a:r>
                    </a:p>
                    <a:p>
                      <a:pPr marL="0" lvl="0">
                        <a:lnSpc>
                          <a:spcPct val="100000"/>
                        </a:lnSpc>
                      </a:pPr>
                      <a:r>
                        <a:rPr lang="en-US" sz="2000" dirty="0"/>
                        <a:t>If foreign lock, new attempt</a:t>
                      </a:r>
                    </a:p>
                  </a:txBody>
                  <a:tcPr/>
                </a:tc>
                <a:extLst>
                  <a:ext uri="{0D108BD9-81ED-4DB2-BD59-A6C34878D82A}">
                    <a16:rowId xmlns:a16="http://schemas.microsoft.com/office/drawing/2014/main" val="10003"/>
                  </a:ext>
                </a:extLst>
              </a:tr>
              <a:tr h="798026">
                <a:tc>
                  <a:txBody>
                    <a:bodyPr/>
                    <a:lstStyle/>
                    <a:p>
                      <a:pPr marL="0" lvl="0">
                        <a:lnSpc>
                          <a:spcPct val="100000"/>
                        </a:lnSpc>
                      </a:pPr>
                      <a:r>
                        <a:rPr lang="de-DE" sz="2000" dirty="0"/>
                        <a:t>_</a:t>
                      </a:r>
                      <a:r>
                        <a:rPr lang="de-DE" sz="2000" dirty="0" err="1"/>
                        <a:t>collect</a:t>
                      </a:r>
                    </a:p>
                  </a:txBody>
                  <a:tcPr/>
                </a:tc>
                <a:tc>
                  <a:txBody>
                    <a:bodyPr/>
                    <a:lstStyle/>
                    <a:p>
                      <a:pPr marL="0" lvl="0">
                        <a:lnSpc>
                          <a:spcPct val="100000"/>
                        </a:lnSpc>
                      </a:pPr>
                      <a:r>
                        <a:rPr lang="de-DE" sz="2000" dirty="0"/>
                        <a:t>SPACE</a:t>
                      </a:r>
                    </a:p>
                    <a:p>
                      <a:pPr marL="0" lvl="0">
                        <a:lnSpc>
                          <a:spcPct val="100000"/>
                        </a:lnSpc>
                      </a:pPr>
                      <a:r>
                        <a:rPr lang="de-DE" sz="2000" dirty="0"/>
                        <a:t>‘X‘</a:t>
                      </a:r>
                    </a:p>
                  </a:txBody>
                  <a:tcPr/>
                </a:tc>
                <a:tc>
                  <a:txBody>
                    <a:bodyPr/>
                    <a:lstStyle/>
                    <a:p>
                      <a:pPr marL="0" lvl="0">
                        <a:lnSpc>
                          <a:spcPct val="100000"/>
                        </a:lnSpc>
                      </a:pPr>
                      <a:r>
                        <a:rPr lang="en-US" sz="2000" dirty="0"/>
                        <a:t>Lock without local lock container</a:t>
                      </a:r>
                    </a:p>
                    <a:p>
                      <a:pPr marL="0" lvl="0">
                        <a:lnSpc>
                          <a:spcPct val="100000"/>
                        </a:lnSpc>
                      </a:pPr>
                      <a:r>
                        <a:rPr lang="en-US" sz="2000" dirty="0"/>
                        <a:t>Lock with local lock container</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97818470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V. Creation process</a:t>
            </a:r>
            <a:r>
              <a:rPr lang="en-US" sz="2000">
                <a:solidFill>
                  <a:srgbClr val="CCCCCC"/>
                </a:solidFill>
              </a:rPr>
              <a:t/>
            </a:r>
            <a:br>
              <a:rPr lang="en-US" sz="2000">
                <a:solidFill>
                  <a:srgbClr val="CCCCCC"/>
                </a:solidFill>
              </a:rPr>
            </a:br>
            <a:r>
              <a:rPr lang="en-US" dirty="0"/>
              <a:t>Create first lock object</a:t>
            </a:r>
          </a:p>
        </p:txBody>
      </p:sp>
      <p:sp>
        <p:nvSpPr>
          <p:cNvPr id="3" name="Inhaltsplatzhalter 2"/>
          <p:cNvSpPr>
            <a:spLocks noGrp="1"/>
          </p:cNvSpPr>
          <p:nvPr>
            <p:ph idx="1"/>
          </p:nvPr>
        </p:nvSpPr>
        <p:spPr>
          <a:xfrm>
            <a:off x="323999" y="1692389"/>
            <a:ext cx="6384097" cy="4280706"/>
          </a:xfrm>
        </p:spPr>
        <p:txBody>
          <a:bodyPr lIns="0" tIns="0" rIns="0" bIns="0"/>
          <a:lstStyle/>
          <a:p>
            <a:pPr marL="0" lvl="0" indent="0">
              <a:lnSpc>
                <a:spcPct val="100000"/>
              </a:lnSpc>
            </a:pPr>
            <a:r>
              <a:rPr lang="en-US" i="1" dirty="0"/>
              <a:t>Prerequisites: existing database table</a:t>
            </a:r>
          </a:p>
          <a:p>
            <a:pPr marL="457200" lvl="0" indent="-457200">
              <a:lnSpc>
                <a:spcPct val="100000"/>
              </a:lnSpc>
              <a:buFont typeface="Arial"/>
              <a:buAutoNum type="arabicParenBoth"/>
            </a:pPr>
            <a:r>
              <a:rPr lang="en-US" dirty="0"/>
              <a:t>Right-click on Dictionary </a:t>
            </a:r>
            <a:r>
              <a:rPr lang="en-US" dirty="0">
                <a:sym typeface="Wingdings" panose="05000000000000000000" pitchFamily="2" charset="2"/>
              </a:rPr>
              <a:t> New  Other ABAP Repository Object</a:t>
            </a:r>
          </a:p>
          <a:p>
            <a:pPr marL="457200" lvl="0" indent="-457200">
              <a:lnSpc>
                <a:spcPct val="100000"/>
              </a:lnSpc>
              <a:buFont typeface="Arial"/>
              <a:buAutoNum type="arabicParenBoth"/>
            </a:pPr>
            <a:r>
              <a:rPr lang="en-US" dirty="0">
                <a:sym typeface="Wingdings" panose="05000000000000000000" pitchFamily="2" charset="2"/>
              </a:rPr>
              <a:t>Choose entry “Lock Object”  Next  Define name (stick to the SAP and course conventions!)  Finish</a:t>
            </a:r>
          </a:p>
          <a:p>
            <a:pPr marL="457200" lvl="0" indent="-457200">
              <a:lnSpc>
                <a:spcPct val="100000"/>
              </a:lnSpc>
              <a:buFont typeface="Arial"/>
              <a:buAutoNum type="arabicParenBoth"/>
            </a:pPr>
            <a:r>
              <a:rPr lang="en-US" dirty="0">
                <a:sym typeface="Wingdings" panose="05000000000000000000" pitchFamily="2" charset="2"/>
              </a:rPr>
              <a:t>Fill in Description</a:t>
            </a:r>
          </a:p>
          <a:p>
            <a:pPr marL="457200" lvl="0" indent="-457200">
              <a:lnSpc>
                <a:spcPct val="100000"/>
              </a:lnSpc>
              <a:buFont typeface="Arial"/>
              <a:buAutoNum type="arabicParenBoth"/>
            </a:pPr>
            <a:r>
              <a:rPr lang="en-US" dirty="0">
                <a:sym typeface="Wingdings" panose="05000000000000000000" pitchFamily="2" charset="2"/>
              </a:rPr>
              <a:t>Tables tab: reference to the database table you want to create this lock object for  Save (choose the same package as the table is located in and create a new transport request)  Activate</a:t>
            </a:r>
          </a:p>
        </p:txBody>
      </p:sp>
      <p:pic>
        <p:nvPicPr>
          <p:cNvPr id="6" name="Grafik 5"/>
          <p:cNvPicPr>
            <a:picLocks noChangeAspect="1"/>
          </p:cNvPicPr>
          <p:nvPr/>
        </p:nvPicPr>
        <p:blipFill>
          <a:blip r:embed="rId3"/>
          <a:stretch>
            <a:fillRect/>
          </a:stretch>
        </p:blipFill>
        <p:spPr>
          <a:xfrm>
            <a:off x="6826061" y="1388405"/>
            <a:ext cx="4662461" cy="1147166"/>
          </a:xfrm>
          <a:prstGeom prst="rect">
            <a:avLst/>
          </a:prstGeom>
          <a:ln>
            <a:noFill/>
          </a:ln>
          <a:effectLst>
            <a:outerShdw blurRad="292100" dist="139700" dir="2700000" algn="tl" rotWithShape="0">
              <a:srgbClr val="333333">
                <a:alpha val="65000"/>
              </a:srgbClr>
            </a:outerShdw>
          </a:effectLst>
        </p:spPr>
      </p:pic>
      <p:pic>
        <p:nvPicPr>
          <p:cNvPr id="7" name="Grafik 6"/>
          <p:cNvPicPr>
            <a:picLocks noChangeAspect="1"/>
          </p:cNvPicPr>
          <p:nvPr/>
        </p:nvPicPr>
        <p:blipFill>
          <a:blip r:embed="rId4"/>
          <a:stretch>
            <a:fillRect/>
          </a:stretch>
        </p:blipFill>
        <p:spPr>
          <a:xfrm>
            <a:off x="6835514" y="2704432"/>
            <a:ext cx="3093848" cy="1155533"/>
          </a:xfrm>
          <a:prstGeom prst="rect">
            <a:avLst/>
          </a:prstGeom>
          <a:ln>
            <a:noFill/>
          </a:ln>
          <a:effectLst>
            <a:outerShdw blurRad="292100" dist="139700" dir="2700000" algn="tl" rotWithShape="0">
              <a:srgbClr val="333333">
                <a:alpha val="65000"/>
              </a:srgbClr>
            </a:outerShdw>
          </a:effectLst>
        </p:spPr>
      </p:pic>
      <p:pic>
        <p:nvPicPr>
          <p:cNvPr id="8" name="Grafik 7"/>
          <p:cNvPicPr>
            <a:picLocks noChangeAspect="1"/>
          </p:cNvPicPr>
          <p:nvPr/>
        </p:nvPicPr>
        <p:blipFill>
          <a:blip r:embed="rId5"/>
          <a:stretch>
            <a:fillRect/>
          </a:stretch>
        </p:blipFill>
        <p:spPr>
          <a:xfrm>
            <a:off x="8625036" y="2843728"/>
            <a:ext cx="2863486" cy="1341747"/>
          </a:xfrm>
          <a:prstGeom prst="rect">
            <a:avLst/>
          </a:prstGeom>
          <a:ln>
            <a:noFill/>
          </a:ln>
          <a:effectLst>
            <a:outerShdw blurRad="292100" dist="139700" dir="2700000" algn="tl" rotWithShape="0">
              <a:srgbClr val="333333">
                <a:alpha val="65000"/>
              </a:srgbClr>
            </a:outerShdw>
          </a:effectLst>
        </p:spPr>
      </p:pic>
      <p:pic>
        <p:nvPicPr>
          <p:cNvPr id="9" name="Grafik 8"/>
          <p:cNvPicPr>
            <a:picLocks noChangeAspect="1"/>
          </p:cNvPicPr>
          <p:nvPr/>
        </p:nvPicPr>
        <p:blipFill>
          <a:blip r:embed="rId6"/>
          <a:stretch>
            <a:fillRect/>
          </a:stretch>
        </p:blipFill>
        <p:spPr>
          <a:xfrm>
            <a:off x="7013438" y="4493632"/>
            <a:ext cx="4060533" cy="1045785"/>
          </a:xfrm>
          <a:prstGeom prst="rect">
            <a:avLst/>
          </a:prstGeom>
          <a:ln>
            <a:noFill/>
          </a:ln>
          <a:effectLst>
            <a:outerShdw blurRad="292100" dist="139700" dir="2700000" algn="tl" rotWithShape="0">
              <a:srgbClr val="333333">
                <a:alpha val="65000"/>
              </a:srgbClr>
            </a:outerShdw>
          </a:effectLst>
        </p:spPr>
      </p:pic>
      <p:pic>
        <p:nvPicPr>
          <p:cNvPr id="10" name="Grafik 9"/>
          <p:cNvPicPr>
            <a:picLocks noChangeAspect="1"/>
          </p:cNvPicPr>
          <p:nvPr/>
        </p:nvPicPr>
        <p:blipFill>
          <a:blip r:embed="rId7"/>
          <a:stretch>
            <a:fillRect/>
          </a:stretch>
        </p:blipFill>
        <p:spPr>
          <a:xfrm>
            <a:off x="8924139" y="5431622"/>
            <a:ext cx="2640033" cy="89272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80061958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V. Creation process</a:t>
            </a:r>
            <a:br>
              <a:rPr lang="en-US" sz="2000" dirty="0">
                <a:solidFill>
                  <a:srgbClr val="CCCCCC"/>
                </a:solidFill>
              </a:rPr>
            </a:br>
            <a:r>
              <a:rPr lang="en-US" dirty="0"/>
              <a:t>Create first lock object</a:t>
            </a:r>
          </a:p>
        </p:txBody>
      </p:sp>
      <p:sp>
        <p:nvSpPr>
          <p:cNvPr id="3" name="Inhaltsplatzhalter 2"/>
          <p:cNvSpPr>
            <a:spLocks noGrp="1"/>
          </p:cNvSpPr>
          <p:nvPr>
            <p:ph idx="1"/>
          </p:nvPr>
        </p:nvSpPr>
        <p:spPr>
          <a:xfrm>
            <a:off x="323998" y="1692389"/>
            <a:ext cx="6264176" cy="4280706"/>
          </a:xfrm>
        </p:spPr>
        <p:txBody>
          <a:bodyPr lIns="0" tIns="0" rIns="0" bIns="0"/>
          <a:lstStyle/>
          <a:p>
            <a:pPr marL="342720" lvl="0" indent="-342720">
              <a:lnSpc>
                <a:spcPct val="100000"/>
              </a:lnSpc>
              <a:buFont typeface="Arial" panose="020B0604020202020204" pitchFamily="34" charset="0"/>
              <a:buChar char="•"/>
            </a:pPr>
            <a:r>
              <a:rPr lang="en-US" dirty="0"/>
              <a:t>Creation can also be done in data dictionary (</a:t>
            </a:r>
            <a:r>
              <a:rPr lang="en-US" b="1" dirty="0"/>
              <a:t>SE11</a:t>
            </a:r>
            <a:r>
              <a:rPr lang="en-US" dirty="0"/>
              <a:t>)</a:t>
            </a:r>
          </a:p>
          <a:p>
            <a:pPr marL="342720" lvl="0" indent="-342720">
              <a:lnSpc>
                <a:spcPct val="100000"/>
              </a:lnSpc>
              <a:buFont typeface="Arial" panose="020B0604020202020204" pitchFamily="34" charset="0"/>
              <a:buChar char="•"/>
            </a:pPr>
            <a:r>
              <a:rPr lang="en-US" dirty="0"/>
              <a:t>There is </a:t>
            </a:r>
            <a:r>
              <a:rPr lang="en-US" b="1" dirty="0"/>
              <a:t>only one lock object</a:t>
            </a:r>
            <a:r>
              <a:rPr lang="en-US" dirty="0"/>
              <a:t> per database table which handles all type of locks (shared and exclusive)</a:t>
            </a:r>
          </a:p>
          <a:p>
            <a:pPr marL="342720" lvl="0" indent="-342720">
              <a:lnSpc>
                <a:spcPct val="100000"/>
              </a:lnSpc>
              <a:buFont typeface="Arial" panose="020B0604020202020204" pitchFamily="34" charset="0"/>
              <a:buChar char="•"/>
            </a:pPr>
            <a:r>
              <a:rPr lang="en-US" dirty="0"/>
              <a:t>Lock objects are generated automatically by using the primary key</a:t>
            </a:r>
          </a:p>
          <a:p>
            <a:pPr marL="522720" lvl="2" indent="-342720">
              <a:lnSpc>
                <a:spcPct val="200000"/>
              </a:lnSpc>
              <a:buFont typeface="Arial"/>
              <a:buAutoNum type="alphaLcParenR"/>
            </a:pPr>
            <a:r>
              <a:rPr lang="en-US" b="1" dirty="0"/>
              <a:t>ENQUEUE_&lt;</a:t>
            </a:r>
            <a:r>
              <a:rPr lang="en-US" b="1" dirty="0" err="1"/>
              <a:t>Lock_Object</a:t>
            </a:r>
            <a:r>
              <a:rPr lang="en-US" b="1" dirty="0"/>
              <a:t>&gt;</a:t>
            </a:r>
          </a:p>
          <a:p>
            <a:pPr marL="522720" lvl="2" indent="-342720">
              <a:lnSpc>
                <a:spcPct val="200000"/>
              </a:lnSpc>
              <a:buFont typeface="Arial"/>
              <a:buAutoNum type="alphaLcParenR"/>
            </a:pPr>
            <a:r>
              <a:rPr lang="en-US" b="1" dirty="0"/>
              <a:t>DEQUEUE_&lt;</a:t>
            </a:r>
            <a:r>
              <a:rPr lang="en-US" b="1" dirty="0" err="1"/>
              <a:t>Lock_Object</a:t>
            </a:r>
            <a:r>
              <a:rPr lang="en-US" b="1" dirty="0"/>
              <a:t>&gt;</a:t>
            </a:r>
          </a:p>
        </p:txBody>
      </p:sp>
      <p:pic>
        <p:nvPicPr>
          <p:cNvPr id="6" name="Grafik 5"/>
          <p:cNvPicPr>
            <a:picLocks noChangeAspect="1"/>
          </p:cNvPicPr>
          <p:nvPr/>
        </p:nvPicPr>
        <p:blipFill>
          <a:blip r:embed="rId3"/>
          <a:stretch>
            <a:fillRect/>
          </a:stretch>
        </p:blipFill>
        <p:spPr>
          <a:xfrm>
            <a:off x="7552492" y="1599533"/>
            <a:ext cx="3045293" cy="2725127"/>
          </a:xfrm>
          <a:prstGeom prst="rect">
            <a:avLst/>
          </a:prstGeom>
          <a:ln>
            <a:noFill/>
          </a:ln>
          <a:effectLst>
            <a:outerShdw blurRad="292100" dist="139700" dir="2700000" algn="tl" rotWithShape="0">
              <a:srgbClr val="333333">
                <a:alpha val="65000"/>
              </a:srgbClr>
            </a:outerShdw>
          </a:effectLst>
        </p:spPr>
      </p:pic>
      <p:pic>
        <p:nvPicPr>
          <p:cNvPr id="7" name="Grafik 6"/>
          <p:cNvPicPr>
            <a:picLocks noChangeAspect="1"/>
          </p:cNvPicPr>
          <p:nvPr/>
        </p:nvPicPr>
        <p:blipFill>
          <a:blip r:embed="rId4"/>
          <a:stretch>
            <a:fillRect/>
          </a:stretch>
        </p:blipFill>
        <p:spPr>
          <a:xfrm>
            <a:off x="4362552" y="3977241"/>
            <a:ext cx="5195968" cy="215373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21173280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VI. Enqueue/dequeue functions</a:t>
            </a:r>
            <a:r>
              <a:rPr lang="en-US" sz="2000">
                <a:solidFill>
                  <a:srgbClr val="CCCCCC"/>
                </a:solidFill>
              </a:rPr>
              <a:t/>
            </a:r>
            <a:br>
              <a:rPr lang="en-US" sz="2000">
                <a:solidFill>
                  <a:srgbClr val="CCCCCC"/>
                </a:solidFill>
              </a:rPr>
            </a:br>
            <a:r>
              <a:rPr lang="en-US" dirty="0"/>
              <a:t>Automatic generation</a:t>
            </a:r>
          </a:p>
        </p:txBody>
      </p:sp>
      <p:sp>
        <p:nvSpPr>
          <p:cNvPr id="5" name="Rectangle 24"/>
          <p:cNvSpPr>
            <a:spLocks noChangeArrowheads="1"/>
          </p:cNvSpPr>
          <p:nvPr/>
        </p:nvSpPr>
        <p:spPr bwMode="gray">
          <a:xfrm>
            <a:off x="6194823" y="4450077"/>
            <a:ext cx="3997749" cy="1265122"/>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lIns="0" tIns="0" rIns="0" bIns="0"/>
          <a:lstStyle/>
          <a:p>
            <a:pPr marL="0" lvl="0" algn="ctr">
              <a:lnSpc>
                <a:spcPct val="100000"/>
              </a:lnSpc>
              <a:buClr>
                <a:srgbClr val="44697D"/>
              </a:buClr>
              <a:buSzPct val="80000"/>
              <a:buNone/>
            </a:pPr>
            <a:r>
              <a:rPr lang="en-GB" sz="2000" dirty="0">
                <a:ea typeface="Arial Unicode MS" pitchFamily="34" charset="-128"/>
                <a:cs typeface="Arial Unicode MS" pitchFamily="34" charset="-128"/>
              </a:rPr>
              <a:t>Function</a:t>
            </a:r>
          </a:p>
        </p:txBody>
      </p:sp>
      <p:sp>
        <p:nvSpPr>
          <p:cNvPr id="8" name="Rectangle 21"/>
          <p:cNvSpPr>
            <a:spLocks noChangeArrowheads="1"/>
          </p:cNvSpPr>
          <p:nvPr/>
        </p:nvSpPr>
        <p:spPr bwMode="gray">
          <a:xfrm>
            <a:off x="5173437" y="3321811"/>
            <a:ext cx="1582737" cy="360362"/>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lIns="0" tIns="0" rIns="0" bIns="0" anchor="ctr"/>
          <a:lstStyle/>
          <a:p>
            <a:pPr marL="0" lvl="0" algn="ctr">
              <a:lnSpc>
                <a:spcPct val="100000"/>
              </a:lnSpc>
              <a:buClr>
                <a:srgbClr val="44697D"/>
              </a:buClr>
              <a:buSzPct val="80000"/>
              <a:buNone/>
            </a:pPr>
            <a:r>
              <a:rPr lang="en-US" sz="2000" dirty="0">
                <a:solidFill>
                  <a:srgbClr val="FFFFFF"/>
                </a:solidFill>
                <a:ea typeface="Arial Unicode MS" pitchFamily="34" charset="-128"/>
                <a:cs typeface="Arial Unicode MS" pitchFamily="34" charset="-128"/>
              </a:rPr>
              <a:t>Activate</a:t>
            </a:r>
          </a:p>
        </p:txBody>
      </p:sp>
      <p:cxnSp>
        <p:nvCxnSpPr>
          <p:cNvPr id="9" name="AutoShape 19"/>
          <p:cNvCxnSpPr>
            <a:cxnSpLocks noChangeShapeType="1"/>
          </p:cNvCxnSpPr>
          <p:nvPr/>
        </p:nvCxnSpPr>
        <p:spPr bwMode="auto">
          <a:xfrm>
            <a:off x="5952909" y="2693161"/>
            <a:ext cx="0" cy="628650"/>
          </a:xfrm>
          <a:prstGeom prst="straightConnector1">
            <a:avLst/>
          </a:prstGeom>
          <a:noFill/>
          <a:ln w="9525">
            <a:solidFill>
              <a:schemeClr val="tx1"/>
            </a:solidFill>
            <a:round/>
            <a:headEnd/>
            <a:tailEnd type="triangle" w="med" len="med"/>
          </a:ln>
        </p:spPr>
      </p:cxnSp>
      <p:cxnSp>
        <p:nvCxnSpPr>
          <p:cNvPr id="10" name="AutoShape 20"/>
          <p:cNvCxnSpPr>
            <a:cxnSpLocks noChangeShapeType="1"/>
          </p:cNvCxnSpPr>
          <p:nvPr/>
        </p:nvCxnSpPr>
        <p:spPr bwMode="auto">
          <a:xfrm flipH="1">
            <a:off x="4164580" y="3701041"/>
            <a:ext cx="1800225" cy="700088"/>
          </a:xfrm>
          <a:prstGeom prst="straightConnector1">
            <a:avLst/>
          </a:prstGeom>
          <a:noFill/>
          <a:ln w="9525">
            <a:solidFill>
              <a:schemeClr val="tx1"/>
            </a:solidFill>
            <a:round/>
            <a:headEnd/>
            <a:tailEnd type="triangle" w="med" len="med"/>
          </a:ln>
        </p:spPr>
      </p:cxnSp>
      <p:cxnSp>
        <p:nvCxnSpPr>
          <p:cNvPr id="11" name="AutoShape 21"/>
          <p:cNvCxnSpPr>
            <a:cxnSpLocks noChangeShapeType="1"/>
          </p:cNvCxnSpPr>
          <p:nvPr/>
        </p:nvCxnSpPr>
        <p:spPr bwMode="auto">
          <a:xfrm>
            <a:off x="5964805" y="3701041"/>
            <a:ext cx="1873250" cy="700088"/>
          </a:xfrm>
          <a:prstGeom prst="straightConnector1">
            <a:avLst/>
          </a:prstGeom>
          <a:noFill/>
          <a:ln w="9525">
            <a:solidFill>
              <a:schemeClr val="tx1"/>
            </a:solidFill>
            <a:round/>
            <a:headEnd/>
            <a:tailEnd type="triangle" w="med" len="med"/>
          </a:ln>
        </p:spPr>
      </p:cxnSp>
      <p:graphicFrame>
        <p:nvGraphicFramePr>
          <p:cNvPr id="3" name="Diagramm 2"/>
          <p:cNvGraphicFramePr/>
          <p:nvPr>
            <p:extLst>
              <p:ext uri="{D42A27DB-BD31-4B8C-83A1-F6EECF244321}">
                <p14:modId xmlns:p14="http://schemas.microsoft.com/office/powerpoint/2010/main" val="2425304049"/>
              </p:ext>
            </p:extLst>
          </p:nvPr>
        </p:nvGraphicFramePr>
        <p:xfrm>
          <a:off x="2571574" y="5874496"/>
          <a:ext cx="2474725" cy="4154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4" name="Diagramm 3"/>
          <p:cNvGraphicFramePr/>
          <p:nvPr>
            <p:extLst>
              <p:ext uri="{D42A27DB-BD31-4B8C-83A1-F6EECF244321}">
                <p14:modId xmlns:p14="http://schemas.microsoft.com/office/powerpoint/2010/main" val="2537613789"/>
              </p:ext>
            </p:extLst>
          </p:nvPr>
        </p:nvGraphicFramePr>
        <p:xfrm>
          <a:off x="6897176" y="5874496"/>
          <a:ext cx="2593045" cy="41549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8" name="Rectangle 24"/>
          <p:cNvSpPr>
            <a:spLocks noChangeArrowheads="1"/>
          </p:cNvSpPr>
          <p:nvPr/>
        </p:nvSpPr>
        <p:spPr bwMode="gray">
          <a:xfrm>
            <a:off x="1810061" y="4432985"/>
            <a:ext cx="3997749" cy="1268381"/>
          </a:xfrm>
          <a:prstGeom prst="rect">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wrap="none" lIns="0" tIns="0" rIns="0" bIns="0"/>
          <a:lstStyle/>
          <a:p>
            <a:pPr marL="0" lvl="0" algn="ctr">
              <a:lnSpc>
                <a:spcPct val="100000"/>
              </a:lnSpc>
              <a:buClr>
                <a:srgbClr val="44697D"/>
              </a:buClr>
              <a:buSzPct val="80000"/>
              <a:buNone/>
            </a:pPr>
            <a:r>
              <a:rPr lang="en-GB" sz="2000" dirty="0">
                <a:ea typeface="Arial Unicode MS" pitchFamily="34" charset="-128"/>
                <a:cs typeface="Arial Unicode MS" pitchFamily="34" charset="-128"/>
              </a:rPr>
              <a:t>Function</a:t>
            </a:r>
          </a:p>
        </p:txBody>
      </p:sp>
      <p:sp>
        <p:nvSpPr>
          <p:cNvPr id="17" name="Rectangle 20"/>
          <p:cNvSpPr>
            <a:spLocks noChangeArrowheads="1"/>
          </p:cNvSpPr>
          <p:nvPr/>
        </p:nvSpPr>
        <p:spPr bwMode="gray">
          <a:xfrm>
            <a:off x="2001187" y="4913311"/>
            <a:ext cx="3615500" cy="358775"/>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wrap="none" lIns="0" tIns="0" rIns="0" bIns="0" anchor="ctr"/>
          <a:lstStyle/>
          <a:p>
            <a:pPr marL="0" lvl="0" algn="ctr">
              <a:lnSpc>
                <a:spcPct val="100000"/>
              </a:lnSpc>
              <a:buClr>
                <a:srgbClr val="44697D"/>
              </a:buClr>
              <a:buSzPct val="80000"/>
              <a:buNone/>
            </a:pPr>
            <a:r>
              <a:rPr lang="en-US" sz="2000" dirty="0">
                <a:solidFill>
                  <a:srgbClr val="FFFFFF"/>
                </a:solidFill>
                <a:ea typeface="Arial Unicode MS" pitchFamily="34" charset="-128"/>
                <a:cs typeface="Arial Unicode MS" pitchFamily="34" charset="-128"/>
              </a:rPr>
              <a:t>ENQUEUE_EZ_ZDEMOTABLE</a:t>
            </a:r>
          </a:p>
        </p:txBody>
      </p:sp>
      <p:sp>
        <p:nvSpPr>
          <p:cNvPr id="19" name="Rectangle 24"/>
          <p:cNvSpPr>
            <a:spLocks noChangeArrowheads="1"/>
          </p:cNvSpPr>
          <p:nvPr/>
        </p:nvSpPr>
        <p:spPr bwMode="gray">
          <a:xfrm>
            <a:off x="4474557" y="1590803"/>
            <a:ext cx="2956703" cy="1268381"/>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lstStyle/>
          <a:p>
            <a:pPr marL="0" lvl="0" algn="ctr">
              <a:lnSpc>
                <a:spcPct val="100000"/>
              </a:lnSpc>
              <a:buClr>
                <a:srgbClr val="44697D"/>
              </a:buClr>
              <a:buSzPct val="80000"/>
              <a:buNone/>
            </a:pPr>
            <a:r>
              <a:rPr lang="en-GB" sz="2000" dirty="0">
                <a:ea typeface="Arial Unicode MS" pitchFamily="34" charset="-128"/>
                <a:cs typeface="Arial Unicode MS" pitchFamily="34" charset="-128"/>
              </a:rPr>
              <a:t>Lock object</a:t>
            </a:r>
          </a:p>
        </p:txBody>
      </p:sp>
      <p:sp>
        <p:nvSpPr>
          <p:cNvPr id="16" name="Rectangle 20"/>
          <p:cNvSpPr>
            <a:spLocks noChangeArrowheads="1"/>
          </p:cNvSpPr>
          <p:nvPr/>
        </p:nvSpPr>
        <p:spPr bwMode="gray">
          <a:xfrm>
            <a:off x="6354924" y="4913311"/>
            <a:ext cx="3677545" cy="358775"/>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wrap="none" lIns="0" tIns="0" rIns="0" bIns="0" anchor="ctr"/>
          <a:lstStyle/>
          <a:p>
            <a:pPr marL="0" lvl="0" algn="ctr">
              <a:lnSpc>
                <a:spcPct val="100000"/>
              </a:lnSpc>
              <a:buClr>
                <a:srgbClr val="44697D"/>
              </a:buClr>
              <a:buSzPct val="80000"/>
              <a:buNone/>
            </a:pPr>
            <a:r>
              <a:rPr lang="en-US" sz="2000" dirty="0">
                <a:solidFill>
                  <a:srgbClr val="FFFFFF"/>
                </a:solidFill>
                <a:ea typeface="Arial Unicode MS" pitchFamily="34" charset="-128"/>
                <a:cs typeface="Arial Unicode MS" pitchFamily="34" charset="-128"/>
              </a:rPr>
              <a:t>DEQUEUE_EZ_ZDEMOTABLE</a:t>
            </a:r>
          </a:p>
        </p:txBody>
      </p:sp>
      <p:sp>
        <p:nvSpPr>
          <p:cNvPr id="14" name="Rectangle 20"/>
          <p:cNvSpPr>
            <a:spLocks noChangeArrowheads="1"/>
          </p:cNvSpPr>
          <p:nvPr/>
        </p:nvSpPr>
        <p:spPr bwMode="gray">
          <a:xfrm>
            <a:off x="4791180" y="2103072"/>
            <a:ext cx="2347250" cy="358775"/>
          </a:xfrm>
          <a:prstGeom prst="rect">
            <a:avLst/>
          </a:prstGeom>
          <a:solidFill>
            <a:srgbClr val="04357B"/>
          </a:solidFill>
          <a:ln w="19050">
            <a:solidFill>
              <a:schemeClr val="bg1"/>
            </a:solidFill>
            <a:miter lim="800000"/>
            <a:headEnd/>
            <a:tailEnd/>
          </a:ln>
        </p:spPr>
        <p:txBody>
          <a:bodyPr wrap="none" lIns="0" tIns="0" rIns="0" bIns="0" anchor="ctr"/>
          <a:lstStyle/>
          <a:p>
            <a:pPr marL="0" lvl="0" algn="ctr">
              <a:lnSpc>
                <a:spcPct val="100000"/>
              </a:lnSpc>
              <a:buClr>
                <a:srgbClr val="44697D"/>
              </a:buClr>
              <a:buSzPct val="80000"/>
              <a:buNone/>
            </a:pPr>
            <a:r>
              <a:rPr lang="en-US" sz="2000" dirty="0">
                <a:solidFill>
                  <a:srgbClr val="FFFFFF"/>
                </a:solidFill>
                <a:ea typeface="Arial Unicode MS" pitchFamily="34" charset="-128"/>
                <a:cs typeface="Arial Unicode MS" pitchFamily="34" charset="-128"/>
              </a:rPr>
              <a:t>EZ_ZDEMOTABLE</a:t>
            </a:r>
          </a:p>
        </p:txBody>
      </p:sp>
    </p:spTree>
    <p:extLst>
      <p:ext uri="{BB962C8B-B14F-4D97-AF65-F5344CB8AC3E}">
        <p14:creationId xmlns:p14="http://schemas.microsoft.com/office/powerpoint/2010/main" val="35093579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VII. Monitoring</a:t>
            </a:r>
            <a:r>
              <a:rPr lang="en-US" sz="2000">
                <a:solidFill>
                  <a:srgbClr val="CCCCCC"/>
                </a:solidFill>
              </a:rPr>
              <a:t/>
            </a:r>
            <a:br>
              <a:rPr lang="en-US" sz="2000">
                <a:solidFill>
                  <a:srgbClr val="CCCCCC"/>
                </a:solidFill>
              </a:rPr>
            </a:br>
            <a:r>
              <a:rPr lang="en-US" dirty="0"/>
              <a:t>Display and deletion of current locks</a:t>
            </a:r>
          </a:p>
        </p:txBody>
      </p:sp>
      <p:graphicFrame>
        <p:nvGraphicFramePr>
          <p:cNvPr id="9" name="Diagramm 8"/>
          <p:cNvGraphicFramePr/>
          <p:nvPr>
            <p:extLst>
              <p:ext uri="{D42A27DB-BD31-4B8C-83A1-F6EECF244321}">
                <p14:modId xmlns:p14="http://schemas.microsoft.com/office/powerpoint/2010/main" val="3582055095"/>
              </p:ext>
            </p:extLst>
          </p:nvPr>
        </p:nvGraphicFramePr>
        <p:xfrm>
          <a:off x="324000" y="1691079"/>
          <a:ext cx="5372262" cy="17716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Inhaltsplatzhalter 4"/>
          <p:cNvPicPr>
            <a:picLocks noGrp="1" noChangeAspect="1"/>
          </p:cNvPicPr>
          <p:nvPr>
            <p:ph idx="4294967295"/>
          </p:nvPr>
        </p:nvPicPr>
        <p:blipFill>
          <a:blip r:embed="rId8"/>
          <a:stretch>
            <a:fillRect/>
          </a:stretch>
        </p:blipFill>
        <p:spPr>
          <a:xfrm>
            <a:off x="6033006" y="1478818"/>
            <a:ext cx="2623812" cy="1744592"/>
          </a:xfrm>
          <a:prstGeom prst="rect">
            <a:avLst/>
          </a:prstGeom>
          <a:ln>
            <a:noFill/>
          </a:ln>
          <a:effectLst>
            <a:outerShdw blurRad="292100" dist="139700" dir="2700000" algn="tl" rotWithShape="0">
              <a:srgbClr val="333333">
                <a:alpha val="65000"/>
              </a:srgbClr>
            </a:outerShdw>
          </a:effectLst>
        </p:spPr>
      </p:pic>
      <p:pic>
        <p:nvPicPr>
          <p:cNvPr id="3" name="Grafik 2"/>
          <p:cNvPicPr>
            <a:picLocks noChangeAspect="1"/>
          </p:cNvPicPr>
          <p:nvPr/>
        </p:nvPicPr>
        <p:blipFill>
          <a:blip r:embed="rId9"/>
          <a:stretch>
            <a:fillRect/>
          </a:stretch>
        </p:blipFill>
        <p:spPr>
          <a:xfrm>
            <a:off x="792004" y="4328187"/>
            <a:ext cx="2715692" cy="1558290"/>
          </a:xfrm>
          <a:prstGeom prst="rect">
            <a:avLst/>
          </a:prstGeom>
        </p:spPr>
      </p:pic>
      <p:pic>
        <p:nvPicPr>
          <p:cNvPr id="6" name="Grafik 5"/>
          <p:cNvPicPr>
            <a:picLocks noChangeAspect="1"/>
          </p:cNvPicPr>
          <p:nvPr/>
        </p:nvPicPr>
        <p:blipFill>
          <a:blip r:embed="rId10"/>
          <a:stretch>
            <a:fillRect/>
          </a:stretch>
        </p:blipFill>
        <p:spPr>
          <a:xfrm>
            <a:off x="7224990" y="2933245"/>
            <a:ext cx="4336035" cy="1058965"/>
          </a:xfrm>
          <a:prstGeom prst="rect">
            <a:avLst/>
          </a:prstGeom>
          <a:ln>
            <a:noFill/>
          </a:ln>
          <a:effectLst>
            <a:outerShdw blurRad="292100" dist="139700" dir="2700000" algn="tl" rotWithShape="0">
              <a:srgbClr val="333333">
                <a:alpha val="65000"/>
              </a:srgbClr>
            </a:outerShdw>
          </a:effectLst>
        </p:spPr>
      </p:pic>
      <p:sp>
        <p:nvSpPr>
          <p:cNvPr id="10" name="Textfeld 9"/>
          <p:cNvSpPr txBox="1"/>
          <p:nvPr/>
        </p:nvSpPr>
        <p:spPr>
          <a:xfrm>
            <a:off x="3934917" y="4677838"/>
            <a:ext cx="4894288" cy="615552"/>
          </a:xfrm>
          <a:prstGeom prst="rect">
            <a:avLst/>
          </a:prstGeom>
          <a:noFill/>
        </p:spPr>
        <p:txBody>
          <a:bodyPr wrap="square" lIns="0" tIns="0" rIns="0" bIns="0" rtlCol="0">
            <a:spAutoFit/>
          </a:bodyPr>
          <a:lstStyle/>
          <a:p>
            <a:pPr marL="0" lvl="0" fontAlgn="base">
              <a:lnSpc>
                <a:spcPct val="100000"/>
              </a:lnSpc>
              <a:spcBef>
                <a:spcPts val="600"/>
              </a:spcBef>
              <a:spcAft>
                <a:spcPct val="0"/>
              </a:spcAft>
              <a:buClr>
                <a:srgbClr val="F0AB00"/>
              </a:buClr>
              <a:buSzPct val="80000"/>
              <a:buNone/>
            </a:pPr>
            <a:r>
              <a:rPr lang="en-US" sz="2000" b="1" kern="0" dirty="0">
                <a:ea typeface="Arial Unicode MS" pitchFamily="34" charset="-128"/>
                <a:cs typeface="Arial Unicode MS" pitchFamily="34" charset="-128"/>
              </a:rPr>
              <a:t>Please keep in mind to avoid deadlocks situations by acquiring dependent locks</a:t>
            </a:r>
          </a:p>
        </p:txBody>
      </p:sp>
      <p:pic>
        <p:nvPicPr>
          <p:cNvPr id="11" name="Grafik 10" descr="Exclamation mark - Wikipedia, the free encyclopedia"/>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8989533" y="4631656"/>
            <a:ext cx="806949" cy="707914"/>
          </a:xfrm>
          <a:prstGeom prst="rect">
            <a:avLst/>
          </a:prstGeom>
        </p:spPr>
      </p:pic>
    </p:spTree>
    <p:extLst>
      <p:ext uri="{BB962C8B-B14F-4D97-AF65-F5344CB8AC3E}">
        <p14:creationId xmlns:p14="http://schemas.microsoft.com/office/powerpoint/2010/main" val="310947254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323999" y="2444965"/>
            <a:ext cx="11545199" cy="923329"/>
          </a:xfrm>
        </p:spPr>
        <p:txBody>
          <a:bodyPr lIns="0" tIns="0" rIns="0" bIns="0"/>
          <a:lstStyle/>
          <a:p>
            <a:pPr lvl="0">
              <a:lnSpc>
                <a:spcPct val="100000"/>
              </a:lnSpc>
            </a:pPr>
            <a:r>
              <a:rPr lang="en-US" dirty="0"/>
              <a:t> </a:t>
            </a:r>
          </a:p>
        </p:txBody>
      </p:sp>
      <p:sp>
        <p:nvSpPr>
          <p:cNvPr id="3" name="Textplatzhalter 2"/>
          <p:cNvSpPr>
            <a:spLocks noGrp="1"/>
          </p:cNvSpPr>
          <p:nvPr>
            <p:ph type="body" sz="quarter" idx="10"/>
          </p:nvPr>
        </p:nvSpPr>
        <p:spPr>
          <a:xfrm>
            <a:off x="323999" y="3507211"/>
            <a:ext cx="11545199" cy="820947"/>
          </a:xfrm>
        </p:spPr>
        <p:txBody>
          <a:bodyPr lIns="0" tIns="0" rIns="0" bIns="0"/>
          <a:lstStyle/>
          <a:p>
            <a:pPr marL="0" lvl="0" indent="0">
              <a:lnSpc>
                <a:spcPct val="100000"/>
              </a:lnSpc>
            </a:pPr>
            <a:r>
              <a:rPr lang="en-US" dirty="0"/>
              <a:t>Now you know how to apply SAP locks for your program. </a:t>
            </a:r>
          </a:p>
          <a:p>
            <a:pPr marL="0" lvl="0" indent="0">
              <a:lnSpc>
                <a:spcPct val="100000"/>
              </a:lnSpc>
            </a:pPr>
            <a:r>
              <a:rPr lang="en-US" dirty="0"/>
              <a:t>To consolidate your knowledge, you can do task 1 and 2 of the Lock Concept exercise. </a:t>
            </a:r>
          </a:p>
        </p:txBody>
      </p:sp>
    </p:spTree>
    <p:extLst>
      <p:ext uri="{BB962C8B-B14F-4D97-AF65-F5344CB8AC3E}">
        <p14:creationId xmlns:p14="http://schemas.microsoft.com/office/powerpoint/2010/main" val="132853932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ctrTitle"/>
          </p:nvPr>
        </p:nvSpPr>
        <p:spPr>
          <a:xfrm>
            <a:off x="323999" y="2444965"/>
            <a:ext cx="11545199" cy="923329"/>
          </a:xfrm>
        </p:spPr>
        <p:txBody>
          <a:bodyPr lIns="0" tIns="0" rIns="0" bIns="0"/>
          <a:lstStyle/>
          <a:p>
            <a:pPr lvl="0">
              <a:lnSpc>
                <a:spcPct val="100000"/>
              </a:lnSpc>
            </a:pPr>
            <a:r>
              <a:rPr lang="en-US" dirty="0"/>
              <a:t>Check your knowledge</a:t>
            </a:r>
          </a:p>
        </p:txBody>
      </p:sp>
    </p:spTree>
    <p:extLst>
      <p:ext uri="{BB962C8B-B14F-4D97-AF65-F5344CB8AC3E}">
        <p14:creationId xmlns:p14="http://schemas.microsoft.com/office/powerpoint/2010/main" val="192309649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dirty="0"/>
              <a:t>Check your knowledge</a:t>
            </a:r>
          </a:p>
        </p:txBody>
      </p:sp>
      <p:sp>
        <p:nvSpPr>
          <p:cNvPr id="3" name="Inhaltsplatzhalter 2"/>
          <p:cNvSpPr>
            <a:spLocks noGrp="1"/>
          </p:cNvSpPr>
          <p:nvPr>
            <p:ph idx="1"/>
          </p:nvPr>
        </p:nvSpPr>
        <p:spPr>
          <a:xfrm>
            <a:off x="323999" y="1414577"/>
            <a:ext cx="11545199" cy="4833821"/>
          </a:xfrm>
        </p:spPr>
        <p:txBody>
          <a:bodyPr lIns="0" tIns="0" rIns="0" bIns="0"/>
          <a:lstStyle/>
          <a:p>
            <a:pPr marL="342720" lvl="0" indent="-342720">
              <a:lnSpc>
                <a:spcPct val="100000"/>
              </a:lnSpc>
              <a:buFont typeface="Arial" panose="020B0604020202020204" pitchFamily="34" charset="0"/>
              <a:buChar char="•"/>
            </a:pPr>
            <a:r>
              <a:rPr lang="en-US" dirty="0"/>
              <a:t>Data inconsistency arises from concurrent operational access on the same dataset.</a:t>
            </a:r>
          </a:p>
          <a:p>
            <a:pPr marL="0" lvl="0" indent="0">
              <a:lnSpc>
                <a:spcPct val="100000"/>
              </a:lnSpc>
            </a:pPr>
            <a:r>
              <a:rPr lang="en-US" dirty="0"/>
              <a:t>	</a:t>
            </a:r>
            <a:r>
              <a:rPr lang="de-DE" dirty="0">
                <a:sym typeface="Wingdings" panose="05000000000000000000" pitchFamily="2" charset="2"/>
              </a:rPr>
              <a:t> </a:t>
            </a:r>
            <a:r>
              <a:rPr lang="en-US" dirty="0"/>
              <a:t> True	</a:t>
            </a:r>
            <a:r>
              <a:rPr lang="de-DE" dirty="0">
                <a:sym typeface="Wingdings" panose="05000000000000000000" pitchFamily="2" charset="2"/>
              </a:rPr>
              <a:t> </a:t>
            </a:r>
            <a:r>
              <a:rPr lang="en-US" dirty="0"/>
              <a:t> False</a:t>
            </a:r>
          </a:p>
          <a:p>
            <a:pPr marL="342720" lvl="0" indent="-342720">
              <a:lnSpc>
                <a:spcPct val="100000"/>
              </a:lnSpc>
              <a:buFont typeface="Arial" panose="020B0604020202020204" pitchFamily="34" charset="0"/>
              <a:buChar char="•"/>
            </a:pPr>
            <a:r>
              <a:rPr lang="en-US" dirty="0"/>
              <a:t>Enqueue and dequeue functions are generated automatically by creating the corresponding SAP lock object. </a:t>
            </a:r>
          </a:p>
          <a:p>
            <a:pPr marL="0" lvl="0" indent="0">
              <a:lnSpc>
                <a:spcPct val="100000"/>
              </a:lnSpc>
            </a:pPr>
            <a:r>
              <a:rPr lang="en-US" dirty="0"/>
              <a:t>	</a:t>
            </a:r>
            <a:r>
              <a:rPr lang="de-DE" dirty="0">
                <a:sym typeface="Wingdings" panose="05000000000000000000" pitchFamily="2" charset="2"/>
              </a:rPr>
              <a:t> </a:t>
            </a:r>
            <a:r>
              <a:rPr lang="en-US" dirty="0"/>
              <a:t> True	</a:t>
            </a:r>
            <a:r>
              <a:rPr lang="de-DE" dirty="0">
                <a:sym typeface="Wingdings" panose="05000000000000000000" pitchFamily="2" charset="2"/>
              </a:rPr>
              <a:t> </a:t>
            </a:r>
            <a:r>
              <a:rPr lang="en-US" dirty="0"/>
              <a:t> False</a:t>
            </a:r>
          </a:p>
          <a:p>
            <a:pPr marL="342720" lvl="0" indent="-342720">
              <a:lnSpc>
                <a:spcPct val="100000"/>
              </a:lnSpc>
              <a:buFont typeface="Arial" panose="020B0604020202020204" pitchFamily="34" charset="0"/>
              <a:buChar char="•"/>
            </a:pPr>
            <a:r>
              <a:rPr lang="en-US" dirty="0"/>
              <a:t>Explain the difference between database and SAP locks. What are their main objectives?</a:t>
            </a:r>
          </a:p>
          <a:p>
            <a:pPr marL="342720" lvl="0" indent="-342720">
              <a:lnSpc>
                <a:spcPct val="100000"/>
              </a:lnSpc>
              <a:buFont typeface="Arial" panose="020B0604020202020204" pitchFamily="34" charset="0"/>
              <a:buChar char="•"/>
            </a:pPr>
            <a:r>
              <a:rPr lang="en-US" dirty="0"/>
              <a:t>Which of the following message types is implicitly used to perform a database commit? </a:t>
            </a:r>
          </a:p>
          <a:p>
            <a:pPr marL="0" lvl="0" indent="0">
              <a:lnSpc>
                <a:spcPct val="100000"/>
              </a:lnSpc>
            </a:pPr>
            <a:r>
              <a:rPr lang="en-US" dirty="0"/>
              <a:t>	</a:t>
            </a:r>
            <a:r>
              <a:rPr lang="de-DE" dirty="0">
                <a:sym typeface="Wingdings" panose="05000000000000000000" pitchFamily="2" charset="2"/>
              </a:rPr>
              <a:t> </a:t>
            </a:r>
            <a:r>
              <a:rPr lang="en-US" dirty="0"/>
              <a:t> EXIT   </a:t>
            </a:r>
            <a:r>
              <a:rPr lang="de-DE" dirty="0">
                <a:sym typeface="Wingdings" panose="05000000000000000000" pitchFamily="2" charset="2"/>
              </a:rPr>
              <a:t></a:t>
            </a:r>
            <a:r>
              <a:rPr lang="en-US" dirty="0"/>
              <a:t> ERROR   </a:t>
            </a:r>
            <a:r>
              <a:rPr lang="de-DE" dirty="0">
                <a:sym typeface="Wingdings" panose="05000000000000000000" pitchFamily="2" charset="2"/>
              </a:rPr>
              <a:t></a:t>
            </a:r>
            <a:r>
              <a:rPr lang="en-US" dirty="0"/>
              <a:t> TERMINATION    </a:t>
            </a:r>
            <a:r>
              <a:rPr lang="de-DE" dirty="0">
                <a:sym typeface="Wingdings" panose="05000000000000000000" pitchFamily="2" charset="2"/>
              </a:rPr>
              <a:t> </a:t>
            </a:r>
            <a:r>
              <a:rPr lang="en-US" dirty="0"/>
              <a:t>WARNING	 </a:t>
            </a:r>
            <a:r>
              <a:rPr lang="de-DE" dirty="0">
                <a:sym typeface="Wingdings" panose="05000000000000000000" pitchFamily="2" charset="2"/>
              </a:rPr>
              <a:t> </a:t>
            </a:r>
            <a:r>
              <a:rPr lang="en-US" dirty="0"/>
              <a:t>INFORMATION</a:t>
            </a:r>
          </a:p>
          <a:p>
            <a:pPr marL="0" lvl="0" indent="0">
              <a:lnSpc>
                <a:spcPct val="100000"/>
              </a:lnSpc>
            </a:pPr>
            <a:endParaRPr lang="en-US" dirty="0"/>
          </a:p>
        </p:txBody>
      </p:sp>
    </p:spTree>
    <p:extLst>
      <p:ext uri="{BB962C8B-B14F-4D97-AF65-F5344CB8AC3E}">
        <p14:creationId xmlns:p14="http://schemas.microsoft.com/office/powerpoint/2010/main" val="1118453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ctrTitle"/>
          </p:nvPr>
        </p:nvSpPr>
        <p:spPr>
          <a:xfrm>
            <a:off x="323999" y="2444965"/>
            <a:ext cx="11545199" cy="923329"/>
          </a:xfrm>
        </p:spPr>
        <p:txBody>
          <a:bodyPr lIns="0" tIns="0" rIns="0" bIns="0"/>
          <a:lstStyle/>
          <a:p>
            <a:pPr lvl="0">
              <a:lnSpc>
                <a:spcPct val="100000"/>
              </a:lnSpc>
            </a:pPr>
            <a:r>
              <a:rPr lang="de-DE" dirty="0"/>
              <a:t>Solution</a:t>
            </a:r>
          </a:p>
        </p:txBody>
      </p:sp>
    </p:spTree>
    <p:extLst>
      <p:ext uri="{BB962C8B-B14F-4D97-AF65-F5344CB8AC3E}">
        <p14:creationId xmlns:p14="http://schemas.microsoft.com/office/powerpoint/2010/main" val="38762351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de-DE" dirty="0"/>
              <a:t>Solution</a:t>
            </a:r>
          </a:p>
        </p:txBody>
      </p:sp>
      <p:sp>
        <p:nvSpPr>
          <p:cNvPr id="3" name="Inhaltsplatzhalter 2"/>
          <p:cNvSpPr>
            <a:spLocks noGrp="1"/>
          </p:cNvSpPr>
          <p:nvPr>
            <p:ph idx="1"/>
          </p:nvPr>
        </p:nvSpPr>
        <p:spPr>
          <a:xfrm>
            <a:off x="323999" y="1414577"/>
            <a:ext cx="11545198" cy="5417137"/>
          </a:xfrm>
        </p:spPr>
        <p:txBody>
          <a:bodyPr lIns="0" tIns="0" rIns="0" bIns="0"/>
          <a:lstStyle/>
          <a:p>
            <a:pPr marL="342720" lvl="0" indent="-342720">
              <a:lnSpc>
                <a:spcPct val="100000"/>
              </a:lnSpc>
              <a:buFont typeface="Arial" panose="020B0604020202020204" pitchFamily="34" charset="0"/>
              <a:buChar char="•"/>
            </a:pPr>
            <a:r>
              <a:rPr lang="en-US" dirty="0"/>
              <a:t>Data inconsistency arises from concurrent operational access on the same dataset.</a:t>
            </a:r>
          </a:p>
          <a:p>
            <a:pPr marL="0" lvl="0" indent="0">
              <a:lnSpc>
                <a:spcPct val="100000"/>
              </a:lnSpc>
            </a:pPr>
            <a:r>
              <a:rPr lang="en-US" dirty="0"/>
              <a:t>	</a:t>
            </a:r>
            <a:r>
              <a:rPr lang="de-DE" dirty="0">
                <a:sym typeface="Wingdings" panose="05000000000000000000" pitchFamily="2" charset="2"/>
              </a:rPr>
              <a:t> </a:t>
            </a:r>
            <a:r>
              <a:rPr lang="en-US" dirty="0"/>
              <a:t> True	</a:t>
            </a:r>
            <a:r>
              <a:rPr lang="de-DE" dirty="0">
                <a:sym typeface="Wingdings" panose="05000000000000000000" pitchFamily="2" charset="2"/>
              </a:rPr>
              <a:t> </a:t>
            </a:r>
            <a:r>
              <a:rPr lang="en-US" dirty="0"/>
              <a:t> False</a:t>
            </a:r>
          </a:p>
          <a:p>
            <a:pPr marL="342720" lvl="0" indent="-342720">
              <a:lnSpc>
                <a:spcPct val="100000"/>
              </a:lnSpc>
              <a:buFont typeface="Arial" panose="020B0604020202020204" pitchFamily="34" charset="0"/>
              <a:buChar char="•"/>
            </a:pPr>
            <a:r>
              <a:rPr lang="en-US" dirty="0"/>
              <a:t>Enqueue and dequeue functions are generated automatically by creating the corresponding SAP lock object. </a:t>
            </a:r>
          </a:p>
          <a:p>
            <a:pPr marL="0" lvl="0" indent="0">
              <a:lnSpc>
                <a:spcPct val="100000"/>
              </a:lnSpc>
            </a:pPr>
            <a:r>
              <a:rPr lang="en-US" dirty="0"/>
              <a:t>	</a:t>
            </a:r>
            <a:r>
              <a:rPr lang="de-DE" dirty="0">
                <a:sym typeface="Wingdings" panose="05000000000000000000" pitchFamily="2" charset="2"/>
              </a:rPr>
              <a:t> </a:t>
            </a:r>
            <a:r>
              <a:rPr lang="en-US" dirty="0"/>
              <a:t> True	</a:t>
            </a:r>
            <a:r>
              <a:rPr lang="de-DE" dirty="0">
                <a:sym typeface="Wingdings" panose="05000000000000000000" pitchFamily="2" charset="2"/>
              </a:rPr>
              <a:t> </a:t>
            </a:r>
            <a:r>
              <a:rPr lang="en-US" dirty="0"/>
              <a:t> False</a:t>
            </a:r>
          </a:p>
          <a:p>
            <a:pPr marL="342720" lvl="0" indent="-342720">
              <a:lnSpc>
                <a:spcPct val="100000"/>
              </a:lnSpc>
              <a:buFont typeface="Arial" panose="020B0604020202020204" pitchFamily="34" charset="0"/>
              <a:buChar char="•"/>
            </a:pPr>
            <a:r>
              <a:rPr lang="en-US" dirty="0"/>
              <a:t>Explain the difference between database and SAP locks. What are their main objectives?</a:t>
            </a:r>
          </a:p>
          <a:p>
            <a:pPr marL="0" lvl="0" indent="0">
              <a:lnSpc>
                <a:spcPct val="100000"/>
              </a:lnSpc>
            </a:pPr>
            <a:r>
              <a:rPr lang="en-US" dirty="0"/>
              <a:t> 	  </a:t>
            </a:r>
            <a:r>
              <a:rPr dirty="0"/>
              <a:t>See section </a:t>
            </a:r>
            <a:r>
              <a:rPr i="1" dirty="0">
                <a:hlinkClick r:id="rId3" action="ppaction://hlinksldjump"/>
              </a:rPr>
              <a:t>Data Consistency</a:t>
            </a:r>
            <a:endParaRPr lang="en-US" i="1" dirty="0"/>
          </a:p>
          <a:p>
            <a:pPr marL="342720" lvl="0" indent="-342720">
              <a:lnSpc>
                <a:spcPct val="100000"/>
              </a:lnSpc>
              <a:buFont typeface="Arial" panose="020B0604020202020204" pitchFamily="34" charset="0"/>
              <a:buChar char="•"/>
            </a:pPr>
            <a:r>
              <a:rPr lang="en-US" dirty="0"/>
              <a:t>Which of the following message types is implicitly used to perform a database commit? </a:t>
            </a:r>
          </a:p>
          <a:p>
            <a:pPr marL="0" lvl="0" indent="0">
              <a:lnSpc>
                <a:spcPct val="100000"/>
              </a:lnSpc>
            </a:pPr>
            <a:r>
              <a:rPr lang="en-US" dirty="0"/>
              <a:t>	</a:t>
            </a:r>
            <a:r>
              <a:rPr lang="de-DE" dirty="0">
                <a:sym typeface="Wingdings" panose="05000000000000000000" pitchFamily="2" charset="2"/>
              </a:rPr>
              <a:t> </a:t>
            </a:r>
            <a:r>
              <a:rPr lang="en-US" dirty="0"/>
              <a:t> EXIT   </a:t>
            </a:r>
            <a:r>
              <a:rPr lang="de-DE" dirty="0">
                <a:sym typeface="Wingdings" panose="05000000000000000000" pitchFamily="2" charset="2"/>
              </a:rPr>
              <a:t></a:t>
            </a:r>
            <a:r>
              <a:rPr lang="en-US" dirty="0"/>
              <a:t> ERROR   </a:t>
            </a:r>
            <a:r>
              <a:rPr lang="de-DE" dirty="0">
                <a:sym typeface="Wingdings" panose="05000000000000000000" pitchFamily="2" charset="2"/>
              </a:rPr>
              <a:t></a:t>
            </a:r>
            <a:r>
              <a:rPr lang="en-US" dirty="0"/>
              <a:t> TERMINATION    </a:t>
            </a:r>
            <a:r>
              <a:rPr lang="de-DE" dirty="0">
                <a:sym typeface="Wingdings" panose="05000000000000000000" pitchFamily="2" charset="2"/>
              </a:rPr>
              <a:t> </a:t>
            </a:r>
            <a:r>
              <a:rPr lang="en-US" dirty="0"/>
              <a:t>WARNING	  </a:t>
            </a:r>
            <a:r>
              <a:rPr lang="de-DE" dirty="0">
                <a:sym typeface="Wingdings" panose="05000000000000000000" pitchFamily="2" charset="2"/>
              </a:rPr>
              <a:t> </a:t>
            </a:r>
            <a:r>
              <a:rPr lang="en-US" dirty="0"/>
              <a:t>INFORMATION</a:t>
            </a:r>
          </a:p>
          <a:p>
            <a:pPr marL="0" lvl="0" indent="0">
              <a:lnSpc>
                <a:spcPct val="100000"/>
              </a:lnSpc>
            </a:pPr>
            <a:endParaRPr lang="en-US" dirty="0"/>
          </a:p>
        </p:txBody>
      </p:sp>
    </p:spTree>
    <p:extLst>
      <p:ext uri="{BB962C8B-B14F-4D97-AF65-F5344CB8AC3E}">
        <p14:creationId xmlns:p14="http://schemas.microsoft.com/office/powerpoint/2010/main" val="5678162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de-DE" dirty="0"/>
              <a:t>References</a:t>
            </a:r>
          </a:p>
        </p:txBody>
      </p:sp>
      <p:sp>
        <p:nvSpPr>
          <p:cNvPr id="3" name="Inhaltsplatzhalter 2"/>
          <p:cNvSpPr>
            <a:spLocks noGrp="1"/>
          </p:cNvSpPr>
          <p:nvPr>
            <p:ph idx="1"/>
          </p:nvPr>
        </p:nvSpPr>
        <p:spPr>
          <a:xfrm>
            <a:off x="323999" y="1692389"/>
            <a:ext cx="11545199" cy="4393016"/>
          </a:xfrm>
        </p:spPr>
        <p:txBody>
          <a:bodyPr lIns="0" tIns="0" rIns="0" bIns="0"/>
          <a:lstStyle/>
          <a:p>
            <a:pPr marL="342720" lvl="0" indent="-342720">
              <a:lnSpc>
                <a:spcPct val="100000"/>
              </a:lnSpc>
              <a:buFont typeface="Arial" panose="020B0604020202020204" pitchFamily="34" charset="0"/>
              <a:buChar char="•"/>
            </a:pPr>
            <a:r>
              <a:rPr lang="de-DE" dirty="0"/>
              <a:t>Schwaiger, R. (2016): </a:t>
            </a:r>
            <a:r>
              <a:rPr lang="de-DE" dirty="0" err="1"/>
              <a:t>Schrödinger</a:t>
            </a:r>
            <a:r>
              <a:rPr lang="de-DE" dirty="0"/>
              <a:t> programmiert ABAP: Das etwas andere Fachbuch, </a:t>
            </a:r>
            <a:r>
              <a:rPr lang="en-US" dirty="0"/>
              <a:t>SAP PRESS, 2016</a:t>
            </a:r>
          </a:p>
          <a:p>
            <a:pPr marL="342720" lvl="0" indent="-342720">
              <a:lnSpc>
                <a:spcPct val="100000"/>
              </a:lnSpc>
              <a:buFont typeface="Arial" panose="020B0604020202020204" pitchFamily="34" charset="0"/>
              <a:buChar char="•"/>
            </a:pPr>
            <a:r>
              <a:rPr lang="de-DE" dirty="0"/>
              <a:t>Keller, H.; Krüger, S. (2006): ABAP Objects: ABAP-Programmierung mit SAP NetWeaver, Rheinwerk Publishing</a:t>
            </a:r>
          </a:p>
        </p:txBody>
      </p:sp>
    </p:spTree>
    <p:extLst>
      <p:ext uri="{BB962C8B-B14F-4D97-AF65-F5344CB8AC3E}">
        <p14:creationId xmlns:p14="http://schemas.microsoft.com/office/powerpoint/2010/main" val="17132183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782603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SAP_2016_16x9_white">
  <a:themeElements>
    <a:clrScheme name="SAP_colors_white_template">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6350" algn="ctr">
          <a:no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2000" b="0" i="0" u="none" strike="noStrike" kern="0" cap="none" spc="0" normalizeH="0" baseline="0" noProof="0" dirty="0" err="1" smtClean="0">
            <a:ln>
              <a:noFill/>
            </a:ln>
            <a:effectLst/>
            <a:uLnTx/>
            <a:uFillTx/>
            <a:ea typeface="Arial Unicode MS" pitchFamily="34" charset="-128"/>
            <a:cs typeface="Arial Unicode MS" pitchFamily="34" charset="-128"/>
          </a:defRPr>
        </a:defPPr>
      </a:lstStyle>
    </a:spDef>
    <a:lnDef>
      <a:spPr>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fontAlgn="base">
          <a:spcBef>
            <a:spcPts val="600"/>
          </a:spcBef>
          <a:spcAft>
            <a:spcPct val="0"/>
          </a:spcAft>
          <a:buClr>
            <a:srgbClr val="F0AB00"/>
          </a:buClr>
          <a:buSzPct val="80000"/>
          <a:defRPr sz="1800" kern="0" dirty="0" err="1" smtClean="0">
            <a:ea typeface="Arial Unicode MS" pitchFamily="34" charset="-128"/>
            <a:cs typeface="Arial Unicode MS" pitchFamily="34" charset="-128"/>
          </a:defRPr>
        </a:defPPr>
      </a:lstStyle>
    </a:txDef>
  </a:objectDefaults>
  <a:extraClrSchemeLst/>
  <a:extLst>
    <a:ext uri="{05A4C25C-085E-4340-85A3-A5531E510DB2}">
      <thm15:themeFamily xmlns:thm15="http://schemas.microsoft.com/office/thememl/2012/main" name="SAP_2016_16x9_white.pptx" id="{A240C6B1-4B8B-4B09-890E-22AD0EDAE698}" vid="{87366DE1-901D-47FB-8DBB-89EE7EBFFA35}"/>
    </a:ext>
  </a:extLst>
</a:theme>
</file>

<file path=ppt/theme/theme2.xml><?xml version="1.0" encoding="utf-8"?>
<a:theme xmlns:a="http://schemas.openxmlformats.org/drawingml/2006/main" name="Office Theme">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SAP_Colors2011">
      <a:dk1>
        <a:srgbClr val="000000"/>
      </a:dk1>
      <a:lt1>
        <a:srgbClr val="FFFFFF"/>
      </a:lt1>
      <a:dk2>
        <a:srgbClr val="00AFE3"/>
      </a:dk2>
      <a:lt2>
        <a:srgbClr val="CCCCCC"/>
      </a:lt2>
      <a:accent1>
        <a:srgbClr val="FDB913"/>
      </a:accent1>
      <a:accent2>
        <a:srgbClr val="626366"/>
      </a:accent2>
      <a:accent3>
        <a:srgbClr val="0082C9"/>
      </a:accent3>
      <a:accent4>
        <a:srgbClr val="4BBE44"/>
      </a:accent4>
      <a:accent5>
        <a:srgbClr val="B1D249"/>
      </a:accent5>
      <a:accent6>
        <a:srgbClr val="80298F"/>
      </a:accent6>
      <a:hlink>
        <a:srgbClr val="04357B"/>
      </a:hlink>
      <a:folHlink>
        <a:srgbClr val="999999"/>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1017</Words>
  <Application>Microsoft Office PowerPoint</Application>
  <PresentationFormat>Benutzerdefiniert</PresentationFormat>
  <Paragraphs>261</Paragraphs>
  <Slides>26</Slides>
  <Notes>25</Notes>
  <HiddenSlides>0</HiddenSlides>
  <MMClips>0</MMClips>
  <ScaleCrop>false</ScaleCrop>
  <HeadingPairs>
    <vt:vector size="8" baseType="variant">
      <vt:variant>
        <vt:lpstr>Verwendete Schriftarten</vt:lpstr>
      </vt:variant>
      <vt:variant>
        <vt:i4>7</vt:i4>
      </vt:variant>
      <vt:variant>
        <vt:lpstr>Design</vt:lpstr>
      </vt:variant>
      <vt:variant>
        <vt:i4>1</vt:i4>
      </vt:variant>
      <vt:variant>
        <vt:lpstr>Eingebettete OLE-Server</vt:lpstr>
      </vt:variant>
      <vt:variant>
        <vt:i4>1</vt:i4>
      </vt:variant>
      <vt:variant>
        <vt:lpstr>Folientitel</vt:lpstr>
      </vt:variant>
      <vt:variant>
        <vt:i4>26</vt:i4>
      </vt:variant>
    </vt:vector>
  </HeadingPairs>
  <TitlesOfParts>
    <vt:vector size="35" baseType="lpstr">
      <vt:lpstr>Arial</vt:lpstr>
      <vt:lpstr>Arial Unicode MS</vt:lpstr>
      <vt:lpstr>Courier New</vt:lpstr>
      <vt:lpstr>SimHei</vt:lpstr>
      <vt:lpstr>Symbol</vt:lpstr>
      <vt:lpstr>Wingdings</vt:lpstr>
      <vt:lpstr>Wingdings</vt:lpstr>
      <vt:lpstr>SAP_2016_16x9_white</vt:lpstr>
      <vt:lpstr>think-cell Slide</vt:lpstr>
      <vt:lpstr>ABAP Lock Concept </vt:lpstr>
      <vt:lpstr>Prerequisites</vt:lpstr>
      <vt:lpstr>Agenda</vt:lpstr>
      <vt:lpstr>I. Introduction Operational concurrency</vt:lpstr>
      <vt:lpstr>I. Introduction General information</vt:lpstr>
      <vt:lpstr>II. Data consistency Trigger for database commits and rollbacks</vt:lpstr>
      <vt:lpstr>II. Data consistency SAP LUW (Logical Unit of Work)</vt:lpstr>
      <vt:lpstr>II. Data consistency SAP LUW (Logical Unit of Work)</vt:lpstr>
      <vt:lpstr>II. Data consistency The updater process</vt:lpstr>
      <vt:lpstr>II. Data consistency Using the updater process</vt:lpstr>
      <vt:lpstr>II. Data consistency SAP lock concept</vt:lpstr>
      <vt:lpstr>III. Lock object types Shared vs. exclusive lock</vt:lpstr>
      <vt:lpstr>IV. Lock usage Enqueue and dequeue lock objects</vt:lpstr>
      <vt:lpstr>IV. Lock usage Acquire and Release</vt:lpstr>
      <vt:lpstr>IV. Lock usage Selection of enqueue parameters</vt:lpstr>
      <vt:lpstr>V. Creation process Create first lock object</vt:lpstr>
      <vt:lpstr>V. Creation process Create first lock object</vt:lpstr>
      <vt:lpstr>VI. Enqueue/dequeue functions Automatic generation</vt:lpstr>
      <vt:lpstr>VII. Monitoring Display and deletion of current locks</vt:lpstr>
      <vt:lpstr> </vt:lpstr>
      <vt:lpstr>Check your knowledge</vt:lpstr>
      <vt:lpstr>Check your knowledge</vt:lpstr>
      <vt:lpstr>Solution</vt:lpstr>
      <vt:lpstr>Solution</vt:lpstr>
      <vt:lpstr>References</vt:lpstr>
      <vt:lpstr>PowerPoint-Präsentation</vt:lpstr>
    </vt:vector>
  </TitlesOfParts>
  <Company>SAP UCC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ABAP Lock Concept</dc:title>
  <dc:subject>SAP Application Development</dc:subject>
  <dc:creator>SAP UCC Munich</dc:creator>
  <cp:keywords>ABAP</cp:keywords>
  <cp:lastModifiedBy>Rank, Johannes</cp:lastModifiedBy>
  <cp:revision>239</cp:revision>
  <dcterms:created xsi:type="dcterms:W3CDTF">2015-07-03T07:45:52Z</dcterms:created>
  <dcterms:modified xsi:type="dcterms:W3CDTF">2018-10-23T19:26:06Z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852863565</vt:i4>
  </property>
  <property fmtid="{D5CDD505-2E9C-101B-9397-08002B2CF9AE}" pid="3" name="_NewReviewCycle">
    <vt:lpwstr/>
  </property>
  <property fmtid="{D5CDD505-2E9C-101B-9397-08002B2CF9AE}" pid="4" name="_EmailSubject">
    <vt:lpwstr>SAP Vorlage</vt:lpwstr>
  </property>
  <property fmtid="{D5CDD505-2E9C-101B-9397-08002B2CF9AE}" pid="5" name="_AuthorEmail">
    <vt:lpwstr>michael.nuernberg@sap.com</vt:lpwstr>
  </property>
  <property fmtid="{D5CDD505-2E9C-101B-9397-08002B2CF9AE}" pid="6" name="_AuthorEmailDisplayName">
    <vt:lpwstr>Nuernberg, Michael</vt:lpwstr>
  </property>
  <property fmtid="{D5CDD505-2E9C-101B-9397-08002B2CF9AE}" pid="7" name="_PreviousAdHocReviewCycleID">
    <vt:i4>1199788362</vt:i4>
  </property>
</Properties>
</file>